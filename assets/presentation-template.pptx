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notesSlides/notesSlide3.xml" ContentType="application/vnd.openxmlformats-officedocument.presentationml.notesSlide+xml"/>
  <Override PartName="/ppt/theme/themeOverride6.xml" ContentType="application/vnd.openxmlformats-officedocument.themeOverride+xml"/>
  <Override PartName="/ppt/notesSlides/notesSlide4.xml" ContentType="application/vnd.openxmlformats-officedocument.presentationml.notesSlide+xml"/>
  <Override PartName="/ppt/theme/themeOverride7.xml" ContentType="application/vnd.openxmlformats-officedocument.themeOverride+xml"/>
  <Override PartName="/ppt/notesSlides/notesSlide5.xml" ContentType="application/vnd.openxmlformats-officedocument.presentationml.notesSlide+xml"/>
  <Override PartName="/ppt/theme/themeOverride8.xml" ContentType="application/vnd.openxmlformats-officedocument.themeOverride+xml"/>
  <Override PartName="/ppt/tags/tag2.xml" ContentType="application/vnd.openxmlformats-officedocument.presentationml.tags+xml"/>
  <Override PartName="/ppt/theme/themeOverride9.xml" ContentType="application/vnd.openxmlformats-officedocument.themeOverride+xml"/>
  <Override PartName="/ppt/notesSlides/notesSlide6.xml" ContentType="application/vnd.openxmlformats-officedocument.presentationml.notesSlide+xml"/>
  <Override PartName="/ppt/theme/themeOverride10.xml" ContentType="application/vnd.openxmlformats-officedocument.themeOverride+xml"/>
  <Override PartName="/ppt/notesSlides/notesSlide7.xml" ContentType="application/vnd.openxmlformats-officedocument.presentationml.notesSlide+xml"/>
  <Override PartName="/ppt/theme/themeOverride11.xml" ContentType="application/vnd.openxmlformats-officedocument.themeOverride+xml"/>
  <Override PartName="/ppt/notesSlides/notesSlide8.xml" ContentType="application/vnd.openxmlformats-officedocument.presentationml.notesSlide+xml"/>
  <Override PartName="/ppt/theme/themeOverride12.xml" ContentType="application/vnd.openxmlformats-officedocument.themeOverride+xml"/>
  <Override PartName="/ppt/notesSlides/notesSlide9.xml" ContentType="application/vnd.openxmlformats-officedocument.presentationml.notesSlide+xml"/>
  <Override PartName="/ppt/theme/themeOverride13.xml" ContentType="application/vnd.openxmlformats-officedocument.themeOverride+xml"/>
  <Override PartName="/ppt/tags/tag3.xml" ContentType="application/vnd.openxmlformats-officedocument.presentationml.tags+xml"/>
  <Override PartName="/ppt/notesSlides/notesSlide10.xml" ContentType="application/vnd.openxmlformats-officedocument.presentationml.notesSlide+xml"/>
  <Override PartName="/ppt/theme/themeOverride14.xml" ContentType="application/vnd.openxmlformats-officedocument.themeOverride+xml"/>
  <Override PartName="/ppt/tags/tag4.xml" ContentType="application/vnd.openxmlformats-officedocument.presentationml.tags+xml"/>
  <Override PartName="/ppt/theme/themeOverride15.xml" ContentType="application/vnd.openxmlformats-officedocument.themeOverride+xml"/>
  <Override PartName="/ppt/notesSlides/notesSlide11.xml" ContentType="application/vnd.openxmlformats-officedocument.presentationml.notesSlide+xml"/>
  <Override PartName="/ppt/theme/themeOverride16.xml" ContentType="application/vnd.openxmlformats-officedocument.themeOverride+xml"/>
  <Override PartName="/ppt/notesSlides/notesSlide12.xml" ContentType="application/vnd.openxmlformats-officedocument.presentationml.notesSlide+xml"/>
  <Override PartName="/ppt/theme/themeOverride17.xml" ContentType="application/vnd.openxmlformats-officedocument.themeOverride+xml"/>
  <Override PartName="/ppt/tags/tag5.xml" ContentType="application/vnd.openxmlformats-officedocument.presentationml.tags+xml"/>
  <Override PartName="/ppt/tags/tag6.xml" ContentType="application/vnd.openxmlformats-officedocument.presentationml.tags+xml"/>
  <Override PartName="/ppt/notesSlides/notesSlide13.xml" ContentType="application/vnd.openxmlformats-officedocument.presentationml.notesSlide+xml"/>
  <Override PartName="/ppt/theme/themeOverride18.xml" ContentType="application/vnd.openxmlformats-officedocument.themeOverride+xml"/>
  <Override PartName="/ppt/notesSlides/notesSlide14.xml" ContentType="application/vnd.openxmlformats-officedocument.presentationml.notesSlide+xml"/>
  <Override PartName="/ppt/theme/themeOverride19.xml" ContentType="application/vnd.openxmlformats-officedocument.themeOverride+xml"/>
  <Override PartName="/ppt/notesSlides/notesSlide15.xml" ContentType="application/vnd.openxmlformats-officedocument.presentationml.notesSlide+xml"/>
  <Override PartName="/ppt/theme/themeOverride20.xml" ContentType="application/vnd.openxmlformats-officedocument.themeOverride+xml"/>
  <Override PartName="/ppt/tags/tag7.xml" ContentType="application/vnd.openxmlformats-officedocument.presentationml.tags+xml"/>
  <Override PartName="/ppt/theme/themeOverride21.xml" ContentType="application/vnd.openxmlformats-officedocument.themeOverride+xml"/>
  <Override PartName="/ppt/notesSlides/notesSlide16.xml" ContentType="application/vnd.openxmlformats-officedocument.presentationml.notesSlide+xml"/>
  <Override PartName="/ppt/theme/themeOverride22.xml" ContentType="application/vnd.openxmlformats-officedocument.themeOverride+xml"/>
  <Override PartName="/ppt/tags/tag8.xml" ContentType="application/vnd.openxmlformats-officedocument.presentationml.tags+xml"/>
  <Override PartName="/ppt/notesSlides/notesSlide17.xml" ContentType="application/vnd.openxmlformats-officedocument.presentationml.notesSlide+xml"/>
  <Override PartName="/ppt/theme/themeOverride23.xml" ContentType="application/vnd.openxmlformats-officedocument.themeOverr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4.xml" ContentType="application/vnd.openxmlformats-officedocument.themeOverride+xml"/>
  <Override PartName="/ppt/notesSlides/notesSlide19.xml" ContentType="application/vnd.openxmlformats-officedocument.presentationml.notesSlide+xml"/>
  <Override PartName="/ppt/theme/themeOverride25.xml" ContentType="application/vnd.openxmlformats-officedocument.themeOverride+xml"/>
  <Override PartName="/ppt/notesSlides/notesSlide20.xml" ContentType="application/vnd.openxmlformats-officedocument.presentationml.notesSlide+xml"/>
  <Override PartName="/ppt/theme/themeOverride26.xml" ContentType="application/vnd.openxmlformats-officedocument.themeOverride+xml"/>
  <Override PartName="/ppt/notesSlides/notesSlide21.xml" ContentType="application/vnd.openxmlformats-officedocument.presentationml.notesSlide+xml"/>
  <Override PartName="/ppt/theme/themeOverride27.xml" ContentType="application/vnd.openxmlformats-officedocument.themeOverr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89" r:id="rId3"/>
    <p:sldMasterId id="2147483677" r:id="rId4"/>
    <p:sldMasterId id="2147483665" r:id="rId5"/>
  </p:sldMasterIdLst>
  <p:notesMasterIdLst>
    <p:notesMasterId r:id="rId33"/>
  </p:notesMasterIdLst>
  <p:handoutMasterIdLst>
    <p:handoutMasterId r:id="rId34"/>
  </p:handoutMasterIdLst>
  <p:sldIdLst>
    <p:sldId id="257" r:id="rId6"/>
    <p:sldId id="258" r:id="rId7"/>
    <p:sldId id="259" r:id="rId8"/>
    <p:sldId id="490" r:id="rId9"/>
    <p:sldId id="491" r:id="rId10"/>
    <p:sldId id="492" r:id="rId11"/>
    <p:sldId id="493" r:id="rId12"/>
    <p:sldId id="494" r:id="rId13"/>
    <p:sldId id="495" r:id="rId14"/>
    <p:sldId id="498" r:id="rId15"/>
    <p:sldId id="496" r:id="rId16"/>
    <p:sldId id="497" r:id="rId17"/>
    <p:sldId id="518" r:id="rId18"/>
    <p:sldId id="499" r:id="rId19"/>
    <p:sldId id="500" r:id="rId20"/>
    <p:sldId id="501" r:id="rId21"/>
    <p:sldId id="502" r:id="rId22"/>
    <p:sldId id="503" r:id="rId23"/>
    <p:sldId id="517" r:id="rId24"/>
    <p:sldId id="504" r:id="rId25"/>
    <p:sldId id="505" r:id="rId26"/>
    <p:sldId id="506" r:id="rId27"/>
    <p:sldId id="507" r:id="rId28"/>
    <p:sldId id="508" r:id="rId29"/>
    <p:sldId id="514" r:id="rId30"/>
    <p:sldId id="515" r:id="rId31"/>
    <p:sldId id="535" r:id="rId32"/>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92" autoAdjust="0"/>
    <p:restoredTop sz="94643"/>
  </p:normalViewPr>
  <p:slideViewPr>
    <p:cSldViewPr snapToGrid="0">
      <p:cViewPr varScale="1">
        <p:scale>
          <a:sx n="105" d="100"/>
          <a:sy n="105" d="100"/>
        </p:scale>
        <p:origin x="864" y="18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gs" Target="tags/tag1.xml"/><Relationship Id="rId8" Type="http://schemas.openxmlformats.org/officeDocument/2006/relationships/slide" Target="slides/slide3.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lang="zh-CN" sz="1800" b="1" i="0" u="none" strike="noStrike" kern="1200" cap="all" spc="50" baseline="0">
                <a:solidFill>
                  <a:schemeClr val="tx1">
                    <a:lumMod val="85000"/>
                    <a:lumOff val="15000"/>
                  </a:schemeClr>
                </a:solidFill>
                <a:latin typeface="+mn-lt"/>
                <a:ea typeface="+mn-ea"/>
                <a:cs typeface="+mn-cs"/>
              </a:defRPr>
            </a:pPr>
            <a:r>
              <a:rPr lang="en-US" altLang="zh-CN" sz="1800" dirty="0">
                <a:solidFill>
                  <a:schemeClr val="tx1">
                    <a:lumMod val="85000"/>
                    <a:lumOff val="15000"/>
                  </a:schemeClr>
                </a:solidFill>
                <a:latin typeface="+mn-lt"/>
                <a:ea typeface="+mn-ea"/>
              </a:rPr>
              <a:t>Title</a:t>
            </a:r>
          </a:p>
        </c:rich>
      </c:tx>
      <c:layout>
        <c:manualLayout>
          <c:xMode val="edge"/>
          <c:yMode val="edge"/>
          <c:x val="0.35120958817571701"/>
          <c:y val="8.4631140394620993E-3"/>
        </c:manualLayout>
      </c:layout>
      <c:overlay val="0"/>
      <c:spPr>
        <a:noFill/>
        <a:ln>
          <a:noFill/>
        </a:ln>
        <a:effectLst/>
      </c:spPr>
      <c:txPr>
        <a:bodyPr rot="0" spcFirstLastPara="1" vertOverflow="ellipsis" vert="horz" wrap="square" anchor="ctr" anchorCtr="1"/>
        <a:lstStyle/>
        <a:p>
          <a:pPr algn="ctr">
            <a:defRPr lang="zh-CN" sz="1800" b="1" i="0" u="none" strike="noStrike" kern="1200" cap="all" spc="50" baseline="0">
              <a:solidFill>
                <a:schemeClr val="tx1">
                  <a:lumMod val="85000"/>
                  <a:lumOff val="15000"/>
                </a:schemeClr>
              </a:solidFill>
              <a:latin typeface="+mn-lt"/>
              <a:ea typeface="+mn-ea"/>
              <a:cs typeface="+mn-cs"/>
            </a:defRPr>
          </a:pPr>
          <a:endParaRPr lang="zh-CN"/>
        </a:p>
      </c:txPr>
    </c:title>
    <c:autoTitleDeleted val="0"/>
    <c:plotArea>
      <c:layout/>
      <c:barChart>
        <c:barDir val="col"/>
        <c:grouping val="clustered"/>
        <c:varyColors val="0"/>
        <c:ser>
          <c:idx val="0"/>
          <c:order val="0"/>
          <c:spPr>
            <a:gradFill flip="none" rotWithShape="1">
              <a:gsLst>
                <a:gs pos="0">
                  <a:schemeClr val="accent6"/>
                </a:gs>
                <a:gs pos="75000">
                  <a:schemeClr val="accent6">
                    <a:lumMod val="60000"/>
                    <a:lumOff val="40000"/>
                  </a:schemeClr>
                </a:gs>
                <a:gs pos="51000">
                  <a:schemeClr val="accent6">
                    <a:alpha val="75000"/>
                  </a:schemeClr>
                </a:gs>
                <a:gs pos="100000">
                  <a:schemeClr val="accent6">
                    <a:lumMod val="20000"/>
                    <a:lumOff val="80000"/>
                    <a:alpha val="15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85000"/>
                        <a:lumOff val="1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[工作簿2.xlsx]Sheet1!$A$17:$A$23</c:f>
              <c:strCache>
                <c:ptCount val="7"/>
                <c:pt idx="0">
                  <c:v>2017年</c:v>
                </c:pt>
                <c:pt idx="1">
                  <c:v>2018年</c:v>
                </c:pt>
                <c:pt idx="2">
                  <c:v>2019年</c:v>
                </c:pt>
                <c:pt idx="3">
                  <c:v>2020年</c:v>
                </c:pt>
                <c:pt idx="4">
                  <c:v>2021年</c:v>
                </c:pt>
                <c:pt idx="5">
                  <c:v>2022年</c:v>
                </c:pt>
                <c:pt idx="6">
                  <c:v>2023年</c:v>
                </c:pt>
              </c:strCache>
            </c:strRef>
          </c:cat>
          <c:val>
            <c:numRef>
              <c:f>[工作簿2.xlsx]Sheet1!$B$17:$B$23</c:f>
              <c:numCache>
                <c:formatCode>General</c:formatCode>
                <c:ptCount val="7"/>
                <c:pt idx="0">
                  <c:v>0.5</c:v>
                </c:pt>
                <c:pt idx="1">
                  <c:v>1.2</c:v>
                </c:pt>
                <c:pt idx="2">
                  <c:v>2.2999999999999998</c:v>
                </c:pt>
                <c:pt idx="3">
                  <c:v>3.1</c:v>
                </c:pt>
                <c:pt idx="4">
                  <c:v>3.3</c:v>
                </c:pt>
                <c:pt idx="5">
                  <c:v>3.5</c:v>
                </c:pt>
                <c:pt idx="6">
                  <c:v>3.8</c:v>
                </c:pt>
              </c:numCache>
            </c:numRef>
          </c:val>
          <c:extLst>
            <c:ext xmlns:c16="http://schemas.microsoft.com/office/drawing/2014/chart" uri="{C3380CC4-5D6E-409C-BE32-E72D297353CC}">
              <c16:uniqueId val="{00000000-A1AF-4EBC-90D5-130C213576AE}"/>
            </c:ext>
          </c:extLst>
        </c:ser>
        <c:dLbls>
          <c:showLegendKey val="0"/>
          <c:showVal val="1"/>
          <c:showCatName val="0"/>
          <c:showSerName val="0"/>
          <c:showPercent val="0"/>
          <c:showBubbleSize val="0"/>
        </c:dLbls>
        <c:gapWidth val="355"/>
        <c:overlap val="-70"/>
        <c:axId val="-1028481232"/>
        <c:axId val="-1028476880"/>
      </c:barChart>
      <c:catAx>
        <c:axId val="-1028481232"/>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85000"/>
                    <a:lumOff val="15000"/>
                  </a:schemeClr>
                </a:solidFill>
                <a:latin typeface="+mn-lt"/>
                <a:ea typeface="+mn-ea"/>
                <a:cs typeface="+mn-cs"/>
              </a:defRPr>
            </a:pPr>
            <a:endParaRPr lang="zh-CN"/>
          </a:p>
        </c:txPr>
        <c:crossAx val="-1028476880"/>
        <c:crosses val="autoZero"/>
        <c:auto val="1"/>
        <c:lblAlgn val="ctr"/>
        <c:lblOffset val="100"/>
        <c:noMultiLvlLbl val="0"/>
      </c:catAx>
      <c:valAx>
        <c:axId val="-1028476880"/>
        <c:scaling>
          <c:orientation val="minMax"/>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en-US" altLang="zh-CN" sz="1600" b="0" i="0" u="none" strike="noStrike" kern="1200" baseline="0">
                <a:solidFill>
                  <a:schemeClr val="tx1">
                    <a:lumMod val="85000"/>
                    <a:lumOff val="15000"/>
                  </a:schemeClr>
                </a:solidFill>
                <a:latin typeface="+mn-lt"/>
                <a:ea typeface="+mj-ea"/>
                <a:cs typeface="+mn-cs"/>
              </a:defRPr>
            </a:pPr>
            <a:endParaRPr lang="zh-CN"/>
          </a:p>
        </c:txPr>
        <c:crossAx val="-1028481232"/>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bg1"/>
    </cs:fontRef>
    <cs:spPr>
      <a:solidFill>
        <a:schemeClr val="tx1">
          <a:lumMod val="50000"/>
          <a:lumOff val="50000"/>
        </a:schemeClr>
      </a:solidFill>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2026/9/22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37821A-100E-4965-9E10-53C2EC7D44EC}" type="datetimeFigureOut">
              <a:rPr lang="zh-CN" altLang="en-US" smtClean="0"/>
              <a:t>2026/9/22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C4326A-26B9-4C15-9F24-684CB310C30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10</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11</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12</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13</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15</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16</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17</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18</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19</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21</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22</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23</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24</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25</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26</a:t>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CC44CC8-80CA-4952-873B-B90AFBB50FB4}" type="datetime1">
              <a:rPr lang="zh-CN" altLang="en-US" smtClean="0"/>
              <a:t>2026/9/22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66B4473-E3CC-40DB-A77B-8A1A919B8C8E}" type="slidenum">
              <a:rPr lang="zh-CN" altLang="en-US" smtClean="0"/>
              <a:t>‹#›</a:t>
            </a:fld>
            <a:endParaRPr lang="zh-CN" altLang="en-US"/>
          </a:p>
        </p:txBody>
      </p:sp>
      <p:pic>
        <p:nvPicPr>
          <p:cNvPr id="7" name="图片 6">
            <a:extLst>
              <a:ext uri="{FF2B5EF4-FFF2-40B4-BE49-F238E27FC236}">
                <a16:creationId xmlns:a16="http://schemas.microsoft.com/office/drawing/2014/main" id="{625B631C-9675-3166-3846-A2B1367E3B7F}"/>
              </a:ext>
            </a:extLst>
          </p:cNvPr>
          <p:cNvPicPr>
            <a:picLocks noChangeAspect="1"/>
          </p:cNvPicPr>
          <p:nvPr userDrawn="1"/>
        </p:nvPicPr>
        <p:blipFill rotWithShape="1">
          <a:blip r:embed="rId2" cstate="print">
            <a:biLevel thresh="50000"/>
            <a:extLst>
              <a:ext uri="{28A0092B-C50C-407E-A947-70E740481C1C}">
                <a14:useLocalDpi xmlns:a14="http://schemas.microsoft.com/office/drawing/2010/main" val="0"/>
              </a:ext>
            </a:extLst>
          </a:blip>
          <a:srcRect t="-1410" r="-2022" b="-1368"/>
          <a:stretch/>
        </p:blipFill>
        <p:spPr>
          <a:xfrm>
            <a:off x="10174934" y="187668"/>
            <a:ext cx="1822045" cy="68062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717B491-F125-4D81-8C98-61C6C51FA30D}" type="datetime1">
              <a:rPr lang="zh-CN" altLang="en-US" smtClean="0"/>
              <a:t>2026/9/22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3F7005F-A24C-42F9-9BF0-25098C4588A1}" type="datetime1">
              <a:rPr lang="zh-CN" altLang="en-US" smtClean="0"/>
              <a:t>2026/9/22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802465BC-A300-42AE-8558-568B763D02D3}" type="datetime1">
              <a:rPr lang="zh-CN" altLang="en-US" smtClean="0"/>
              <a:t>2026/9/22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D868002-C763-4DF7-95ED-8B866BE4A074}" type="datetime1">
              <a:rPr lang="zh-CN" altLang="en-US" smtClean="0"/>
              <a:t>2026/9/22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0394F6C-55F4-4777-963D-798C8AE4F1C3}" type="datetime1">
              <a:rPr lang="zh-CN" altLang="en-US" smtClean="0"/>
              <a:t>2026/9/22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E59F21C-9FEC-4B55-A8F6-C068DD38E4DF}" type="datetime1">
              <a:rPr lang="zh-CN" altLang="en-US" smtClean="0"/>
              <a:t>2026/9/22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421F256-3E5B-45FD-93C3-34F1247DF4C6}" type="datetime1">
              <a:rPr lang="zh-CN" altLang="en-US" smtClean="0"/>
              <a:t>2026/9/22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6EA6458-0DEF-434E-94B6-F60BDE3954B8}" type="datetime1">
              <a:rPr lang="zh-CN" altLang="en-US" smtClean="0"/>
              <a:t>2026/9/22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45A4E60-635E-4E13-8D82-A39430DAB0E8}" type="datetime1">
              <a:rPr lang="zh-CN" altLang="en-US" smtClean="0"/>
              <a:t>2026/9/22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BC103C8-0911-47CA-B5E2-B3906C8A84A0}" type="datetime1">
              <a:rPr lang="zh-CN" altLang="en-US" smtClean="0"/>
              <a:t>2026/9/22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1_空白">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5167"/>
            <a:ext cx="10972800" cy="1143000"/>
          </a:xfrm>
          <a:prstGeom prst="rect">
            <a:avLst/>
          </a:prstGeom>
        </p:spPr>
        <p:txBody>
          <a:bodyPr/>
          <a:lstStyle/>
          <a:p>
            <a:r>
              <a:rPr lang="zh-CN" altLang="en-US"/>
              <a:t>单击此处编辑母版标题样式</a:t>
            </a:r>
          </a:p>
        </p:txBody>
      </p:sp>
      <p:sp>
        <p:nvSpPr>
          <p:cNvPr id="3" name="矩形 2"/>
          <p:cNvSpPr/>
          <p:nvPr userDrawn="1"/>
        </p:nvSpPr>
        <p:spPr>
          <a:xfrm>
            <a:off x="10330283" y="6529705"/>
            <a:ext cx="1033515" cy="296876"/>
          </a:xfrm>
          <a:prstGeom prst="rect">
            <a:avLst/>
          </a:prstGeom>
        </p:spPr>
        <p:txBody>
          <a:bodyPr wrap="square">
            <a:spAutoFit/>
          </a:bodyPr>
          <a:lstStyle/>
          <a:p>
            <a:pPr defTabSz="1219200"/>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模板下载：</a:t>
            </a:r>
            <a:r>
              <a:rPr lang="en-US" altLang="zh-CN" sz="135" dirty="0">
                <a:solidFill>
                  <a:prstClr val="white"/>
                </a:solidFill>
                <a:latin typeface="Calibri" panose="020F0502020204030204"/>
                <a:ea typeface="宋体" panose="02010600030101010101" pitchFamily="2" charset="-122"/>
              </a:rPr>
              <a:t>www.1ppt.com/moban/     </a:t>
            </a:r>
            <a:r>
              <a:rPr lang="zh-CN" altLang="en-US" sz="135" dirty="0">
                <a:solidFill>
                  <a:prstClr val="white"/>
                </a:solidFill>
                <a:latin typeface="Calibri" panose="020F0502020204030204"/>
                <a:ea typeface="宋体" panose="02010600030101010101" pitchFamily="2" charset="-122"/>
              </a:rPr>
              <a:t>行业</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a:t>
            </a:r>
            <a:r>
              <a:rPr lang="en-US" altLang="zh-CN" sz="135" dirty="0">
                <a:solidFill>
                  <a:prstClr val="white"/>
                </a:solidFill>
                <a:latin typeface="Calibri" panose="020F0502020204030204"/>
                <a:ea typeface="宋体" panose="02010600030101010101" pitchFamily="2" charset="-122"/>
              </a:rPr>
              <a:t>www.1ppt.com/hangye/ </a:t>
            </a:r>
          </a:p>
          <a:p>
            <a:pPr defTabSz="1219200"/>
            <a:r>
              <a:rPr lang="zh-CN" altLang="en-US" sz="135" dirty="0">
                <a:solidFill>
                  <a:prstClr val="white"/>
                </a:solidFill>
                <a:latin typeface="Calibri" panose="020F0502020204030204"/>
                <a:ea typeface="宋体" panose="02010600030101010101" pitchFamily="2" charset="-122"/>
              </a:rPr>
              <a:t>节日</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模板：</a:t>
            </a:r>
            <a:r>
              <a:rPr lang="en-US" altLang="zh-CN" sz="135" dirty="0">
                <a:solidFill>
                  <a:prstClr val="white"/>
                </a:solidFill>
                <a:latin typeface="Calibri" panose="020F0502020204030204"/>
                <a:ea typeface="宋体" panose="02010600030101010101" pitchFamily="2" charset="-122"/>
              </a:rPr>
              <a:t>www.1ppt.com/jieri/           PPT</a:t>
            </a:r>
            <a:r>
              <a:rPr lang="zh-CN" altLang="en-US" sz="135" dirty="0">
                <a:solidFill>
                  <a:prstClr val="white"/>
                </a:solidFill>
                <a:latin typeface="Calibri" panose="020F0502020204030204"/>
                <a:ea typeface="宋体" panose="02010600030101010101" pitchFamily="2" charset="-122"/>
              </a:rPr>
              <a:t>素材下载：</a:t>
            </a:r>
            <a:r>
              <a:rPr lang="en-US" altLang="zh-CN" sz="135" dirty="0">
                <a:solidFill>
                  <a:prstClr val="white"/>
                </a:solidFill>
                <a:latin typeface="Calibri" panose="020F0502020204030204"/>
                <a:ea typeface="宋体" panose="02010600030101010101" pitchFamily="2" charset="-122"/>
              </a:rPr>
              <a:t>www.1ppt.com/sucai/</a:t>
            </a:r>
          </a:p>
          <a:p>
            <a:pPr defTabSz="1219200"/>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背景图片：</a:t>
            </a:r>
            <a:r>
              <a:rPr lang="en-US" altLang="zh-CN" sz="135" dirty="0">
                <a:solidFill>
                  <a:prstClr val="white"/>
                </a:solidFill>
                <a:latin typeface="Calibri" panose="020F0502020204030204"/>
                <a:ea typeface="宋体" panose="02010600030101010101" pitchFamily="2" charset="-122"/>
              </a:rPr>
              <a:t>www.1ppt.com/beijing/      PPT</a:t>
            </a:r>
            <a:r>
              <a:rPr lang="zh-CN" altLang="en-US" sz="135" dirty="0">
                <a:solidFill>
                  <a:prstClr val="white"/>
                </a:solidFill>
                <a:latin typeface="Calibri" panose="020F0502020204030204"/>
                <a:ea typeface="宋体" panose="02010600030101010101" pitchFamily="2" charset="-122"/>
              </a:rPr>
              <a:t>图表下载：</a:t>
            </a:r>
            <a:r>
              <a:rPr lang="en-US" altLang="zh-CN" sz="135" dirty="0">
                <a:solidFill>
                  <a:prstClr val="white"/>
                </a:solidFill>
                <a:latin typeface="Calibri" panose="020F0502020204030204"/>
                <a:ea typeface="宋体" panose="02010600030101010101" pitchFamily="2" charset="-122"/>
              </a:rPr>
              <a:t>www.1ppt.com/tubiao/      </a:t>
            </a:r>
          </a:p>
          <a:p>
            <a:pPr defTabSz="1219200"/>
            <a:r>
              <a:rPr lang="zh-CN" altLang="en-US" sz="135" dirty="0">
                <a:solidFill>
                  <a:prstClr val="white"/>
                </a:solidFill>
                <a:latin typeface="Calibri" panose="020F0502020204030204"/>
                <a:ea typeface="宋体" panose="02010600030101010101" pitchFamily="2" charset="-122"/>
              </a:rPr>
              <a:t>优秀</a:t>
            </a:r>
            <a:r>
              <a:rPr lang="en-US" altLang="zh-CN" sz="135" dirty="0">
                <a:solidFill>
                  <a:prstClr val="white"/>
                </a:solidFill>
                <a:latin typeface="Calibri" panose="020F0502020204030204"/>
                <a:ea typeface="宋体" panose="02010600030101010101" pitchFamily="2" charset="-122"/>
              </a:rPr>
              <a:t>PPT</a:t>
            </a:r>
            <a:r>
              <a:rPr lang="zh-CN" altLang="en-US" sz="135" dirty="0">
                <a:solidFill>
                  <a:prstClr val="white"/>
                </a:solidFill>
                <a:latin typeface="Calibri" panose="020F0502020204030204"/>
                <a:ea typeface="宋体" panose="02010600030101010101" pitchFamily="2" charset="-122"/>
              </a:rPr>
              <a:t>下载：</a:t>
            </a:r>
            <a:r>
              <a:rPr lang="en-US" altLang="zh-CN" sz="135" dirty="0">
                <a:solidFill>
                  <a:prstClr val="white"/>
                </a:solidFill>
                <a:latin typeface="Calibri" panose="020F0502020204030204"/>
                <a:ea typeface="宋体" panose="02010600030101010101" pitchFamily="2" charset="-122"/>
              </a:rPr>
              <a:t>www.1ppt.com/xiazai/        PPT</a:t>
            </a:r>
            <a:r>
              <a:rPr lang="zh-CN" altLang="en-US" sz="135" dirty="0">
                <a:solidFill>
                  <a:prstClr val="white"/>
                </a:solidFill>
                <a:latin typeface="Calibri" panose="020F0502020204030204"/>
                <a:ea typeface="宋体" panose="02010600030101010101" pitchFamily="2" charset="-122"/>
              </a:rPr>
              <a:t>教程： </a:t>
            </a:r>
            <a:r>
              <a:rPr lang="en-US" altLang="zh-CN" sz="135" dirty="0">
                <a:solidFill>
                  <a:prstClr val="white"/>
                </a:solidFill>
                <a:latin typeface="Calibri" panose="020F0502020204030204"/>
                <a:ea typeface="宋体" panose="02010600030101010101" pitchFamily="2" charset="-122"/>
              </a:rPr>
              <a:t>www.1ppt.com/powerpoint/      </a:t>
            </a:r>
          </a:p>
          <a:p>
            <a:pPr defTabSz="1219200"/>
            <a:r>
              <a:rPr lang="en-US" altLang="zh-CN" sz="135" dirty="0">
                <a:solidFill>
                  <a:prstClr val="white"/>
                </a:solidFill>
                <a:latin typeface="Calibri" panose="020F0502020204030204"/>
                <a:ea typeface="宋体" panose="02010600030101010101" pitchFamily="2" charset="-122"/>
              </a:rPr>
              <a:t>Word</a:t>
            </a:r>
            <a:r>
              <a:rPr lang="zh-CN" altLang="en-US" sz="135" dirty="0">
                <a:solidFill>
                  <a:prstClr val="white"/>
                </a:solidFill>
                <a:latin typeface="Calibri" panose="020F0502020204030204"/>
                <a:ea typeface="宋体" panose="02010600030101010101" pitchFamily="2" charset="-122"/>
              </a:rPr>
              <a:t>教程： </a:t>
            </a:r>
            <a:r>
              <a:rPr lang="en-US" altLang="zh-CN" sz="135" dirty="0">
                <a:solidFill>
                  <a:prstClr val="white"/>
                </a:solidFill>
                <a:latin typeface="Calibri" panose="020F0502020204030204"/>
                <a:ea typeface="宋体" panose="02010600030101010101" pitchFamily="2" charset="-122"/>
              </a:rPr>
              <a:t>www.1ppt.com/word/              Excel</a:t>
            </a:r>
            <a:r>
              <a:rPr lang="zh-CN" altLang="en-US" sz="135" dirty="0">
                <a:solidFill>
                  <a:prstClr val="white"/>
                </a:solidFill>
                <a:latin typeface="Calibri" panose="020F0502020204030204"/>
                <a:ea typeface="宋体" panose="02010600030101010101" pitchFamily="2" charset="-122"/>
              </a:rPr>
              <a:t>教程：</a:t>
            </a:r>
            <a:r>
              <a:rPr lang="en-US" altLang="zh-CN" sz="135" dirty="0">
                <a:solidFill>
                  <a:prstClr val="white"/>
                </a:solidFill>
                <a:latin typeface="Calibri" panose="020F0502020204030204"/>
                <a:ea typeface="宋体" panose="02010600030101010101" pitchFamily="2" charset="-122"/>
              </a:rPr>
              <a:t>www.1ppt.com/excel/  </a:t>
            </a:r>
          </a:p>
          <a:p>
            <a:pPr defTabSz="1219200"/>
            <a:r>
              <a:rPr lang="zh-CN" altLang="en-US" sz="135" dirty="0">
                <a:solidFill>
                  <a:prstClr val="white"/>
                </a:solidFill>
                <a:latin typeface="Calibri" panose="020F0502020204030204"/>
                <a:ea typeface="宋体" panose="02010600030101010101" pitchFamily="2" charset="-122"/>
              </a:rPr>
              <a:t>资料下载：</a:t>
            </a:r>
            <a:r>
              <a:rPr lang="en-US" altLang="zh-CN" sz="135" dirty="0">
                <a:solidFill>
                  <a:prstClr val="white"/>
                </a:solidFill>
                <a:latin typeface="Calibri" panose="020F0502020204030204"/>
                <a:ea typeface="宋体" panose="02010600030101010101" pitchFamily="2" charset="-122"/>
              </a:rPr>
              <a:t>www.1ppt.com/ziliao/                PPT</a:t>
            </a:r>
            <a:r>
              <a:rPr lang="zh-CN" altLang="en-US" sz="135" dirty="0">
                <a:solidFill>
                  <a:prstClr val="white"/>
                </a:solidFill>
                <a:latin typeface="Calibri" panose="020F0502020204030204"/>
                <a:ea typeface="宋体" panose="02010600030101010101" pitchFamily="2" charset="-122"/>
              </a:rPr>
              <a:t>课件下载：</a:t>
            </a:r>
            <a:r>
              <a:rPr lang="en-US" altLang="zh-CN" sz="135" dirty="0">
                <a:solidFill>
                  <a:prstClr val="white"/>
                </a:solidFill>
                <a:latin typeface="Calibri" panose="020F0502020204030204"/>
                <a:ea typeface="宋体" panose="02010600030101010101" pitchFamily="2" charset="-122"/>
              </a:rPr>
              <a:t>www.1ppt.com/kejian/ </a:t>
            </a:r>
          </a:p>
          <a:p>
            <a:pPr defTabSz="1219200"/>
            <a:r>
              <a:rPr lang="zh-CN" altLang="en-US" sz="135" dirty="0">
                <a:solidFill>
                  <a:prstClr val="white"/>
                </a:solidFill>
                <a:latin typeface="Calibri" panose="020F0502020204030204"/>
                <a:ea typeface="宋体" panose="02010600030101010101" pitchFamily="2" charset="-122"/>
              </a:rPr>
              <a:t>范文下载：</a:t>
            </a:r>
            <a:r>
              <a:rPr lang="en-US" altLang="zh-CN" sz="135" dirty="0">
                <a:solidFill>
                  <a:prstClr val="white"/>
                </a:solidFill>
                <a:latin typeface="Calibri" panose="020F0502020204030204"/>
                <a:ea typeface="宋体" panose="02010600030101010101" pitchFamily="2" charset="-122"/>
              </a:rPr>
              <a:t>www.1ppt.com/fanwen/             </a:t>
            </a:r>
            <a:r>
              <a:rPr lang="zh-CN" altLang="en-US" sz="135" dirty="0">
                <a:solidFill>
                  <a:prstClr val="white"/>
                </a:solidFill>
                <a:latin typeface="Calibri" panose="020F0502020204030204"/>
                <a:ea typeface="宋体" panose="02010600030101010101" pitchFamily="2" charset="-122"/>
              </a:rPr>
              <a:t>试卷下载：</a:t>
            </a:r>
            <a:r>
              <a:rPr lang="en-US" altLang="zh-CN" sz="135" dirty="0">
                <a:solidFill>
                  <a:prstClr val="white"/>
                </a:solidFill>
                <a:latin typeface="Calibri" panose="020F0502020204030204"/>
                <a:ea typeface="宋体" panose="02010600030101010101" pitchFamily="2" charset="-122"/>
              </a:rPr>
              <a:t>www.1ppt.com/shiti/  </a:t>
            </a:r>
          </a:p>
          <a:p>
            <a:pPr defTabSz="1219200"/>
            <a:r>
              <a:rPr lang="zh-CN" altLang="en-US" sz="135" dirty="0">
                <a:solidFill>
                  <a:prstClr val="white"/>
                </a:solidFill>
                <a:latin typeface="Calibri" panose="020F0502020204030204"/>
                <a:ea typeface="宋体" panose="02010600030101010101" pitchFamily="2" charset="-122"/>
              </a:rPr>
              <a:t>教案下载：</a:t>
            </a:r>
            <a:r>
              <a:rPr lang="en-US" altLang="zh-CN" sz="135" dirty="0">
                <a:solidFill>
                  <a:prstClr val="white"/>
                </a:solidFill>
                <a:latin typeface="Calibri" panose="020F0502020204030204"/>
                <a:ea typeface="宋体" panose="02010600030101010101" pitchFamily="2" charset="-122"/>
              </a:rPr>
              <a:t>www.1ppt.com/jiaoan/        </a:t>
            </a:r>
          </a:p>
          <a:p>
            <a:pPr defTabSz="1219200"/>
            <a:r>
              <a:rPr lang="zh-CN" altLang="en-US" sz="135" dirty="0">
                <a:solidFill>
                  <a:prstClr val="white"/>
                </a:solidFill>
                <a:latin typeface="Calibri" panose="020F0502020204030204"/>
                <a:ea typeface="宋体" panose="02010600030101010101" pitchFamily="2" charset="-122"/>
              </a:rPr>
              <a:t>字体下载：</a:t>
            </a:r>
            <a:r>
              <a:rPr lang="en-US" altLang="zh-CN" sz="135" dirty="0">
                <a:solidFill>
                  <a:prstClr val="white"/>
                </a:solidFill>
                <a:latin typeface="Calibri" panose="020F0502020204030204"/>
                <a:ea typeface="宋体" panose="02010600030101010101" pitchFamily="2" charset="-122"/>
              </a:rPr>
              <a:t>www.1ppt.com/ziti/</a:t>
            </a:r>
          </a:p>
          <a:p>
            <a:pPr defTabSz="1219200"/>
            <a:r>
              <a:rPr lang="en-US" altLang="zh-CN" sz="135" dirty="0">
                <a:solidFill>
                  <a:prstClr val="white"/>
                </a:solidFill>
                <a:latin typeface="Calibri" panose="020F0502020204030204"/>
                <a:ea typeface="宋体" panose="02010600030101010101" pitchFamily="2" charset="-122"/>
              </a:rPr>
              <a:t> </a:t>
            </a:r>
            <a:endParaRPr lang="zh-CN" altLang="en-US" sz="135"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accent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FE3146-30B9-E289-B323-8E477D41E0F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5ACFD63-1BA0-3753-4C55-ADA95A2104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5EA0302-5739-141D-D3D9-531E9D4F67BA}"/>
              </a:ext>
            </a:extLst>
          </p:cNvPr>
          <p:cNvSpPr>
            <a:spLocks noGrp="1"/>
          </p:cNvSpPr>
          <p:nvPr>
            <p:ph type="dt" sz="half" idx="10"/>
          </p:nvPr>
        </p:nvSpPr>
        <p:spPr/>
        <p:txBody>
          <a:bodyPr/>
          <a:lstStyle/>
          <a:p>
            <a:fld id="{088CB377-8CC5-4282-B055-FF3C75A4DEB8}"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4761DEBB-1EB4-D5E7-FD52-E64FB9AAB88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F7721F-784A-F52F-80EC-D69E2116C04A}"/>
              </a:ext>
            </a:extLst>
          </p:cNvPr>
          <p:cNvSpPr>
            <a:spLocks noGrp="1"/>
          </p:cNvSpPr>
          <p:nvPr>
            <p:ph type="sldNum" sz="quarter" idx="12"/>
          </p:nvPr>
        </p:nvSpPr>
        <p:spPr/>
        <p:txBody>
          <a:body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2480653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E0D63-E043-93AF-E0A6-48691FAD9D9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D6F276E-DE43-48D6-093B-A9F6558F139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0D4B789-8AC5-4F39-58B0-0CE14B0E5EB5}"/>
              </a:ext>
            </a:extLst>
          </p:cNvPr>
          <p:cNvSpPr>
            <a:spLocks noGrp="1"/>
          </p:cNvSpPr>
          <p:nvPr>
            <p:ph type="dt" sz="half" idx="10"/>
          </p:nvPr>
        </p:nvSpPr>
        <p:spPr/>
        <p:txBody>
          <a:bodyPr/>
          <a:lstStyle/>
          <a:p>
            <a:fld id="{088CB377-8CC5-4282-B055-FF3C75A4DEB8}"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798ED72A-42F5-0007-EC4B-C41A676B5E3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9DFAF90-9724-4532-97DD-B51DF138CB09}"/>
              </a:ext>
            </a:extLst>
          </p:cNvPr>
          <p:cNvSpPr>
            <a:spLocks noGrp="1"/>
          </p:cNvSpPr>
          <p:nvPr>
            <p:ph type="sldNum" sz="quarter" idx="12"/>
          </p:nvPr>
        </p:nvSpPr>
        <p:spPr/>
        <p:txBody>
          <a:body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40136136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F27238-682D-6769-6E82-2E544A9879A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33764B6-F973-AE2F-E595-53F74EC9AF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F684D7E-2129-50B7-82D1-3A372BA1F2C9}"/>
              </a:ext>
            </a:extLst>
          </p:cNvPr>
          <p:cNvSpPr>
            <a:spLocks noGrp="1"/>
          </p:cNvSpPr>
          <p:nvPr>
            <p:ph type="dt" sz="half" idx="10"/>
          </p:nvPr>
        </p:nvSpPr>
        <p:spPr/>
        <p:txBody>
          <a:bodyPr/>
          <a:lstStyle/>
          <a:p>
            <a:fld id="{088CB377-8CC5-4282-B055-FF3C75A4DEB8}"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2679FF77-AB16-C744-4764-976AF16D1D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997CAF7-793A-1ACD-7CDA-155F72700317}"/>
              </a:ext>
            </a:extLst>
          </p:cNvPr>
          <p:cNvSpPr>
            <a:spLocks noGrp="1"/>
          </p:cNvSpPr>
          <p:nvPr>
            <p:ph type="sldNum" sz="quarter" idx="12"/>
          </p:nvPr>
        </p:nvSpPr>
        <p:spPr/>
        <p:txBody>
          <a:body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41099023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6466AD-4C6F-E0D5-A281-118C37EF54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03B4786-9532-DF38-E22E-EC7A9327F83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E3BC160-E954-17B0-1B7B-C2700898E4C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49829A9-BA8B-4502-C183-D0B14D8DFA2C}"/>
              </a:ext>
            </a:extLst>
          </p:cNvPr>
          <p:cNvSpPr>
            <a:spLocks noGrp="1"/>
          </p:cNvSpPr>
          <p:nvPr>
            <p:ph type="dt" sz="half" idx="10"/>
          </p:nvPr>
        </p:nvSpPr>
        <p:spPr/>
        <p:txBody>
          <a:bodyPr/>
          <a:lstStyle/>
          <a:p>
            <a:fld id="{088CB377-8CC5-4282-B055-FF3C75A4DEB8}" type="datetimeFigureOut">
              <a:rPr lang="zh-CN" altLang="en-US" smtClean="0"/>
              <a:t>2026/9/22</a:t>
            </a:fld>
            <a:endParaRPr lang="zh-CN" altLang="en-US"/>
          </a:p>
        </p:txBody>
      </p:sp>
      <p:sp>
        <p:nvSpPr>
          <p:cNvPr id="6" name="页脚占位符 5">
            <a:extLst>
              <a:ext uri="{FF2B5EF4-FFF2-40B4-BE49-F238E27FC236}">
                <a16:creationId xmlns:a16="http://schemas.microsoft.com/office/drawing/2014/main" id="{D3D65AC9-603F-2034-4FFB-2ED3D66EF53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9F8AEDE-1773-42A3-3C0A-FF1A8043CCC8}"/>
              </a:ext>
            </a:extLst>
          </p:cNvPr>
          <p:cNvSpPr>
            <a:spLocks noGrp="1"/>
          </p:cNvSpPr>
          <p:nvPr>
            <p:ph type="sldNum" sz="quarter" idx="12"/>
          </p:nvPr>
        </p:nvSpPr>
        <p:spPr/>
        <p:txBody>
          <a:body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25801210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4980A-0060-2388-66BA-75A80A67665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D640FDB-F33D-CF3B-2225-43B4B6DA91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072E293-11C2-8E4F-4F5A-96A0715D2CB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769FDD7-5B1F-063C-CAEA-D97DED4BF0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5C43E75-881B-30EA-C7A0-88832406DCE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18889DC-9755-37FB-A1F3-807C87FC4378}"/>
              </a:ext>
            </a:extLst>
          </p:cNvPr>
          <p:cNvSpPr>
            <a:spLocks noGrp="1"/>
          </p:cNvSpPr>
          <p:nvPr>
            <p:ph type="dt" sz="half" idx="10"/>
          </p:nvPr>
        </p:nvSpPr>
        <p:spPr/>
        <p:txBody>
          <a:bodyPr/>
          <a:lstStyle/>
          <a:p>
            <a:fld id="{088CB377-8CC5-4282-B055-FF3C75A4DEB8}" type="datetimeFigureOut">
              <a:rPr lang="zh-CN" altLang="en-US" smtClean="0"/>
              <a:t>2026/9/22</a:t>
            </a:fld>
            <a:endParaRPr lang="zh-CN" altLang="en-US"/>
          </a:p>
        </p:txBody>
      </p:sp>
      <p:sp>
        <p:nvSpPr>
          <p:cNvPr id="8" name="页脚占位符 7">
            <a:extLst>
              <a:ext uri="{FF2B5EF4-FFF2-40B4-BE49-F238E27FC236}">
                <a16:creationId xmlns:a16="http://schemas.microsoft.com/office/drawing/2014/main" id="{A1DCCCE2-4B7D-C050-A6D3-B4AC641429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F95B4E4-602E-A8D8-8AAD-B139A44A4465}"/>
              </a:ext>
            </a:extLst>
          </p:cNvPr>
          <p:cNvSpPr>
            <a:spLocks noGrp="1"/>
          </p:cNvSpPr>
          <p:nvPr>
            <p:ph type="sldNum" sz="quarter" idx="12"/>
          </p:nvPr>
        </p:nvSpPr>
        <p:spPr/>
        <p:txBody>
          <a:body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31113252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3934C-CBC0-95D5-0857-33FAD488BDB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57E38AC-09F8-A518-9225-EBA9B986B775}"/>
              </a:ext>
            </a:extLst>
          </p:cNvPr>
          <p:cNvSpPr>
            <a:spLocks noGrp="1"/>
          </p:cNvSpPr>
          <p:nvPr>
            <p:ph type="dt" sz="half" idx="10"/>
          </p:nvPr>
        </p:nvSpPr>
        <p:spPr/>
        <p:txBody>
          <a:bodyPr/>
          <a:lstStyle/>
          <a:p>
            <a:fld id="{088CB377-8CC5-4282-B055-FF3C75A4DEB8}" type="datetimeFigureOut">
              <a:rPr lang="zh-CN" altLang="en-US" smtClean="0"/>
              <a:t>2026/9/22</a:t>
            </a:fld>
            <a:endParaRPr lang="zh-CN" altLang="en-US"/>
          </a:p>
        </p:txBody>
      </p:sp>
      <p:sp>
        <p:nvSpPr>
          <p:cNvPr id="4" name="页脚占位符 3">
            <a:extLst>
              <a:ext uri="{FF2B5EF4-FFF2-40B4-BE49-F238E27FC236}">
                <a16:creationId xmlns:a16="http://schemas.microsoft.com/office/drawing/2014/main" id="{D14C4B75-09C7-F93A-6FF2-60B4463273D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351C793-E349-41A7-8AC1-1EF95CFA7E9D}"/>
              </a:ext>
            </a:extLst>
          </p:cNvPr>
          <p:cNvSpPr>
            <a:spLocks noGrp="1"/>
          </p:cNvSpPr>
          <p:nvPr>
            <p:ph type="sldNum" sz="quarter" idx="12"/>
          </p:nvPr>
        </p:nvSpPr>
        <p:spPr/>
        <p:txBody>
          <a:body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41058047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0CA9D42-01C5-8A27-C651-2D608C2C0196}"/>
              </a:ext>
            </a:extLst>
          </p:cNvPr>
          <p:cNvSpPr>
            <a:spLocks noGrp="1"/>
          </p:cNvSpPr>
          <p:nvPr>
            <p:ph type="dt" sz="half" idx="10"/>
          </p:nvPr>
        </p:nvSpPr>
        <p:spPr/>
        <p:txBody>
          <a:bodyPr/>
          <a:lstStyle/>
          <a:p>
            <a:fld id="{088CB377-8CC5-4282-B055-FF3C75A4DEB8}" type="datetimeFigureOut">
              <a:rPr lang="zh-CN" altLang="en-US" smtClean="0"/>
              <a:t>2026/9/22</a:t>
            </a:fld>
            <a:endParaRPr lang="zh-CN" altLang="en-US"/>
          </a:p>
        </p:txBody>
      </p:sp>
      <p:sp>
        <p:nvSpPr>
          <p:cNvPr id="3" name="页脚占位符 2">
            <a:extLst>
              <a:ext uri="{FF2B5EF4-FFF2-40B4-BE49-F238E27FC236}">
                <a16:creationId xmlns:a16="http://schemas.microsoft.com/office/drawing/2014/main" id="{22E7A4B8-DCB4-24F2-0A12-FB3488E0531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7C05609-08A3-BF12-C4A3-2345A2F14786}"/>
              </a:ext>
            </a:extLst>
          </p:cNvPr>
          <p:cNvSpPr>
            <a:spLocks noGrp="1"/>
          </p:cNvSpPr>
          <p:nvPr>
            <p:ph type="sldNum" sz="quarter" idx="12"/>
          </p:nvPr>
        </p:nvSpPr>
        <p:spPr/>
        <p:txBody>
          <a:body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22311262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0F725F-8B9E-F6F9-DC41-2AC8185AEAE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1535F91-9D44-4116-6747-DEB235A1D8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09F5687-CFEE-675F-11AD-DBECF4DC4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27D3CCA-9C62-EE61-B6FA-C67293E38AF3}"/>
              </a:ext>
            </a:extLst>
          </p:cNvPr>
          <p:cNvSpPr>
            <a:spLocks noGrp="1"/>
          </p:cNvSpPr>
          <p:nvPr>
            <p:ph type="dt" sz="half" idx="10"/>
          </p:nvPr>
        </p:nvSpPr>
        <p:spPr/>
        <p:txBody>
          <a:bodyPr/>
          <a:lstStyle/>
          <a:p>
            <a:fld id="{088CB377-8CC5-4282-B055-FF3C75A4DEB8}" type="datetimeFigureOut">
              <a:rPr lang="zh-CN" altLang="en-US" smtClean="0"/>
              <a:t>2026/9/22</a:t>
            </a:fld>
            <a:endParaRPr lang="zh-CN" altLang="en-US"/>
          </a:p>
        </p:txBody>
      </p:sp>
      <p:sp>
        <p:nvSpPr>
          <p:cNvPr id="6" name="页脚占位符 5">
            <a:extLst>
              <a:ext uri="{FF2B5EF4-FFF2-40B4-BE49-F238E27FC236}">
                <a16:creationId xmlns:a16="http://schemas.microsoft.com/office/drawing/2014/main" id="{CC5592B4-6D50-1465-7F36-0E7CEA64F0E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B884301-A3D3-67A8-CEC5-169AD21399A8}"/>
              </a:ext>
            </a:extLst>
          </p:cNvPr>
          <p:cNvSpPr>
            <a:spLocks noGrp="1"/>
          </p:cNvSpPr>
          <p:nvPr>
            <p:ph type="sldNum" sz="quarter" idx="12"/>
          </p:nvPr>
        </p:nvSpPr>
        <p:spPr/>
        <p:txBody>
          <a:body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2511148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8AC495-F29A-B79B-6F6E-F4CD33FD506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3E3A8C-98AE-2907-E479-14630F0157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A1C17D9-C242-CD96-46F4-2629450A0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80B7367-443A-4FC3-D09A-A91FEC1F72FA}"/>
              </a:ext>
            </a:extLst>
          </p:cNvPr>
          <p:cNvSpPr>
            <a:spLocks noGrp="1"/>
          </p:cNvSpPr>
          <p:nvPr>
            <p:ph type="dt" sz="half" idx="10"/>
          </p:nvPr>
        </p:nvSpPr>
        <p:spPr/>
        <p:txBody>
          <a:bodyPr/>
          <a:lstStyle/>
          <a:p>
            <a:fld id="{088CB377-8CC5-4282-B055-FF3C75A4DEB8}" type="datetimeFigureOut">
              <a:rPr lang="zh-CN" altLang="en-US" smtClean="0"/>
              <a:t>2026/9/22</a:t>
            </a:fld>
            <a:endParaRPr lang="zh-CN" altLang="en-US"/>
          </a:p>
        </p:txBody>
      </p:sp>
      <p:sp>
        <p:nvSpPr>
          <p:cNvPr id="6" name="页脚占位符 5">
            <a:extLst>
              <a:ext uri="{FF2B5EF4-FFF2-40B4-BE49-F238E27FC236}">
                <a16:creationId xmlns:a16="http://schemas.microsoft.com/office/drawing/2014/main" id="{3CC5FE9D-1849-65C1-14B4-56E2F65E67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D834A02-489F-28BD-4F8D-441F94533761}"/>
              </a:ext>
            </a:extLst>
          </p:cNvPr>
          <p:cNvSpPr>
            <a:spLocks noGrp="1"/>
          </p:cNvSpPr>
          <p:nvPr>
            <p:ph type="sldNum" sz="quarter" idx="12"/>
          </p:nvPr>
        </p:nvSpPr>
        <p:spPr/>
        <p:txBody>
          <a:body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35138928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03F265-4B4F-DFE6-E6E6-E352CD767BF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CA6B88C-E0C3-86E0-3B59-2634FFBDA9D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D2C9F31-FCBC-B543-0FE0-0F71E45370FA}"/>
              </a:ext>
            </a:extLst>
          </p:cNvPr>
          <p:cNvSpPr>
            <a:spLocks noGrp="1"/>
          </p:cNvSpPr>
          <p:nvPr>
            <p:ph type="dt" sz="half" idx="10"/>
          </p:nvPr>
        </p:nvSpPr>
        <p:spPr/>
        <p:txBody>
          <a:bodyPr/>
          <a:lstStyle/>
          <a:p>
            <a:fld id="{088CB377-8CC5-4282-B055-FF3C75A4DEB8}"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A3D0D245-B736-835F-DB0A-67976CB065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65A9CB-6EBF-3458-C0FD-0D478028D4B5}"/>
              </a:ext>
            </a:extLst>
          </p:cNvPr>
          <p:cNvSpPr>
            <a:spLocks noGrp="1"/>
          </p:cNvSpPr>
          <p:nvPr>
            <p:ph type="sldNum" sz="quarter" idx="12"/>
          </p:nvPr>
        </p:nvSpPr>
        <p:spPr/>
        <p:txBody>
          <a:body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7799694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42151E5-D0C9-17C5-34BC-E1DB8DD08B6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788FDBF-D280-DA40-38FB-915AD1FE8F2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67FBB33-7D14-1AD7-E313-C3B58308C9EE}"/>
              </a:ext>
            </a:extLst>
          </p:cNvPr>
          <p:cNvSpPr>
            <a:spLocks noGrp="1"/>
          </p:cNvSpPr>
          <p:nvPr>
            <p:ph type="dt" sz="half" idx="10"/>
          </p:nvPr>
        </p:nvSpPr>
        <p:spPr/>
        <p:txBody>
          <a:bodyPr/>
          <a:lstStyle/>
          <a:p>
            <a:fld id="{088CB377-8CC5-4282-B055-FF3C75A4DEB8}"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960FB671-9033-EC80-6D47-60D5BD298C3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12F7555-D2C1-294B-FD2E-661DCCD2FA77}"/>
              </a:ext>
            </a:extLst>
          </p:cNvPr>
          <p:cNvSpPr>
            <a:spLocks noGrp="1"/>
          </p:cNvSpPr>
          <p:nvPr>
            <p:ph type="sldNum" sz="quarter" idx="12"/>
          </p:nvPr>
        </p:nvSpPr>
        <p:spPr/>
        <p:txBody>
          <a:body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20496806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F427BF-156B-347B-376B-FF97AC90548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93280CB-E4E6-5DEF-FE9A-120097F7A5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988EB13-2B0D-0814-763D-80DF014AD8C3}"/>
              </a:ext>
            </a:extLst>
          </p:cNvPr>
          <p:cNvSpPr>
            <a:spLocks noGrp="1"/>
          </p:cNvSpPr>
          <p:nvPr>
            <p:ph type="dt" sz="half" idx="10"/>
          </p:nvPr>
        </p:nvSpPr>
        <p:spPr/>
        <p:txBody>
          <a:bodyPr/>
          <a:lstStyle/>
          <a:p>
            <a:fld id="{8A657507-FE2F-4514-8D45-A27278D36664}"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33336A9E-8B27-6F20-B48E-9F48B28BC8F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F2ACD5-05DD-913F-0A65-7D5053920C35}"/>
              </a:ext>
            </a:extLst>
          </p:cNvPr>
          <p:cNvSpPr>
            <a:spLocks noGrp="1"/>
          </p:cNvSpPr>
          <p:nvPr>
            <p:ph type="sldNum" sz="quarter" idx="12"/>
          </p:nvPr>
        </p:nvSpPr>
        <p:spPr/>
        <p:txBody>
          <a:body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32043412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74404-DCF5-9761-8108-7FFD0E7A06B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02F7129-F74A-5F42-CC76-67D1AD798DF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8F69D05-F794-8EBF-65B9-27D7D39AA3ED}"/>
              </a:ext>
            </a:extLst>
          </p:cNvPr>
          <p:cNvSpPr>
            <a:spLocks noGrp="1"/>
          </p:cNvSpPr>
          <p:nvPr>
            <p:ph type="dt" sz="half" idx="10"/>
          </p:nvPr>
        </p:nvSpPr>
        <p:spPr/>
        <p:txBody>
          <a:bodyPr/>
          <a:lstStyle/>
          <a:p>
            <a:fld id="{8A657507-FE2F-4514-8D45-A27278D36664}"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AD54D6FE-038B-C5ED-BEDC-86052A113BB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C262CB-C14B-D92F-E8B8-44A1E8560789}"/>
              </a:ext>
            </a:extLst>
          </p:cNvPr>
          <p:cNvSpPr>
            <a:spLocks noGrp="1"/>
          </p:cNvSpPr>
          <p:nvPr>
            <p:ph type="sldNum" sz="quarter" idx="12"/>
          </p:nvPr>
        </p:nvSpPr>
        <p:spPr/>
        <p:txBody>
          <a:body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38213638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CAE544-7553-B2DE-F8C5-2DEDE50C8CB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310114A-F8E8-5BB7-0FB4-C2109EAE9F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92BF216-63BA-3779-9533-0AF08DFE7FCF}"/>
              </a:ext>
            </a:extLst>
          </p:cNvPr>
          <p:cNvSpPr>
            <a:spLocks noGrp="1"/>
          </p:cNvSpPr>
          <p:nvPr>
            <p:ph type="dt" sz="half" idx="10"/>
          </p:nvPr>
        </p:nvSpPr>
        <p:spPr/>
        <p:txBody>
          <a:bodyPr/>
          <a:lstStyle/>
          <a:p>
            <a:fld id="{8A657507-FE2F-4514-8D45-A27278D36664}"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054C7F8B-CC84-A969-5007-3DA730D9274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BE9947-5600-68A2-1F1D-89A4E4C73612}"/>
              </a:ext>
            </a:extLst>
          </p:cNvPr>
          <p:cNvSpPr>
            <a:spLocks noGrp="1"/>
          </p:cNvSpPr>
          <p:nvPr>
            <p:ph type="sldNum" sz="quarter" idx="12"/>
          </p:nvPr>
        </p:nvSpPr>
        <p:spPr/>
        <p:txBody>
          <a:body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41279879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6C7081-52CD-DBD1-11EB-742C0B204CF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8349878-AC4B-5D98-3276-351DB229897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0902797-9BFF-5E89-AA93-CD695F7C432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469C2BC-376C-A4F3-AE40-F8106F5FD31E}"/>
              </a:ext>
            </a:extLst>
          </p:cNvPr>
          <p:cNvSpPr>
            <a:spLocks noGrp="1"/>
          </p:cNvSpPr>
          <p:nvPr>
            <p:ph type="dt" sz="half" idx="10"/>
          </p:nvPr>
        </p:nvSpPr>
        <p:spPr/>
        <p:txBody>
          <a:bodyPr/>
          <a:lstStyle/>
          <a:p>
            <a:fld id="{8A657507-FE2F-4514-8D45-A27278D36664}" type="datetimeFigureOut">
              <a:rPr lang="zh-CN" altLang="en-US" smtClean="0"/>
              <a:t>2026/9/22</a:t>
            </a:fld>
            <a:endParaRPr lang="zh-CN" altLang="en-US"/>
          </a:p>
        </p:txBody>
      </p:sp>
      <p:sp>
        <p:nvSpPr>
          <p:cNvPr id="6" name="页脚占位符 5">
            <a:extLst>
              <a:ext uri="{FF2B5EF4-FFF2-40B4-BE49-F238E27FC236}">
                <a16:creationId xmlns:a16="http://schemas.microsoft.com/office/drawing/2014/main" id="{ADC6BBF8-BBF7-3388-3C3E-715BDEB5967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1BD80E-1E39-9BC7-AAAF-2B0A805F3CBA}"/>
              </a:ext>
            </a:extLst>
          </p:cNvPr>
          <p:cNvSpPr>
            <a:spLocks noGrp="1"/>
          </p:cNvSpPr>
          <p:nvPr>
            <p:ph type="sldNum" sz="quarter" idx="12"/>
          </p:nvPr>
        </p:nvSpPr>
        <p:spPr/>
        <p:txBody>
          <a:body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34470835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A01D51-7657-0136-2C47-BB2EF7812AF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FAB6651-30C7-5222-28B6-3ED149FAB1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D8C9778-CC33-93BB-9C8F-89197A7FBEA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547DA4D-A0AD-524B-02BA-CB821FCC10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1DC0204-48EB-30EA-5290-E465D748425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9472108-4BF8-279F-0458-369A2C7BEFEF}"/>
              </a:ext>
            </a:extLst>
          </p:cNvPr>
          <p:cNvSpPr>
            <a:spLocks noGrp="1"/>
          </p:cNvSpPr>
          <p:nvPr>
            <p:ph type="dt" sz="half" idx="10"/>
          </p:nvPr>
        </p:nvSpPr>
        <p:spPr/>
        <p:txBody>
          <a:bodyPr/>
          <a:lstStyle/>
          <a:p>
            <a:fld id="{8A657507-FE2F-4514-8D45-A27278D36664}" type="datetimeFigureOut">
              <a:rPr lang="zh-CN" altLang="en-US" smtClean="0"/>
              <a:t>2026/9/22</a:t>
            </a:fld>
            <a:endParaRPr lang="zh-CN" altLang="en-US"/>
          </a:p>
        </p:txBody>
      </p:sp>
      <p:sp>
        <p:nvSpPr>
          <p:cNvPr id="8" name="页脚占位符 7">
            <a:extLst>
              <a:ext uri="{FF2B5EF4-FFF2-40B4-BE49-F238E27FC236}">
                <a16:creationId xmlns:a16="http://schemas.microsoft.com/office/drawing/2014/main" id="{C7D6D02B-D6BF-8C6B-E797-72A6F9E1413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E2C3054-890F-E8D6-181E-A35D687FBF66}"/>
              </a:ext>
            </a:extLst>
          </p:cNvPr>
          <p:cNvSpPr>
            <a:spLocks noGrp="1"/>
          </p:cNvSpPr>
          <p:nvPr>
            <p:ph type="sldNum" sz="quarter" idx="12"/>
          </p:nvPr>
        </p:nvSpPr>
        <p:spPr/>
        <p:txBody>
          <a:body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40218487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9FAFD2-81F2-DC4A-731D-E5AE7830B41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DCECFF8-E64E-8B01-7FF1-53F0C1E78101}"/>
              </a:ext>
            </a:extLst>
          </p:cNvPr>
          <p:cNvSpPr>
            <a:spLocks noGrp="1"/>
          </p:cNvSpPr>
          <p:nvPr>
            <p:ph type="dt" sz="half" idx="10"/>
          </p:nvPr>
        </p:nvSpPr>
        <p:spPr/>
        <p:txBody>
          <a:bodyPr/>
          <a:lstStyle/>
          <a:p>
            <a:fld id="{8A657507-FE2F-4514-8D45-A27278D36664}" type="datetimeFigureOut">
              <a:rPr lang="zh-CN" altLang="en-US" smtClean="0"/>
              <a:t>2026/9/22</a:t>
            </a:fld>
            <a:endParaRPr lang="zh-CN" altLang="en-US"/>
          </a:p>
        </p:txBody>
      </p:sp>
      <p:sp>
        <p:nvSpPr>
          <p:cNvPr id="4" name="页脚占位符 3">
            <a:extLst>
              <a:ext uri="{FF2B5EF4-FFF2-40B4-BE49-F238E27FC236}">
                <a16:creationId xmlns:a16="http://schemas.microsoft.com/office/drawing/2014/main" id="{222D94ED-0FD1-80B5-36A7-0022CF3A14F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0499B06-3252-B929-62F4-DC47456CDE62}"/>
              </a:ext>
            </a:extLst>
          </p:cNvPr>
          <p:cNvSpPr>
            <a:spLocks noGrp="1"/>
          </p:cNvSpPr>
          <p:nvPr>
            <p:ph type="sldNum" sz="quarter" idx="12"/>
          </p:nvPr>
        </p:nvSpPr>
        <p:spPr/>
        <p:txBody>
          <a:body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21616243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2437894-A951-2A4B-9B4A-AB3834EEA680}"/>
              </a:ext>
            </a:extLst>
          </p:cNvPr>
          <p:cNvSpPr>
            <a:spLocks noGrp="1"/>
          </p:cNvSpPr>
          <p:nvPr>
            <p:ph type="dt" sz="half" idx="10"/>
          </p:nvPr>
        </p:nvSpPr>
        <p:spPr/>
        <p:txBody>
          <a:bodyPr/>
          <a:lstStyle/>
          <a:p>
            <a:fld id="{8A657507-FE2F-4514-8D45-A27278D36664}" type="datetimeFigureOut">
              <a:rPr lang="zh-CN" altLang="en-US" smtClean="0"/>
              <a:t>2026/9/22</a:t>
            </a:fld>
            <a:endParaRPr lang="zh-CN" altLang="en-US"/>
          </a:p>
        </p:txBody>
      </p:sp>
      <p:sp>
        <p:nvSpPr>
          <p:cNvPr id="3" name="页脚占位符 2">
            <a:extLst>
              <a:ext uri="{FF2B5EF4-FFF2-40B4-BE49-F238E27FC236}">
                <a16:creationId xmlns:a16="http://schemas.microsoft.com/office/drawing/2014/main" id="{1D13933B-6688-3FF5-3615-E96438BB87F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13A0C96-4262-6166-8563-92FC704284F3}"/>
              </a:ext>
            </a:extLst>
          </p:cNvPr>
          <p:cNvSpPr>
            <a:spLocks noGrp="1"/>
          </p:cNvSpPr>
          <p:nvPr>
            <p:ph type="sldNum" sz="quarter" idx="12"/>
          </p:nvPr>
        </p:nvSpPr>
        <p:spPr/>
        <p:txBody>
          <a:body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30984078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1BD4B-BC7C-D8C2-2EAA-57F2C2E817B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51BC928-75C3-59BF-F54C-59A0AA9F6E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B95E892-6586-A634-1F5C-93F761B667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94C566B-FD07-6534-A19C-2E4252AFC2F2}"/>
              </a:ext>
            </a:extLst>
          </p:cNvPr>
          <p:cNvSpPr>
            <a:spLocks noGrp="1"/>
          </p:cNvSpPr>
          <p:nvPr>
            <p:ph type="dt" sz="half" idx="10"/>
          </p:nvPr>
        </p:nvSpPr>
        <p:spPr/>
        <p:txBody>
          <a:bodyPr/>
          <a:lstStyle/>
          <a:p>
            <a:fld id="{8A657507-FE2F-4514-8D45-A27278D36664}" type="datetimeFigureOut">
              <a:rPr lang="zh-CN" altLang="en-US" smtClean="0"/>
              <a:t>2026/9/22</a:t>
            </a:fld>
            <a:endParaRPr lang="zh-CN" altLang="en-US"/>
          </a:p>
        </p:txBody>
      </p:sp>
      <p:sp>
        <p:nvSpPr>
          <p:cNvPr id="6" name="页脚占位符 5">
            <a:extLst>
              <a:ext uri="{FF2B5EF4-FFF2-40B4-BE49-F238E27FC236}">
                <a16:creationId xmlns:a16="http://schemas.microsoft.com/office/drawing/2014/main" id="{E64A8087-FA5E-2013-8DC7-5C07904C37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BED8B02-0F49-4832-06C0-D6DB6FDF09DE}"/>
              </a:ext>
            </a:extLst>
          </p:cNvPr>
          <p:cNvSpPr>
            <a:spLocks noGrp="1"/>
          </p:cNvSpPr>
          <p:nvPr>
            <p:ph type="sldNum" sz="quarter" idx="12"/>
          </p:nvPr>
        </p:nvSpPr>
        <p:spPr/>
        <p:txBody>
          <a:body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25929291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8BE8E8-402A-0E40-E450-D20F4361D16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F0D8233-7F2D-BE44-59F3-F6DF445085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A8FF7EF-B9B1-B34C-FD73-43DEC007F1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F1567B0-90AE-1BB3-1194-8C0DC1B3B1D4}"/>
              </a:ext>
            </a:extLst>
          </p:cNvPr>
          <p:cNvSpPr>
            <a:spLocks noGrp="1"/>
          </p:cNvSpPr>
          <p:nvPr>
            <p:ph type="dt" sz="half" idx="10"/>
          </p:nvPr>
        </p:nvSpPr>
        <p:spPr/>
        <p:txBody>
          <a:bodyPr/>
          <a:lstStyle/>
          <a:p>
            <a:fld id="{8A657507-FE2F-4514-8D45-A27278D36664}" type="datetimeFigureOut">
              <a:rPr lang="zh-CN" altLang="en-US" smtClean="0"/>
              <a:t>2026/9/22</a:t>
            </a:fld>
            <a:endParaRPr lang="zh-CN" altLang="en-US"/>
          </a:p>
        </p:txBody>
      </p:sp>
      <p:sp>
        <p:nvSpPr>
          <p:cNvPr id="6" name="页脚占位符 5">
            <a:extLst>
              <a:ext uri="{FF2B5EF4-FFF2-40B4-BE49-F238E27FC236}">
                <a16:creationId xmlns:a16="http://schemas.microsoft.com/office/drawing/2014/main" id="{928EB87A-DAA1-5CE9-5567-80B0126A94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4835378-061C-99EE-5C0F-7C5756BC72A4}"/>
              </a:ext>
            </a:extLst>
          </p:cNvPr>
          <p:cNvSpPr>
            <a:spLocks noGrp="1"/>
          </p:cNvSpPr>
          <p:nvPr>
            <p:ph type="sldNum" sz="quarter" idx="12"/>
          </p:nvPr>
        </p:nvSpPr>
        <p:spPr/>
        <p:txBody>
          <a:body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2223305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CF8994-2131-5003-D175-FD380CFD983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6AD30E3-FC6F-4C2B-60D8-1C5321471B1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AA2B0E5-0A47-682A-37DE-16A744B2FFC5}"/>
              </a:ext>
            </a:extLst>
          </p:cNvPr>
          <p:cNvSpPr>
            <a:spLocks noGrp="1"/>
          </p:cNvSpPr>
          <p:nvPr>
            <p:ph type="dt" sz="half" idx="10"/>
          </p:nvPr>
        </p:nvSpPr>
        <p:spPr/>
        <p:txBody>
          <a:bodyPr/>
          <a:lstStyle/>
          <a:p>
            <a:fld id="{8A657507-FE2F-4514-8D45-A27278D36664}"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3CF54E11-1618-B11D-EC7F-1C1D82DA02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DB68FD-8779-758D-709C-2E90AB95CF2B}"/>
              </a:ext>
            </a:extLst>
          </p:cNvPr>
          <p:cNvSpPr>
            <a:spLocks noGrp="1"/>
          </p:cNvSpPr>
          <p:nvPr>
            <p:ph type="sldNum" sz="quarter" idx="12"/>
          </p:nvPr>
        </p:nvSpPr>
        <p:spPr/>
        <p:txBody>
          <a:body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15398076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47BE9AB-2B5F-7876-8F65-74570D4C095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29C0D2D-458B-E7C2-29DC-632C3104735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9F606E-33E0-DC32-4B83-FB2CB2105158}"/>
              </a:ext>
            </a:extLst>
          </p:cNvPr>
          <p:cNvSpPr>
            <a:spLocks noGrp="1"/>
          </p:cNvSpPr>
          <p:nvPr>
            <p:ph type="dt" sz="half" idx="10"/>
          </p:nvPr>
        </p:nvSpPr>
        <p:spPr/>
        <p:txBody>
          <a:bodyPr/>
          <a:lstStyle/>
          <a:p>
            <a:fld id="{8A657507-FE2F-4514-8D45-A27278D36664}"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4816E027-26C3-4EC4-1BBC-418D74E3D15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7E7FEB6-A634-EB07-A281-C8DECD437CA8}"/>
              </a:ext>
            </a:extLst>
          </p:cNvPr>
          <p:cNvSpPr>
            <a:spLocks noGrp="1"/>
          </p:cNvSpPr>
          <p:nvPr>
            <p:ph type="sldNum" sz="quarter" idx="12"/>
          </p:nvPr>
        </p:nvSpPr>
        <p:spPr/>
        <p:txBody>
          <a:body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24395430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CC44CC8-80CA-4952-873B-B90AFBB50FB4}" type="datetime1">
              <a:rPr lang="zh-CN" altLang="en-US" smtClean="0"/>
              <a:t>2026/9/22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717B491-F125-4D81-8C98-61C6C51FA30D}" type="datetime1">
              <a:rPr lang="zh-CN" altLang="en-US" smtClean="0"/>
              <a:t>2026/9/22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3F7005F-A24C-42F9-9BF0-25098C4588A1}" type="datetime1">
              <a:rPr lang="zh-CN" altLang="en-US" smtClean="0"/>
              <a:t>2026/9/22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802465BC-A300-42AE-8558-568B763D02D3}" type="datetime1">
              <a:rPr lang="zh-CN" altLang="en-US" smtClean="0"/>
              <a:t>2026/9/22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D868002-C763-4DF7-95ED-8B866BE4A074}" type="datetime1">
              <a:rPr lang="zh-CN" altLang="en-US" smtClean="0"/>
              <a:t>2026/9/22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0394F6C-55F4-4777-963D-798C8AE4F1C3}" type="datetime1">
              <a:rPr lang="zh-CN" altLang="en-US" smtClean="0"/>
              <a:t>2026/9/22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E59F21C-9FEC-4B55-A8F6-C068DD38E4DF}" type="datetime1">
              <a:rPr lang="zh-CN" altLang="en-US" smtClean="0"/>
              <a:t>2026/9/22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421F256-3E5B-45FD-93C3-34F1247DF4C6}" type="datetime1">
              <a:rPr lang="zh-CN" altLang="en-US" smtClean="0"/>
              <a:t>2026/9/22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6EA6458-0DEF-434E-94B6-F60BDE3954B8}" type="datetime1">
              <a:rPr lang="zh-CN" altLang="en-US" smtClean="0"/>
              <a:t>2026/9/22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45A4E60-635E-4E13-8D82-A39430DAB0E8}" type="datetime1">
              <a:rPr lang="zh-CN" altLang="en-US" smtClean="0"/>
              <a:t>2026/9/22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BC103C8-0911-47CA-B5E2-B3906C8A84A0}" type="datetime1">
              <a:rPr lang="zh-CN" altLang="en-US" smtClean="0"/>
              <a:t>2026/9/22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66B4473-E3CC-40DB-A77B-8A1A919B8C8E}"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DDC6C1-F302-4436-8113-19B51CEF8A70}" type="datetime1">
              <a:rPr lang="zh-CN" altLang="en-US" smtClean="0"/>
              <a:t>2026/9/22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6B4473-E3CC-40DB-A77B-8A1A919B8C8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hf hdr="0" dt="0"/>
  <p:txStyles>
    <p:titleStyle>
      <a:lvl1pPr algn="l" defTabSz="914400" rtl="0" eaLnBrk="1" latinLnBrk="0" hangingPunct="1">
        <a:lnSpc>
          <a:spcPct val="90000"/>
        </a:lnSpc>
        <a:spcBef>
          <a:spcPct val="0"/>
        </a:spcBef>
        <a:buNone/>
        <a:defRPr sz="3200" b="1" i="0" kern="1200" baseline="0">
          <a:solidFill>
            <a:srgbClr val="071F65"/>
          </a:solidFill>
          <a:effectLst/>
          <a:latin typeface="Arial Black" panose="020B0A04020102020204" pitchFamily="34" charset="0"/>
          <a:ea typeface="微软雅黑" panose="020B0503020204020204" pitchFamily="34" charset="-122"/>
          <a:cs typeface="+mj-cs"/>
        </a:defRPr>
      </a:lvl1pPr>
    </p:titleStyle>
    <p:bodyStyle>
      <a:lvl1pPr marL="356870" indent="-356870" algn="just" defTabSz="914400" rtl="0" eaLnBrk="1" latinLnBrk="0" hangingPunct="1">
        <a:lnSpc>
          <a:spcPct val="110000"/>
        </a:lnSpc>
        <a:spcBef>
          <a:spcPts val="1800"/>
        </a:spcBef>
        <a:spcAft>
          <a:spcPts val="0"/>
        </a:spcAft>
        <a:buClr>
          <a:schemeClr val="accent2">
            <a:lumMod val="75000"/>
          </a:schemeClr>
        </a:buClr>
        <a:buSzPct val="70000"/>
        <a:buFont typeface="Wingdings 2" panose="05020102010507070707" pitchFamily="18" charset="2"/>
        <a:buChar char=""/>
        <a:defRPr sz="2000" kern="1200" baseline="0">
          <a:solidFill>
            <a:srgbClr val="071F65"/>
          </a:solidFill>
          <a:latin typeface="Arial" panose="020B0604020202020204" pitchFamily="34" charset="0"/>
          <a:ea typeface="微软雅黑" panose="020B0503020204020204" pitchFamily="34" charset="-122"/>
          <a:cs typeface="+mn-cs"/>
        </a:defRPr>
      </a:lvl1pPr>
      <a:lvl2pPr marL="356870" indent="-356870" algn="just" defTabSz="914400" rtl="0" eaLnBrk="1" latinLnBrk="0" hangingPunct="1">
        <a:lnSpc>
          <a:spcPct val="130000"/>
        </a:lnSpc>
        <a:spcBef>
          <a:spcPts val="0"/>
        </a:spcBef>
        <a:spcAft>
          <a:spcPts val="600"/>
        </a:spcAft>
        <a:buClr>
          <a:schemeClr val="accent2">
            <a:lumMod val="60000"/>
            <a:lumOff val="40000"/>
          </a:schemeClr>
        </a:buClr>
        <a:buFont typeface="幼圆" panose="02010509060101010101" pitchFamily="49" charset="-122"/>
        <a:buChar char=" "/>
        <a:defRPr sz="1600" kern="1200" baseline="0">
          <a:solidFill>
            <a:srgbClr val="071F65"/>
          </a:solidFill>
          <a:latin typeface="幼圆" panose="02010509060101010101" pitchFamily="49" charset="-122"/>
          <a:ea typeface="幼圆" panose="020105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9pPr>
    </p:bodyStyle>
    <p:otherStyle>
      <a:defPPr>
        <a:defRPr lang="en-US"/>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5E3DEBB-094F-FA1D-7FA6-A6090B77A1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8EE52ED-810A-5583-71ED-5E4C94627D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586482-A881-B481-4428-D6E349CD90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8CB377-8CC5-4282-B055-FF3C75A4DEB8}"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CF5A7FB0-D882-DF95-FCD0-19D15C095C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CA3BB03-659C-8FA7-C58B-7C035F1C6C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6C3693-57D3-4BD6-8689-F8CBB1CEC1EF}" type="slidenum">
              <a:rPr lang="zh-CN" altLang="en-US" smtClean="0"/>
              <a:t>‹#›</a:t>
            </a:fld>
            <a:endParaRPr lang="zh-CN" altLang="en-US"/>
          </a:p>
        </p:txBody>
      </p:sp>
    </p:spTree>
    <p:extLst>
      <p:ext uri="{BB962C8B-B14F-4D97-AF65-F5344CB8AC3E}">
        <p14:creationId xmlns:p14="http://schemas.microsoft.com/office/powerpoint/2010/main" val="151048025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960AF42-EFA1-72D1-5571-A4EAB95DF6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720854C-1474-349E-23FF-A8402655E9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0CE81BB-9330-B965-3095-6601CD993D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657507-FE2F-4514-8D45-A27278D36664}" type="datetimeFigureOut">
              <a:rPr lang="zh-CN" altLang="en-US" smtClean="0"/>
              <a:t>2026/9/22</a:t>
            </a:fld>
            <a:endParaRPr lang="zh-CN" altLang="en-US"/>
          </a:p>
        </p:txBody>
      </p:sp>
      <p:sp>
        <p:nvSpPr>
          <p:cNvPr id="5" name="页脚占位符 4">
            <a:extLst>
              <a:ext uri="{FF2B5EF4-FFF2-40B4-BE49-F238E27FC236}">
                <a16:creationId xmlns:a16="http://schemas.microsoft.com/office/drawing/2014/main" id="{09798091-B185-B4FA-848C-98F31CCD17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633EB91-9023-BDE9-42DA-9DF761C9F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B9A85C-9A97-43B1-8A4B-B7E2621CC5ED}" type="slidenum">
              <a:rPr lang="zh-CN" altLang="en-US" smtClean="0"/>
              <a:t>‹#›</a:t>
            </a:fld>
            <a:endParaRPr lang="zh-CN" altLang="en-US"/>
          </a:p>
        </p:txBody>
      </p:sp>
    </p:spTree>
    <p:extLst>
      <p:ext uri="{BB962C8B-B14F-4D97-AF65-F5344CB8AC3E}">
        <p14:creationId xmlns:p14="http://schemas.microsoft.com/office/powerpoint/2010/main" val="374643559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DDC6C1-F302-4436-8113-19B51CEF8A70}" type="datetime1">
              <a:rPr lang="zh-CN" altLang="en-US" smtClean="0"/>
              <a:t>2026/9/22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6B4473-E3CC-40DB-A77B-8A1A919B8C8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hemeOverride" Target="../theme/themeOverride4.xml"/><Relationship Id="rId6" Type="http://schemas.openxmlformats.org/officeDocument/2006/relationships/image" Target="../media/image3.png"/><Relationship Id="rId5" Type="http://schemas.openxmlformats.org/officeDocument/2006/relationships/image" Target="../media/image6.jpg"/><Relationship Id="rId4" Type="http://schemas.openxmlformats.org/officeDocument/2006/relationships/hyperlink" Target="http://www.rapidesign.cn/"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hemeOverride" Target="../theme/themeOverride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hemeOverride" Target="../theme/themeOverride6.xml"/><Relationship Id="rId6" Type="http://schemas.openxmlformats.org/officeDocument/2006/relationships/image" Target="../media/image3.png"/><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hemeOverride" Target="../theme/themeOverride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hemeOverride" Target="../theme/themeOverride8.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hemeOverride" Target="../theme/themeOverride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hemeOverride" Target="../theme/themeOverride10.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hemeOverride" Target="../theme/themeOverride1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hemeOverride" Target="../theme/themeOverride1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3.xml"/><Relationship Id="rId1" Type="http://schemas.openxmlformats.org/officeDocument/2006/relationships/themeOverride" Target="../theme/themeOverride13.xml"/><Relationship Id="rId5" Type="http://schemas.openxmlformats.org/officeDocument/2006/relationships/image" Target="../media/image3.png"/><Relationship Id="rId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hemeOverride" Target="../theme/themeOverride14.xml"/><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hemeOverride" Target="../theme/themeOverride15.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hemeOverride" Target="../theme/themeOverride16.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hemeOverride" Target="../theme/themeOverride17.xml"/><Relationship Id="rId6" Type="http://schemas.openxmlformats.org/officeDocument/2006/relationships/image" Target="../media/image3.png"/><Relationship Id="rId5" Type="http://schemas.openxmlformats.org/officeDocument/2006/relationships/notesSlide" Target="../notesSlides/notesSlide13.xml"/><Relationship Id="rId4"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hemeOverride" Target="../theme/themeOverride18.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hemeOverride" Target="../theme/themeOverride19.xml"/><Relationship Id="rId5" Type="http://schemas.openxmlformats.org/officeDocument/2006/relationships/image" Target="../media/image3.png"/><Relationship Id="rId4" Type="http://schemas.openxmlformats.org/officeDocument/2006/relationships/image" Target="../media/image6.jp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hemeOverride" Target="../theme/themeOverride20.xml"/><Relationship Id="rId4" Type="http://schemas.openxmlformats.org/officeDocument/2006/relationships/image" Target="../media/image5.jp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hemeOverride" Target="../theme/themeOverride21.xml"/><Relationship Id="rId5" Type="http://schemas.openxmlformats.org/officeDocument/2006/relationships/image" Target="../media/image3.png"/><Relationship Id="rId4" Type="http://schemas.openxmlformats.org/officeDocument/2006/relationships/image" Target="../media/image4.jp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3.png"/><Relationship Id="rId2" Type="http://schemas.openxmlformats.org/officeDocument/2006/relationships/tags" Target="../tags/tag8.xml"/><Relationship Id="rId1" Type="http://schemas.openxmlformats.org/officeDocument/2006/relationships/themeOverride" Target="../theme/themeOverride22.xml"/><Relationship Id="rId6" Type="http://schemas.openxmlformats.org/officeDocument/2006/relationships/image" Target="../media/image9.jpeg"/><Relationship Id="rId5" Type="http://schemas.openxmlformats.org/officeDocument/2006/relationships/image" Target="../media/image2.jpg"/><Relationship Id="rId4"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hemeOverride" Target="../theme/themeOverride23.xml"/><Relationship Id="rId5" Type="http://schemas.openxmlformats.org/officeDocument/2006/relationships/image" Target="../media/image3.png"/><Relationship Id="rId4" Type="http://schemas.openxmlformats.org/officeDocument/2006/relationships/chart" Target="../charts/char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hemeOverride" Target="../theme/themeOverride24.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hemeOverride" Target="../theme/themeOverride25.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hemeOverride" Target="../theme/themeOverride26.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8.xml"/><Relationship Id="rId1" Type="http://schemas.openxmlformats.org/officeDocument/2006/relationships/themeOverride" Target="../theme/themeOverride27.xml"/><Relationship Id="rId5" Type="http://schemas.openxmlformats.org/officeDocument/2006/relationships/image" Target="../media/image3.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28A0092B-C50C-407E-A947-70E740481C1C}">
                <a14:useLocalDpi xmlns:a14="http://schemas.microsoft.com/office/drawing/2010/main" val="0"/>
              </a:ext>
            </a:extLst>
          </a:blip>
          <a:srcRect t="26389" b="26389"/>
          <a:stretch/>
        </p:blipFill>
        <p:spPr>
          <a:xfrm>
            <a:off x="-1" y="9525"/>
            <a:ext cx="12192000" cy="3782986"/>
          </a:xfrm>
          <a:prstGeom prst="rect">
            <a:avLst/>
          </a:prstGeom>
        </p:spPr>
      </p:pic>
      <p:grpSp>
        <p:nvGrpSpPr>
          <p:cNvPr id="19" name="组合 18"/>
          <p:cNvGrpSpPr/>
          <p:nvPr/>
        </p:nvGrpSpPr>
        <p:grpSpPr>
          <a:xfrm>
            <a:off x="470744" y="4285099"/>
            <a:ext cx="11011107" cy="2381663"/>
            <a:chOff x="636250" y="3907193"/>
            <a:chExt cx="11011107" cy="2381663"/>
          </a:xfrm>
        </p:grpSpPr>
        <p:sp>
          <p:nvSpPr>
            <p:cNvPr id="6" name="文本占位符 3"/>
            <p:cNvSpPr txBox="1"/>
            <p:nvPr/>
          </p:nvSpPr>
          <p:spPr>
            <a:xfrm>
              <a:off x="636250" y="3907193"/>
              <a:ext cx="11011107" cy="1255700"/>
            </a:xfrm>
            <a:prstGeom prst="rect">
              <a:avLst/>
            </a:prstGeom>
            <a:noFill/>
          </p:spPr>
          <p:txBody>
            <a:bodyPr vert="horz" wrap="square" lIns="91413" tIns="45706" rIns="91413" bIns="45706" rtlCol="0">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6000" b="1" kern="1200" dirty="0" smtClean="0">
                  <a:solidFill>
                    <a:srgbClr val="0C98FA"/>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sz="4200" dirty="0">
                  <a:solidFill>
                    <a:schemeClr val="accent1"/>
                  </a:solidFill>
                </a:rPr>
                <a:t>Powerpoint Template of The Chinese University of Hong Kong, Shenzhen</a:t>
              </a:r>
              <a:endParaRPr kumimoji="0" lang="en-US" altLang="zh-CN" sz="4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667775" y="5243876"/>
              <a:ext cx="1670050"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Course Nmae</a:t>
              </a:r>
            </a:p>
          </p:txBody>
        </p:sp>
        <p:sp>
          <p:nvSpPr>
            <p:cNvPr id="9" name="文本框 8"/>
            <p:cNvSpPr txBox="1"/>
            <p:nvPr/>
          </p:nvSpPr>
          <p:spPr>
            <a:xfrm>
              <a:off x="2390899" y="5242606"/>
              <a:ext cx="1240790"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Instructor</a:t>
              </a:r>
            </a:p>
          </p:txBody>
        </p:sp>
        <p:sp>
          <p:nvSpPr>
            <p:cNvPr id="10" name="文本框 9"/>
            <p:cNvSpPr txBox="1"/>
            <p:nvPr/>
          </p:nvSpPr>
          <p:spPr>
            <a:xfrm>
              <a:off x="3710518" y="5241336"/>
              <a:ext cx="75501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Topic</a:t>
              </a:r>
            </a:p>
          </p:txBody>
        </p:sp>
        <p:cxnSp>
          <p:nvCxnSpPr>
            <p:cNvPr id="11" name="直接连接符 10"/>
            <p:cNvCxnSpPr/>
            <p:nvPr/>
          </p:nvCxnSpPr>
          <p:spPr>
            <a:xfrm>
              <a:off x="2337690" y="5304688"/>
              <a:ext cx="0" cy="247707"/>
            </a:xfrm>
            <a:prstGeom prst="line">
              <a:avLst/>
            </a:prstGeom>
            <a:noFill/>
            <a:ln w="28575" cap="flat" cmpd="sng" algn="ctr">
              <a:solidFill>
                <a:schemeClr val="accent1"/>
              </a:solidFill>
              <a:prstDash val="solid"/>
              <a:miter lim="800000"/>
            </a:ln>
            <a:effectLst/>
          </p:spPr>
        </p:cxnSp>
        <p:cxnSp>
          <p:nvCxnSpPr>
            <p:cNvPr id="12" name="直接连接符 11"/>
            <p:cNvCxnSpPr/>
            <p:nvPr/>
          </p:nvCxnSpPr>
          <p:spPr>
            <a:xfrm>
              <a:off x="3662163" y="5304688"/>
              <a:ext cx="0" cy="247707"/>
            </a:xfrm>
            <a:prstGeom prst="line">
              <a:avLst/>
            </a:prstGeom>
            <a:noFill/>
            <a:ln w="28575" cap="flat" cmpd="sng" algn="ctr">
              <a:solidFill>
                <a:schemeClr val="accent1"/>
              </a:solidFill>
              <a:prstDash val="solid"/>
              <a:miter lim="800000"/>
            </a:ln>
            <a:effectLst/>
          </p:spPr>
        </p:cxnSp>
        <p:grpSp>
          <p:nvGrpSpPr>
            <p:cNvPr id="13" name="组合 12"/>
            <p:cNvGrpSpPr/>
            <p:nvPr/>
          </p:nvGrpSpPr>
          <p:grpSpPr>
            <a:xfrm>
              <a:off x="803886" y="5882180"/>
              <a:ext cx="2722880" cy="369332"/>
              <a:chOff x="928986" y="5787191"/>
              <a:chExt cx="2722880" cy="369332"/>
            </a:xfrm>
          </p:grpSpPr>
          <p:sp>
            <p:nvSpPr>
              <p:cNvPr id="14" name="文本框 22"/>
              <p:cNvSpPr txBox="1"/>
              <p:nvPr/>
            </p:nvSpPr>
            <p:spPr>
              <a:xfrm>
                <a:off x="1209656" y="5787191"/>
                <a:ext cx="2442210" cy="369332"/>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Name</a:t>
                </a: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：港中深星球</a:t>
                </a:r>
              </a:p>
            </p:txBody>
          </p:sp>
          <p:sp>
            <p:nvSpPr>
              <p:cNvPr id="15" name="speaker-giving-a-lecture-on-a-stand_33708"/>
              <p:cNvSpPr/>
              <p:nvPr/>
            </p:nvSpPr>
            <p:spPr bwMode="auto">
              <a:xfrm>
                <a:off x="928986" y="5797246"/>
                <a:ext cx="280838" cy="280413"/>
              </a:xfrm>
              <a:custGeom>
                <a:avLst/>
                <a:gdLst>
                  <a:gd name="T0" fmla="*/ 1098 w 1098"/>
                  <a:gd name="T1" fmla="*/ 839 h 1048"/>
                  <a:gd name="T2" fmla="*/ 1098 w 1098"/>
                  <a:gd name="T3" fmla="*/ 1048 h 1048"/>
                  <a:gd name="T4" fmla="*/ 0 w 1098"/>
                  <a:gd name="T5" fmla="*/ 1048 h 1048"/>
                  <a:gd name="T6" fmla="*/ 0 w 1098"/>
                  <a:gd name="T7" fmla="*/ 839 h 1048"/>
                  <a:gd name="T8" fmla="*/ 891 w 1098"/>
                  <a:gd name="T9" fmla="*/ 839 h 1048"/>
                  <a:gd name="T10" fmla="*/ 856 w 1098"/>
                  <a:gd name="T11" fmla="*/ 707 h 1048"/>
                  <a:gd name="T12" fmla="*/ 743 w 1098"/>
                  <a:gd name="T13" fmla="*/ 653 h 1048"/>
                  <a:gd name="T14" fmla="*/ 722 w 1098"/>
                  <a:gd name="T15" fmla="*/ 666 h 1048"/>
                  <a:gd name="T16" fmla="*/ 679 w 1098"/>
                  <a:gd name="T17" fmla="*/ 666 h 1048"/>
                  <a:gd name="T18" fmla="*/ 655 w 1098"/>
                  <a:gd name="T19" fmla="*/ 641 h 1048"/>
                  <a:gd name="T20" fmla="*/ 679 w 1098"/>
                  <a:gd name="T21" fmla="*/ 617 h 1048"/>
                  <a:gd name="T22" fmla="*/ 722 w 1098"/>
                  <a:gd name="T23" fmla="*/ 617 h 1048"/>
                  <a:gd name="T24" fmla="*/ 745 w 1098"/>
                  <a:gd name="T25" fmla="*/ 634 h 1048"/>
                  <a:gd name="T26" fmla="*/ 871 w 1098"/>
                  <a:gd name="T27" fmla="*/ 696 h 1048"/>
                  <a:gd name="T28" fmla="*/ 910 w 1098"/>
                  <a:gd name="T29" fmla="*/ 839 h 1048"/>
                  <a:gd name="T30" fmla="*/ 1098 w 1098"/>
                  <a:gd name="T31" fmla="*/ 839 h 1048"/>
                  <a:gd name="T32" fmla="*/ 1098 w 1098"/>
                  <a:gd name="T33" fmla="*/ 839 h 1048"/>
                  <a:gd name="T34" fmla="*/ 549 w 1098"/>
                  <a:gd name="T35" fmla="*/ 459 h 1048"/>
                  <a:gd name="T36" fmla="*/ 778 w 1098"/>
                  <a:gd name="T37" fmla="*/ 229 h 1048"/>
                  <a:gd name="T38" fmla="*/ 549 w 1098"/>
                  <a:gd name="T39" fmla="*/ 0 h 1048"/>
                  <a:gd name="T40" fmla="*/ 320 w 1098"/>
                  <a:gd name="T41" fmla="*/ 229 h 1048"/>
                  <a:gd name="T42" fmla="*/ 549 w 1098"/>
                  <a:gd name="T43" fmla="*/ 459 h 1048"/>
                  <a:gd name="T44" fmla="*/ 830 w 1098"/>
                  <a:gd name="T45" fmla="*/ 729 h 1048"/>
                  <a:gd name="T46" fmla="*/ 756 w 1098"/>
                  <a:gd name="T47" fmla="*/ 690 h 1048"/>
                  <a:gd name="T48" fmla="*/ 722 w 1098"/>
                  <a:gd name="T49" fmla="*/ 701 h 1048"/>
                  <a:gd name="T50" fmla="*/ 679 w 1098"/>
                  <a:gd name="T51" fmla="*/ 701 h 1048"/>
                  <a:gd name="T52" fmla="*/ 621 w 1098"/>
                  <a:gd name="T53" fmla="*/ 643 h 1048"/>
                  <a:gd name="T54" fmla="*/ 679 w 1098"/>
                  <a:gd name="T55" fmla="*/ 585 h 1048"/>
                  <a:gd name="T56" fmla="*/ 722 w 1098"/>
                  <a:gd name="T57" fmla="*/ 585 h 1048"/>
                  <a:gd name="T58" fmla="*/ 765 w 1098"/>
                  <a:gd name="T59" fmla="*/ 605 h 1048"/>
                  <a:gd name="T60" fmla="*/ 885 w 1098"/>
                  <a:gd name="T61" fmla="*/ 663 h 1048"/>
                  <a:gd name="T62" fmla="*/ 885 w 1098"/>
                  <a:gd name="T63" fmla="*/ 659 h 1048"/>
                  <a:gd name="T64" fmla="*/ 874 w 1098"/>
                  <a:gd name="T65" fmla="*/ 607 h 1048"/>
                  <a:gd name="T66" fmla="*/ 697 w 1098"/>
                  <a:gd name="T67" fmla="*/ 437 h 1048"/>
                  <a:gd name="T68" fmla="*/ 549 w 1098"/>
                  <a:gd name="T69" fmla="*/ 496 h 1048"/>
                  <a:gd name="T70" fmla="*/ 401 w 1098"/>
                  <a:gd name="T71" fmla="*/ 437 h 1048"/>
                  <a:gd name="T72" fmla="*/ 212 w 1098"/>
                  <a:gd name="T73" fmla="*/ 681 h 1048"/>
                  <a:gd name="T74" fmla="*/ 212 w 1098"/>
                  <a:gd name="T75" fmla="*/ 807 h 1048"/>
                  <a:gd name="T76" fmla="*/ 857 w 1098"/>
                  <a:gd name="T77" fmla="*/ 807 h 1048"/>
                  <a:gd name="T78" fmla="*/ 830 w 1098"/>
                  <a:gd name="T79" fmla="*/ 729 h 1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98" h="1048">
                    <a:moveTo>
                      <a:pt x="1098" y="839"/>
                    </a:moveTo>
                    <a:lnTo>
                      <a:pt x="1098" y="1048"/>
                    </a:lnTo>
                    <a:lnTo>
                      <a:pt x="0" y="1048"/>
                    </a:lnTo>
                    <a:lnTo>
                      <a:pt x="0" y="839"/>
                    </a:lnTo>
                    <a:lnTo>
                      <a:pt x="891" y="839"/>
                    </a:lnTo>
                    <a:cubicBezTo>
                      <a:pt x="892" y="794"/>
                      <a:pt x="884" y="744"/>
                      <a:pt x="856" y="707"/>
                    </a:cubicBezTo>
                    <a:cubicBezTo>
                      <a:pt x="832" y="675"/>
                      <a:pt x="794" y="656"/>
                      <a:pt x="743" y="653"/>
                    </a:cubicBezTo>
                    <a:cubicBezTo>
                      <a:pt x="739" y="660"/>
                      <a:pt x="731" y="666"/>
                      <a:pt x="722" y="666"/>
                    </a:cubicBezTo>
                    <a:lnTo>
                      <a:pt x="679" y="666"/>
                    </a:lnTo>
                    <a:cubicBezTo>
                      <a:pt x="666" y="666"/>
                      <a:pt x="655" y="655"/>
                      <a:pt x="655" y="641"/>
                    </a:cubicBezTo>
                    <a:cubicBezTo>
                      <a:pt x="655" y="628"/>
                      <a:pt x="666" y="617"/>
                      <a:pt x="679" y="617"/>
                    </a:cubicBezTo>
                    <a:lnTo>
                      <a:pt x="722" y="617"/>
                    </a:lnTo>
                    <a:cubicBezTo>
                      <a:pt x="733" y="617"/>
                      <a:pt x="742" y="624"/>
                      <a:pt x="745" y="634"/>
                    </a:cubicBezTo>
                    <a:cubicBezTo>
                      <a:pt x="801" y="638"/>
                      <a:pt x="843" y="659"/>
                      <a:pt x="871" y="696"/>
                    </a:cubicBezTo>
                    <a:cubicBezTo>
                      <a:pt x="903" y="737"/>
                      <a:pt x="911" y="791"/>
                      <a:pt x="910" y="839"/>
                    </a:cubicBezTo>
                    <a:lnTo>
                      <a:pt x="1098" y="839"/>
                    </a:lnTo>
                    <a:lnTo>
                      <a:pt x="1098" y="839"/>
                    </a:lnTo>
                    <a:close/>
                    <a:moveTo>
                      <a:pt x="549" y="459"/>
                    </a:moveTo>
                    <a:cubicBezTo>
                      <a:pt x="676" y="459"/>
                      <a:pt x="778" y="356"/>
                      <a:pt x="778" y="229"/>
                    </a:cubicBezTo>
                    <a:cubicBezTo>
                      <a:pt x="778" y="103"/>
                      <a:pt x="676" y="0"/>
                      <a:pt x="549" y="0"/>
                    </a:cubicBezTo>
                    <a:cubicBezTo>
                      <a:pt x="423" y="0"/>
                      <a:pt x="320" y="103"/>
                      <a:pt x="320" y="229"/>
                    </a:cubicBezTo>
                    <a:cubicBezTo>
                      <a:pt x="320" y="356"/>
                      <a:pt x="423" y="459"/>
                      <a:pt x="549" y="459"/>
                    </a:cubicBezTo>
                    <a:close/>
                    <a:moveTo>
                      <a:pt x="830" y="729"/>
                    </a:moveTo>
                    <a:cubicBezTo>
                      <a:pt x="813" y="708"/>
                      <a:pt x="789" y="695"/>
                      <a:pt x="756" y="690"/>
                    </a:cubicBezTo>
                    <a:cubicBezTo>
                      <a:pt x="746" y="697"/>
                      <a:pt x="734" y="701"/>
                      <a:pt x="722" y="701"/>
                    </a:cubicBezTo>
                    <a:lnTo>
                      <a:pt x="679" y="701"/>
                    </a:lnTo>
                    <a:cubicBezTo>
                      <a:pt x="648" y="701"/>
                      <a:pt x="621" y="675"/>
                      <a:pt x="621" y="643"/>
                    </a:cubicBezTo>
                    <a:cubicBezTo>
                      <a:pt x="621" y="611"/>
                      <a:pt x="647" y="585"/>
                      <a:pt x="679" y="585"/>
                    </a:cubicBezTo>
                    <a:lnTo>
                      <a:pt x="722" y="585"/>
                    </a:lnTo>
                    <a:cubicBezTo>
                      <a:pt x="738" y="585"/>
                      <a:pt x="754" y="593"/>
                      <a:pt x="765" y="605"/>
                    </a:cubicBezTo>
                    <a:cubicBezTo>
                      <a:pt x="815" y="611"/>
                      <a:pt x="855" y="631"/>
                      <a:pt x="885" y="663"/>
                    </a:cubicBezTo>
                    <a:cubicBezTo>
                      <a:pt x="885" y="662"/>
                      <a:pt x="885" y="660"/>
                      <a:pt x="885" y="659"/>
                    </a:cubicBezTo>
                    <a:lnTo>
                      <a:pt x="874" y="607"/>
                    </a:lnTo>
                    <a:cubicBezTo>
                      <a:pt x="849" y="524"/>
                      <a:pt x="782" y="459"/>
                      <a:pt x="697" y="437"/>
                    </a:cubicBezTo>
                    <a:cubicBezTo>
                      <a:pt x="659" y="473"/>
                      <a:pt x="606" y="496"/>
                      <a:pt x="549" y="496"/>
                    </a:cubicBezTo>
                    <a:cubicBezTo>
                      <a:pt x="492" y="496"/>
                      <a:pt x="440" y="473"/>
                      <a:pt x="401" y="437"/>
                    </a:cubicBezTo>
                    <a:cubicBezTo>
                      <a:pt x="293" y="466"/>
                      <a:pt x="212" y="564"/>
                      <a:pt x="212" y="681"/>
                    </a:cubicBezTo>
                    <a:lnTo>
                      <a:pt x="212" y="807"/>
                    </a:lnTo>
                    <a:lnTo>
                      <a:pt x="857" y="807"/>
                    </a:lnTo>
                    <a:cubicBezTo>
                      <a:pt x="853" y="775"/>
                      <a:pt x="844" y="748"/>
                      <a:pt x="830" y="729"/>
                    </a:cubicBezTo>
                    <a:close/>
                  </a:path>
                </a:pathLst>
              </a:custGeom>
              <a:solidFill>
                <a:schemeClr val="accent1"/>
              </a:solidFill>
              <a:ln>
                <a:noFill/>
              </a:ln>
            </p:spPr>
          </p:sp>
        </p:grpSp>
        <p:grpSp>
          <p:nvGrpSpPr>
            <p:cNvPr id="16" name="组合 15"/>
            <p:cNvGrpSpPr/>
            <p:nvPr/>
          </p:nvGrpSpPr>
          <p:grpSpPr>
            <a:xfrm>
              <a:off x="3395721" y="5846591"/>
              <a:ext cx="2587251" cy="442265"/>
              <a:chOff x="3485874" y="5759417"/>
              <a:chExt cx="2587251" cy="442265"/>
            </a:xfrm>
          </p:grpSpPr>
          <p:sp>
            <p:nvSpPr>
              <p:cNvPr id="17" name="文本框 27"/>
              <p:cNvSpPr txBox="1"/>
              <p:nvPr/>
            </p:nvSpPr>
            <p:spPr>
              <a:xfrm>
                <a:off x="3739523" y="5759417"/>
                <a:ext cx="2333602" cy="442265"/>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Date</a:t>
                </a: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a:t>
                </a: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xx-xx-xxxx</a:t>
                </a:r>
                <a:endPar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18" name="wall-clock_68132"/>
              <p:cNvSpPr/>
              <p:nvPr/>
            </p:nvSpPr>
            <p:spPr bwMode="auto">
              <a:xfrm>
                <a:off x="3485874" y="5808689"/>
                <a:ext cx="280838" cy="280413"/>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accent1"/>
              </a:solidFill>
              <a:ln>
                <a:noFill/>
              </a:ln>
            </p:spPr>
            <p:txBody>
              <a:bodyPr/>
              <a:lstStyle/>
              <a:p>
                <a:endParaRPr lang="zh-CN" altLang="en-US"/>
              </a:p>
            </p:txBody>
          </p:sp>
        </p:grpSp>
      </p:grpSp>
      <p:sp>
        <p:nvSpPr>
          <p:cNvPr id="20" name="矩形 19"/>
          <p:cNvSpPr/>
          <p:nvPr/>
        </p:nvSpPr>
        <p:spPr>
          <a:xfrm>
            <a:off x="-1" y="3792511"/>
            <a:ext cx="12191999" cy="167663"/>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21" name="图片 20"/>
          <p:cNvPicPr>
            <a:picLocks noChangeAspect="1"/>
          </p:cNvPicPr>
          <p:nvPr/>
        </p:nvPicPr>
        <p:blipFill rotWithShape="1">
          <a:blip r:embed="rId5" cstate="print">
            <a:extLst>
              <a:ext uri="{28A0092B-C50C-407E-A947-70E740481C1C}">
                <a14:useLocalDpi xmlns:a14="http://schemas.microsoft.com/office/drawing/2010/main" val="0"/>
              </a:ext>
            </a:extLst>
          </a:blip>
          <a:srcRect l="-7426" t="-5366" r="-8191" b="-12968"/>
          <a:stretch/>
        </p:blipFill>
        <p:spPr>
          <a:xfrm>
            <a:off x="8990327" y="6300788"/>
            <a:ext cx="3322654" cy="48790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pattFill prst="pct10">
          <a:fgClr>
            <a:schemeClr val="bg1">
              <a:lumMod val="85000"/>
            </a:schemeClr>
          </a:fgClr>
          <a:bgClr>
            <a:schemeClr val="bg1"/>
          </a:bgClr>
        </a:patt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rcRect t="9581" b="9581"/>
          <a:stretch/>
        </p:blipFill>
        <p:spPr>
          <a:xfrm flipH="1">
            <a:off x="0" y="0"/>
            <a:ext cx="12191999" cy="6872990"/>
          </a:xfrm>
          <a:prstGeom prst="rect">
            <a:avLst/>
          </a:prstGeom>
        </p:spPr>
      </p:pic>
      <p:sp>
        <p:nvSpPr>
          <p:cNvPr id="22" name="矩形 21"/>
          <p:cNvSpPr/>
          <p:nvPr/>
        </p:nvSpPr>
        <p:spPr>
          <a:xfrm>
            <a:off x="1" y="0"/>
            <a:ext cx="12191999" cy="6872990"/>
          </a:xfrm>
          <a:prstGeom prst="rect">
            <a:avLst/>
          </a:prstGeom>
          <a:gradFill flip="none" rotWithShape="1">
            <a:gsLst>
              <a:gs pos="885">
                <a:schemeClr val="bg1"/>
              </a:gs>
              <a:gs pos="44000">
                <a:schemeClr val="bg1">
                  <a:alpha val="8500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标题 4"/>
          <p:cNvSpPr txBox="1"/>
          <p:nvPr/>
        </p:nvSpPr>
        <p:spPr>
          <a:xfrm>
            <a:off x="547370" y="456565"/>
            <a:ext cx="2442845" cy="940435"/>
          </a:xfrm>
          <a:prstGeom prst="rect">
            <a:avLst/>
          </a:prstGeom>
        </p:spPr>
        <p:txBody>
          <a:bodyPr vert="horz" lIns="0" tIns="0" rIns="0" bIns="0" rtlCol="0" anchor="ctr">
            <a:noAutofit/>
          </a:bodyPr>
          <a:lstStyle>
            <a:lvl1pPr marL="0" algn="dist" defTabSz="457200" rtl="0" eaLnBrk="1" latinLnBrk="0" hangingPunct="1">
              <a:lnSpc>
                <a:spcPct val="100000"/>
              </a:lnSpc>
              <a:spcBef>
                <a:spcPct val="0"/>
              </a:spcBef>
              <a:buNone/>
              <a:defRPr lang="en-US" sz="6000" b="1" kern="1200" spc="600" dirty="0">
                <a:solidFill>
                  <a:schemeClr val="accent1"/>
                </a:solidFill>
                <a:latin typeface="+mj-ea"/>
                <a:ea typeface="+mj-ea"/>
                <a:cs typeface="+mn-cs"/>
              </a:defRPr>
            </a:lvl1pPr>
          </a:lstStyle>
          <a:p>
            <a:pPr marL="0" marR="0" lvl="0" indent="0" algn="dist" defTabSz="457200" rtl="0" eaLnBrk="1" fontAlgn="auto" latinLnBrk="0" hangingPunct="1">
              <a:lnSpc>
                <a:spcPct val="100000"/>
              </a:lnSpc>
              <a:spcBef>
                <a:spcPct val="0"/>
              </a:spcBef>
              <a:spcAft>
                <a:spcPts val="0"/>
              </a:spcAft>
              <a:buClrTx/>
              <a:buSzTx/>
              <a:buFontTx/>
              <a:buNone/>
              <a:defRPr/>
            </a:pPr>
            <a:endParaRPr kumimoji="0" lang="zh-CN" altLang="en-US" sz="8000" b="1" i="0" u="none" strike="noStrike" kern="1200" cap="none" spc="600" normalizeH="0" baseline="0" noProof="0" dirty="0">
              <a:ln>
                <a:noFill/>
              </a:ln>
              <a:solidFill>
                <a:srgbClr val="990100"/>
              </a:solidFill>
              <a:effectLst/>
              <a:uLnTx/>
              <a:uFillTx/>
              <a:latin typeface="微软雅黑" panose="020B0503020204020204" pitchFamily="34" charset="-122"/>
              <a:ea typeface="微软雅黑" panose="020B0503020204020204" pitchFamily="34" charset="-122"/>
              <a:cs typeface="+mn-cs"/>
            </a:endParaRPr>
          </a:p>
        </p:txBody>
      </p:sp>
      <p:grpSp>
        <p:nvGrpSpPr>
          <p:cNvPr id="60" name="组合 59"/>
          <p:cNvGrpSpPr/>
          <p:nvPr/>
        </p:nvGrpSpPr>
        <p:grpSpPr>
          <a:xfrm>
            <a:off x="1933517" y="1898777"/>
            <a:ext cx="3704178" cy="4005296"/>
            <a:chOff x="4317872" y="1899290"/>
            <a:chExt cx="3670300" cy="3968664"/>
          </a:xfrm>
        </p:grpSpPr>
        <p:sp>
          <p:nvSpPr>
            <p:cNvPr id="24" name="文本占位符 5"/>
            <p:cNvSpPr txBox="1"/>
            <p:nvPr/>
          </p:nvSpPr>
          <p:spPr>
            <a:xfrm>
              <a:off x="5436412" y="1899290"/>
              <a:ext cx="2550783" cy="644501"/>
            </a:xfrm>
            <a:prstGeom prst="rect">
              <a:avLst/>
            </a:prstGeom>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tx1">
                      <a:lumMod val="75000"/>
                      <a:lumOff val="25000"/>
                    </a:schemeClr>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2800" b="1" i="0" u="none" strike="noStrike" kern="1200" cap="none" spc="0" normalizeH="0" baseline="0" noProof="0" dirty="0">
                <a:ln>
                  <a:noFill/>
                </a:ln>
                <a:solidFill>
                  <a:sysClr val="windowText" lastClr="000000">
                    <a:lumMod val="75000"/>
                    <a:lumOff val="25000"/>
                  </a:sysClr>
                </a:solidFill>
                <a:effectLst/>
                <a:uLnTx/>
                <a:uFillTx/>
                <a:latin typeface="等线" panose="02010600030101010101" charset="-122"/>
                <a:ea typeface="等线" panose="02010600030101010101" charset="-122"/>
                <a:cs typeface="+mn-cs"/>
              </a:endParaRPr>
            </a:p>
          </p:txBody>
        </p:sp>
        <p:sp>
          <p:nvSpPr>
            <p:cNvPr id="25" name="文本占位符 6"/>
            <p:cNvSpPr txBox="1"/>
            <p:nvPr/>
          </p:nvSpPr>
          <p:spPr>
            <a:xfrm>
              <a:off x="4317872" y="2032102"/>
              <a:ext cx="909223" cy="583891"/>
            </a:xfrm>
            <a:prstGeom prst="rect">
              <a:avLst/>
            </a:prstGeom>
            <a:noFill/>
          </p:spPr>
          <p:txBody>
            <a:bodyPr vert="horz" wrap="square" lIns="91440" tIns="45720" rIns="91440" bIns="45720"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en-US" sz="4800" kern="1200" dirty="0">
                  <a:ln w="9525">
                    <a:solidFill>
                      <a:schemeClr val="accent1">
                        <a:alpha val="82000"/>
                      </a:schemeClr>
                    </a:solidFill>
                  </a:ln>
                  <a:solidFill>
                    <a:srgbClr val="0C98FA"/>
                  </a:solidFill>
                  <a:effectLst>
                    <a:innerShdw blurRad="63500" dist="25400" dir="13500000">
                      <a:schemeClr val="accent1">
                        <a:alpha val="30000"/>
                      </a:schemeClr>
                    </a:innerShdw>
                  </a:effectLst>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rPr>
                <a:t>01</a:t>
              </a:r>
              <a:endParaRPr kumimoji="0" lang="zh-CN" altLang="en-US"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endParaRPr>
            </a:p>
          </p:txBody>
        </p:sp>
        <p:sp>
          <p:nvSpPr>
            <p:cNvPr id="27" name="文本占位符 8"/>
            <p:cNvSpPr txBox="1"/>
            <p:nvPr/>
          </p:nvSpPr>
          <p:spPr>
            <a:xfrm>
              <a:off x="4317872" y="4200077"/>
              <a:ext cx="909223" cy="583891"/>
            </a:xfrm>
            <a:prstGeom prst="rect">
              <a:avLst/>
            </a:prstGeom>
            <a:noFill/>
          </p:spPr>
          <p:txBody>
            <a:bodyPr vert="horz" wrap="square" lIns="91440" tIns="45720" rIns="91440" bIns="45720"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en-US" sz="4800" kern="1200" dirty="0">
                  <a:ln w="9525">
                    <a:solidFill>
                      <a:schemeClr val="accent1">
                        <a:alpha val="82000"/>
                      </a:schemeClr>
                    </a:solidFill>
                  </a:ln>
                  <a:solidFill>
                    <a:srgbClr val="0C98FA"/>
                  </a:solidFill>
                  <a:effectLst>
                    <a:innerShdw blurRad="63500" dist="25400" dir="13500000">
                      <a:schemeClr val="accent1">
                        <a:alpha val="30000"/>
                      </a:schemeClr>
                    </a:innerShdw>
                  </a:effectLst>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rPr>
                <a:t>03</a:t>
              </a:r>
              <a:endParaRPr kumimoji="0" lang="zh-CN" altLang="en-US"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endParaRPr>
            </a:p>
          </p:txBody>
        </p:sp>
        <p:sp>
          <p:nvSpPr>
            <p:cNvPr id="29" name="文本占位符 10"/>
            <p:cNvSpPr txBox="1"/>
            <p:nvPr/>
          </p:nvSpPr>
          <p:spPr>
            <a:xfrm>
              <a:off x="4317872" y="5284063"/>
              <a:ext cx="909223" cy="583891"/>
            </a:xfrm>
            <a:prstGeom prst="rect">
              <a:avLst/>
            </a:prstGeom>
            <a:noFill/>
          </p:spPr>
          <p:txBody>
            <a:bodyPr vert="horz" wrap="square" lIns="91440" tIns="45720" rIns="91440" bIns="45720"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en-US" sz="4800" kern="1200" dirty="0">
                  <a:ln w="9525">
                    <a:solidFill>
                      <a:schemeClr val="accent1">
                        <a:alpha val="82000"/>
                      </a:schemeClr>
                    </a:solidFill>
                  </a:ln>
                  <a:solidFill>
                    <a:srgbClr val="0C98FA"/>
                  </a:solidFill>
                  <a:effectLst>
                    <a:innerShdw blurRad="63500" dist="25400" dir="13500000">
                      <a:schemeClr val="accent1">
                        <a:alpha val="30000"/>
                      </a:schemeClr>
                    </a:innerShdw>
                  </a:effectLst>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rPr>
                <a:t>04</a:t>
              </a:r>
              <a:endParaRPr kumimoji="0" lang="zh-CN" altLang="en-US"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endParaRPr>
            </a:p>
          </p:txBody>
        </p:sp>
        <p:sp>
          <p:nvSpPr>
            <p:cNvPr id="31" name="文本占位符 12"/>
            <p:cNvSpPr txBox="1"/>
            <p:nvPr/>
          </p:nvSpPr>
          <p:spPr>
            <a:xfrm>
              <a:off x="4317872" y="3116090"/>
              <a:ext cx="909223" cy="583891"/>
            </a:xfrm>
            <a:prstGeom prst="rect">
              <a:avLst/>
            </a:prstGeom>
            <a:noFill/>
          </p:spPr>
          <p:txBody>
            <a:bodyPr vert="horz" wrap="square" lIns="91440" tIns="45720" rIns="91440" bIns="45720"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en-US" sz="4800" kern="1200" dirty="0">
                  <a:ln w="9525">
                    <a:solidFill>
                      <a:schemeClr val="accent1">
                        <a:alpha val="82000"/>
                      </a:schemeClr>
                    </a:solidFill>
                  </a:ln>
                  <a:solidFill>
                    <a:srgbClr val="0C98FA"/>
                  </a:solidFill>
                  <a:effectLst>
                    <a:innerShdw blurRad="63500" dist="25400" dir="13500000">
                      <a:schemeClr val="accent1">
                        <a:alpha val="30000"/>
                      </a:schemeClr>
                    </a:innerShdw>
                  </a:effectLst>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rPr>
                <a:t>02</a:t>
              </a:r>
              <a:endParaRPr kumimoji="0" lang="zh-CN" altLang="en-US"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endParaRPr>
            </a:p>
          </p:txBody>
        </p:sp>
        <p:sp>
          <p:nvSpPr>
            <p:cNvPr id="32" name="文本占位符 13"/>
            <p:cNvSpPr txBox="1"/>
            <p:nvPr/>
          </p:nvSpPr>
          <p:spPr>
            <a:xfrm>
              <a:off x="5509132" y="1989460"/>
              <a:ext cx="2478405" cy="560705"/>
            </a:xfrm>
            <a:prstGeom prst="rect">
              <a:avLst/>
            </a:prstGeom>
            <a:noFill/>
          </p:spPr>
          <p:txBody>
            <a:bodyPr vert="horz" wrap="square"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600" kern="1200" dirty="0" smtClean="0">
                  <a:ln>
                    <a:noFill/>
                  </a:ln>
                  <a:solidFill>
                    <a:schemeClr val="bg1">
                      <a:lumMod val="85000"/>
                      <a:alpha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800" b="0" i="0" u="none" strike="noStrike" kern="1200" cap="small" spc="0" normalizeH="0" baseline="0" noProof="0" dirty="0">
                  <a:ln>
                    <a:noFill/>
                  </a:ln>
                  <a:solidFill>
                    <a:prstClr val="black">
                      <a:lumMod val="65000"/>
                      <a:lumOff val="35000"/>
                      <a:alpha val="75000"/>
                    </a:prstClr>
                  </a:solidFill>
                  <a:effectLst/>
                  <a:uLnTx/>
                  <a:uFillTx/>
                  <a:latin typeface="Roboto Regular"/>
                  <a:ea typeface="思源黑体 CN Regular"/>
                  <a:cs typeface="+mn-cs"/>
                </a:rPr>
                <a:t>ADD YOUR TITLE</a:t>
              </a:r>
            </a:p>
          </p:txBody>
        </p:sp>
        <p:sp>
          <p:nvSpPr>
            <p:cNvPr id="33" name="文本占位符 14"/>
            <p:cNvSpPr txBox="1"/>
            <p:nvPr/>
          </p:nvSpPr>
          <p:spPr>
            <a:xfrm>
              <a:off x="5509132" y="3048640"/>
              <a:ext cx="2478405" cy="636905"/>
            </a:xfrm>
            <a:prstGeom prst="rect">
              <a:avLst/>
            </a:prstGeom>
            <a:noFill/>
          </p:spPr>
          <p:txBody>
            <a:bodyPr vert="horz" wrap="square"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600" kern="1200" dirty="0" smtClean="0">
                  <a:ln>
                    <a:noFill/>
                  </a:ln>
                  <a:solidFill>
                    <a:schemeClr val="bg1">
                      <a:lumMod val="85000"/>
                      <a:alpha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800" b="0" i="0" u="none" strike="noStrike" kern="1200" cap="small" spc="0" normalizeH="0" baseline="0" noProof="0" dirty="0">
                  <a:ln>
                    <a:noFill/>
                  </a:ln>
                  <a:solidFill>
                    <a:prstClr val="black">
                      <a:lumMod val="65000"/>
                      <a:lumOff val="35000"/>
                      <a:alpha val="75000"/>
                    </a:prstClr>
                  </a:solidFill>
                  <a:effectLst/>
                  <a:uLnTx/>
                  <a:uFillTx/>
                  <a:latin typeface="Roboto Regular"/>
                  <a:ea typeface="思源黑体 CN Regular"/>
                  <a:cs typeface="+mn-cs"/>
                </a:rPr>
                <a:t>ADD YOUR TITLE</a:t>
              </a:r>
            </a:p>
          </p:txBody>
        </p:sp>
        <p:sp>
          <p:nvSpPr>
            <p:cNvPr id="34" name="文本占位符 15"/>
            <p:cNvSpPr txBox="1"/>
            <p:nvPr/>
          </p:nvSpPr>
          <p:spPr>
            <a:xfrm>
              <a:off x="5509132" y="4133220"/>
              <a:ext cx="2477135" cy="603885"/>
            </a:xfrm>
            <a:prstGeom prst="rect">
              <a:avLst/>
            </a:prstGeom>
            <a:noFill/>
          </p:spPr>
          <p:txBody>
            <a:bodyPr vert="horz" wrap="square"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600" kern="1200" dirty="0" smtClean="0">
                  <a:ln>
                    <a:noFill/>
                  </a:ln>
                  <a:solidFill>
                    <a:schemeClr val="bg1">
                      <a:lumMod val="85000"/>
                      <a:alpha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800" b="0" i="0" u="none" strike="noStrike" kern="1200" cap="small" spc="0" normalizeH="0" baseline="0" noProof="0" dirty="0">
                  <a:ln>
                    <a:noFill/>
                  </a:ln>
                  <a:solidFill>
                    <a:prstClr val="black">
                      <a:lumMod val="65000"/>
                      <a:lumOff val="35000"/>
                      <a:alpha val="75000"/>
                    </a:prstClr>
                  </a:solidFill>
                  <a:effectLst/>
                  <a:uLnTx/>
                  <a:uFillTx/>
                  <a:latin typeface="Roboto Regular"/>
                  <a:ea typeface="思源黑体 CN Regular"/>
                  <a:cs typeface="+mn-cs"/>
                </a:rPr>
                <a:t>ADD YOUR TITLE</a:t>
              </a:r>
            </a:p>
          </p:txBody>
        </p:sp>
        <p:sp>
          <p:nvSpPr>
            <p:cNvPr id="35" name="文本占位符 16"/>
            <p:cNvSpPr txBox="1"/>
            <p:nvPr/>
          </p:nvSpPr>
          <p:spPr>
            <a:xfrm>
              <a:off x="5509132" y="5361945"/>
              <a:ext cx="2479040" cy="307975"/>
            </a:xfrm>
            <a:prstGeom prst="rect">
              <a:avLst/>
            </a:prstGeom>
            <a:noFill/>
          </p:spPr>
          <p:txBody>
            <a:bodyPr vert="horz" wrap="square"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600" kern="1200" dirty="0" smtClean="0">
                  <a:ln>
                    <a:noFill/>
                  </a:ln>
                  <a:solidFill>
                    <a:schemeClr val="bg1">
                      <a:lumMod val="85000"/>
                      <a:alpha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800" b="0" i="0" u="none" strike="noStrike" kern="1200" cap="small" spc="0" normalizeH="0" baseline="0" noProof="0" dirty="0">
                  <a:ln>
                    <a:noFill/>
                  </a:ln>
                  <a:solidFill>
                    <a:prstClr val="black">
                      <a:lumMod val="65000"/>
                      <a:lumOff val="35000"/>
                      <a:alpha val="75000"/>
                    </a:prstClr>
                  </a:solidFill>
                  <a:effectLst/>
                  <a:uLnTx/>
                  <a:uFillTx/>
                  <a:latin typeface="Roboto Regular"/>
                  <a:ea typeface="思源黑体 CN Regular"/>
                  <a:cs typeface="+mn-cs"/>
                </a:rPr>
                <a:t>ADD YOUR TITLE</a:t>
              </a:r>
            </a:p>
          </p:txBody>
        </p:sp>
      </p:grpSp>
      <p:sp>
        <p:nvSpPr>
          <p:cNvPr id="54" name="文本占位符 13"/>
          <p:cNvSpPr txBox="1"/>
          <p:nvPr/>
        </p:nvSpPr>
        <p:spPr>
          <a:xfrm>
            <a:off x="677545" y="841375"/>
            <a:ext cx="2726690" cy="196850"/>
          </a:xfrm>
          <a:prstGeom prst="rect">
            <a:avLst/>
          </a:prstGeom>
          <a:noFill/>
        </p:spPr>
        <p:txBody>
          <a:bodyPr vert="horz" wrap="square"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600" kern="1200" dirty="0" smtClean="0">
                <a:ln>
                  <a:noFill/>
                </a:ln>
                <a:solidFill>
                  <a:schemeClr val="bg1">
                    <a:lumMod val="85000"/>
                    <a:alpha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small" spc="0" normalizeH="0" baseline="0" noProof="0" dirty="0">
                <a:ln>
                  <a:noFill/>
                </a:ln>
                <a:solidFill>
                  <a:prstClr val="black">
                    <a:lumMod val="65000"/>
                    <a:lumOff val="35000"/>
                    <a:alpha val="75000"/>
                  </a:prstClr>
                </a:solidFill>
                <a:effectLst/>
                <a:uLnTx/>
                <a:uFillTx/>
                <a:latin typeface="Roboto Regular"/>
                <a:ea typeface="等线" panose="02010600030101010101" charset="-122"/>
                <a:cs typeface="+mn-cs"/>
              </a:rPr>
              <a:t>CONTENTS</a:t>
            </a:r>
          </a:p>
        </p:txBody>
      </p:sp>
      <p:grpSp>
        <p:nvGrpSpPr>
          <p:cNvPr id="61" name="组合 60"/>
          <p:cNvGrpSpPr/>
          <p:nvPr/>
        </p:nvGrpSpPr>
        <p:grpSpPr>
          <a:xfrm>
            <a:off x="6731424" y="1920421"/>
            <a:ext cx="3860800" cy="3935392"/>
            <a:chOff x="4317872" y="1968555"/>
            <a:chExt cx="3825489" cy="3899399"/>
          </a:xfrm>
        </p:grpSpPr>
        <p:sp>
          <p:nvSpPr>
            <p:cNvPr id="63" name="文本占位符 6"/>
            <p:cNvSpPr txBox="1"/>
            <p:nvPr/>
          </p:nvSpPr>
          <p:spPr>
            <a:xfrm>
              <a:off x="4317872" y="2032103"/>
              <a:ext cx="909223" cy="583891"/>
            </a:xfrm>
            <a:prstGeom prst="rect">
              <a:avLst/>
            </a:prstGeom>
            <a:noFill/>
          </p:spPr>
          <p:txBody>
            <a:bodyPr vert="horz" wrap="square" lIns="91440" tIns="45720" rIns="91440" bIns="45720"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en-US" sz="4800" kern="1200" dirty="0">
                  <a:ln w="9525">
                    <a:solidFill>
                      <a:schemeClr val="accent1">
                        <a:alpha val="82000"/>
                      </a:schemeClr>
                    </a:solidFill>
                  </a:ln>
                  <a:solidFill>
                    <a:srgbClr val="0C98FA"/>
                  </a:solidFill>
                  <a:effectLst>
                    <a:innerShdw blurRad="63500" dist="25400" dir="13500000">
                      <a:schemeClr val="accent1">
                        <a:alpha val="30000"/>
                      </a:schemeClr>
                    </a:innerShdw>
                  </a:effectLst>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rPr>
                <a:t>05</a:t>
              </a:r>
              <a:endParaRPr kumimoji="0" lang="zh-CN" altLang="en-US"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endParaRPr>
            </a:p>
          </p:txBody>
        </p:sp>
        <p:sp>
          <p:nvSpPr>
            <p:cNvPr id="65" name="文本占位符 8"/>
            <p:cNvSpPr txBox="1"/>
            <p:nvPr/>
          </p:nvSpPr>
          <p:spPr>
            <a:xfrm>
              <a:off x="4317872" y="4200077"/>
              <a:ext cx="909223" cy="583891"/>
            </a:xfrm>
            <a:prstGeom prst="rect">
              <a:avLst/>
            </a:prstGeom>
            <a:noFill/>
          </p:spPr>
          <p:txBody>
            <a:bodyPr vert="horz" wrap="square" lIns="91440" tIns="45720" rIns="91440" bIns="45720"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en-US" sz="4800" kern="1200" dirty="0">
                  <a:ln w="9525">
                    <a:solidFill>
                      <a:schemeClr val="accent1">
                        <a:alpha val="82000"/>
                      </a:schemeClr>
                    </a:solidFill>
                  </a:ln>
                  <a:solidFill>
                    <a:srgbClr val="0C98FA"/>
                  </a:solidFill>
                  <a:effectLst>
                    <a:innerShdw blurRad="63500" dist="25400" dir="13500000">
                      <a:schemeClr val="accent1">
                        <a:alpha val="30000"/>
                      </a:schemeClr>
                    </a:innerShdw>
                  </a:effectLst>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rPr>
                <a:t>07</a:t>
              </a:r>
              <a:endParaRPr kumimoji="0" lang="zh-CN" altLang="en-US"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endParaRPr>
            </a:p>
          </p:txBody>
        </p:sp>
        <p:sp>
          <p:nvSpPr>
            <p:cNvPr id="67" name="文本占位符 10"/>
            <p:cNvSpPr txBox="1"/>
            <p:nvPr/>
          </p:nvSpPr>
          <p:spPr>
            <a:xfrm>
              <a:off x="4317872" y="5284063"/>
              <a:ext cx="909223" cy="583891"/>
            </a:xfrm>
            <a:prstGeom prst="rect">
              <a:avLst/>
            </a:prstGeom>
            <a:noFill/>
          </p:spPr>
          <p:txBody>
            <a:bodyPr vert="horz" wrap="square" lIns="91440" tIns="45720" rIns="91440" bIns="45720"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en-US" sz="4800" kern="1200" dirty="0">
                  <a:ln w="9525">
                    <a:solidFill>
                      <a:schemeClr val="accent1">
                        <a:alpha val="82000"/>
                      </a:schemeClr>
                    </a:solidFill>
                  </a:ln>
                  <a:solidFill>
                    <a:srgbClr val="0C98FA"/>
                  </a:solidFill>
                  <a:effectLst>
                    <a:innerShdw blurRad="63500" dist="25400" dir="13500000">
                      <a:schemeClr val="accent1">
                        <a:alpha val="30000"/>
                      </a:schemeClr>
                    </a:innerShdw>
                  </a:effectLst>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rPr>
                <a:t>08</a:t>
              </a:r>
              <a:endParaRPr kumimoji="0" lang="zh-CN" altLang="en-US"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endParaRPr>
            </a:p>
          </p:txBody>
        </p:sp>
        <p:sp>
          <p:nvSpPr>
            <p:cNvPr id="69" name="文本占位符 12"/>
            <p:cNvSpPr txBox="1"/>
            <p:nvPr/>
          </p:nvSpPr>
          <p:spPr>
            <a:xfrm>
              <a:off x="4317872" y="3116090"/>
              <a:ext cx="909223" cy="583891"/>
            </a:xfrm>
            <a:prstGeom prst="rect">
              <a:avLst/>
            </a:prstGeom>
            <a:noFill/>
          </p:spPr>
          <p:txBody>
            <a:bodyPr vert="horz" wrap="square" lIns="91440" tIns="45720" rIns="91440" bIns="45720"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en-US" sz="4800" kern="1200" dirty="0">
                  <a:ln w="9525">
                    <a:solidFill>
                      <a:schemeClr val="accent1">
                        <a:alpha val="82000"/>
                      </a:schemeClr>
                    </a:solidFill>
                  </a:ln>
                  <a:solidFill>
                    <a:srgbClr val="0C98FA"/>
                  </a:solidFill>
                  <a:effectLst>
                    <a:innerShdw blurRad="63500" dist="25400" dir="13500000">
                      <a:schemeClr val="accent1">
                        <a:alpha val="30000"/>
                      </a:schemeClr>
                    </a:innerShdw>
                  </a:effectLst>
                  <a:latin typeface="+mj-ea"/>
                  <a:ea typeface="+mj-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rPr>
                <a:t>06</a:t>
              </a:r>
              <a:endParaRPr kumimoji="0" lang="zh-CN" altLang="en-US" sz="3600" b="1" i="0" u="none" strike="noStrike" kern="1200" cap="none" spc="6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endParaRPr>
            </a:p>
          </p:txBody>
        </p:sp>
        <p:sp>
          <p:nvSpPr>
            <p:cNvPr id="70" name="文本占位符 13"/>
            <p:cNvSpPr txBox="1"/>
            <p:nvPr/>
          </p:nvSpPr>
          <p:spPr>
            <a:xfrm>
              <a:off x="5509562" y="1968555"/>
              <a:ext cx="2633170" cy="657506"/>
            </a:xfrm>
            <a:prstGeom prst="rect">
              <a:avLst/>
            </a:prstGeom>
            <a:noFill/>
          </p:spPr>
          <p:txBody>
            <a:bodyPr vert="horz" wrap="square"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600" kern="1200" dirty="0" smtClean="0">
                  <a:ln>
                    <a:noFill/>
                  </a:ln>
                  <a:solidFill>
                    <a:schemeClr val="bg1">
                      <a:lumMod val="85000"/>
                      <a:alpha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800" b="0" i="0" u="none" strike="noStrike" kern="1200" cap="small" spc="0" normalizeH="0" baseline="0" noProof="0" dirty="0">
                  <a:ln>
                    <a:noFill/>
                  </a:ln>
                  <a:solidFill>
                    <a:prstClr val="black">
                      <a:lumMod val="65000"/>
                      <a:lumOff val="35000"/>
                      <a:alpha val="75000"/>
                    </a:prstClr>
                  </a:solidFill>
                  <a:effectLst/>
                  <a:uLnTx/>
                  <a:uFillTx/>
                  <a:latin typeface="Roboto Regular"/>
                  <a:ea typeface="思源黑体 CN Regular"/>
                  <a:cs typeface="+mn-cs"/>
                </a:rPr>
                <a:t>ADD YOUR TITLE</a:t>
              </a:r>
            </a:p>
          </p:txBody>
        </p:sp>
        <p:sp>
          <p:nvSpPr>
            <p:cNvPr id="71" name="文本占位符 14"/>
            <p:cNvSpPr txBox="1"/>
            <p:nvPr/>
          </p:nvSpPr>
          <p:spPr>
            <a:xfrm>
              <a:off x="5509562" y="3201769"/>
              <a:ext cx="2633170" cy="307675"/>
            </a:xfrm>
            <a:prstGeom prst="rect">
              <a:avLst/>
            </a:prstGeom>
            <a:noFill/>
          </p:spPr>
          <p:txBody>
            <a:bodyPr vert="horz" wrap="square"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600" kern="1200" dirty="0" smtClean="0">
                  <a:ln>
                    <a:noFill/>
                  </a:ln>
                  <a:solidFill>
                    <a:schemeClr val="bg1">
                      <a:lumMod val="85000"/>
                      <a:alpha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800" b="0" i="0" u="none" strike="noStrike" kern="1200" cap="small" spc="0" normalizeH="0" baseline="0" noProof="0" dirty="0">
                  <a:ln>
                    <a:noFill/>
                  </a:ln>
                  <a:solidFill>
                    <a:prstClr val="black">
                      <a:lumMod val="65000"/>
                      <a:lumOff val="35000"/>
                      <a:alpha val="75000"/>
                    </a:prstClr>
                  </a:solidFill>
                  <a:effectLst/>
                  <a:uLnTx/>
                  <a:uFillTx/>
                  <a:latin typeface="Roboto Regular"/>
                  <a:ea typeface="思源黑体 CN Regular"/>
                  <a:cs typeface="+mn-cs"/>
                </a:rPr>
                <a:t>ADD YOUR TITLE</a:t>
              </a:r>
            </a:p>
          </p:txBody>
        </p:sp>
        <p:sp>
          <p:nvSpPr>
            <p:cNvPr id="72" name="文本占位符 15"/>
            <p:cNvSpPr txBox="1"/>
            <p:nvPr/>
          </p:nvSpPr>
          <p:spPr>
            <a:xfrm>
              <a:off x="5509562" y="4264476"/>
              <a:ext cx="2633799" cy="307675"/>
            </a:xfrm>
            <a:prstGeom prst="rect">
              <a:avLst/>
            </a:prstGeom>
            <a:noFill/>
          </p:spPr>
          <p:txBody>
            <a:bodyPr vert="horz" wrap="square"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600" kern="1200" dirty="0" smtClean="0">
                  <a:ln>
                    <a:noFill/>
                  </a:ln>
                  <a:solidFill>
                    <a:schemeClr val="bg1">
                      <a:lumMod val="85000"/>
                      <a:alpha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800" b="0" i="0" u="none" strike="noStrike" kern="1200" cap="small" spc="0" normalizeH="0" baseline="0" noProof="0" dirty="0">
                  <a:ln>
                    <a:noFill/>
                  </a:ln>
                  <a:solidFill>
                    <a:prstClr val="black">
                      <a:lumMod val="65000"/>
                      <a:lumOff val="35000"/>
                      <a:alpha val="75000"/>
                    </a:prstClr>
                  </a:solidFill>
                  <a:effectLst/>
                  <a:uLnTx/>
                  <a:uFillTx/>
                  <a:latin typeface="Roboto Regular"/>
                  <a:ea typeface="思源黑体 CN Regular"/>
                  <a:cs typeface="+mn-cs"/>
                </a:rPr>
                <a:t>ADD YOUR TITLE</a:t>
              </a:r>
            </a:p>
          </p:txBody>
        </p:sp>
        <p:sp>
          <p:nvSpPr>
            <p:cNvPr id="73" name="文本占位符 16"/>
            <p:cNvSpPr txBox="1"/>
            <p:nvPr/>
          </p:nvSpPr>
          <p:spPr>
            <a:xfrm>
              <a:off x="5509562" y="5327183"/>
              <a:ext cx="2633170" cy="307675"/>
            </a:xfrm>
            <a:prstGeom prst="rect">
              <a:avLst/>
            </a:prstGeom>
            <a:noFill/>
          </p:spPr>
          <p:txBody>
            <a:bodyPr vert="horz" wrap="square"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600" kern="1200" dirty="0" smtClean="0">
                  <a:ln>
                    <a:noFill/>
                  </a:ln>
                  <a:solidFill>
                    <a:schemeClr val="bg1">
                      <a:lumMod val="85000"/>
                      <a:alpha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800" b="0" i="0" u="none" strike="noStrike" kern="1200" cap="small" spc="0" normalizeH="0" baseline="0" noProof="0" dirty="0">
                  <a:ln>
                    <a:noFill/>
                  </a:ln>
                  <a:solidFill>
                    <a:prstClr val="black">
                      <a:lumMod val="65000"/>
                      <a:lumOff val="35000"/>
                      <a:alpha val="75000"/>
                    </a:prstClr>
                  </a:solidFill>
                  <a:effectLst/>
                  <a:uLnTx/>
                  <a:uFillTx/>
                  <a:latin typeface="Roboto Regular"/>
                  <a:ea typeface="思源黑体 CN Regular"/>
                  <a:cs typeface="+mn-cs"/>
                </a:rPr>
                <a:t>ADD YOUR TITLE</a:t>
              </a:r>
            </a:p>
          </p:txBody>
        </p:sp>
      </p:grpSp>
      <p:pic>
        <p:nvPicPr>
          <p:cNvPr id="28" name="图片 27">
            <a:extLst>
              <a:ext uri="{FF2B5EF4-FFF2-40B4-BE49-F238E27FC236}">
                <a16:creationId xmlns:a16="http://schemas.microsoft.com/office/drawing/2014/main" id="{203D4EDC-4C32-8937-48D3-BF607AF3052F}"/>
              </a:ext>
            </a:extLst>
          </p:cNvPr>
          <p:cNvPicPr>
            <a:picLocks noChangeAspect="1"/>
          </p:cNvPicPr>
          <p:nvPr/>
        </p:nvPicPr>
        <p:blipFill rotWithShape="1">
          <a:blip r:embed="rId4">
            <a:extLst>
              <a:ext uri="{28A0092B-C50C-407E-A947-70E740481C1C}">
                <a14:useLocalDpi xmlns:a14="http://schemas.microsoft.com/office/drawing/2010/main" val="0"/>
              </a:ext>
            </a:extLst>
          </a:blip>
          <a:srcRect l="-46020" t="-1" r="-2001" b="-15868"/>
          <a:stretch/>
        </p:blipFill>
        <p:spPr>
          <a:xfrm>
            <a:off x="6877210" y="159415"/>
            <a:ext cx="5246996" cy="5892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31941" b="22855"/>
          <a:stretch/>
        </p:blipFill>
        <p:spPr>
          <a:xfrm>
            <a:off x="0" y="0"/>
            <a:ext cx="12192000" cy="3792511"/>
          </a:xfrm>
          <a:prstGeom prst="rect">
            <a:avLst/>
          </a:prstGeom>
        </p:spPr>
      </p:pic>
      <p:sp>
        <p:nvSpPr>
          <p:cNvPr id="6" name="文本占位符 12"/>
          <p:cNvSpPr txBox="1"/>
          <p:nvPr/>
        </p:nvSpPr>
        <p:spPr>
          <a:xfrm>
            <a:off x="1365587" y="4211122"/>
            <a:ext cx="2282014" cy="2646878"/>
          </a:xfrm>
          <a:prstGeom prst="rect">
            <a:avLst/>
          </a:prstGeom>
        </p:spPr>
        <p:txBody>
          <a:bodyPr vert="horz" wrap="none" lIns="0" tIns="0" rIns="0" bIns="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lang="en-US" altLang="zh-CN" sz="16600" b="1" kern="1200" spc="0" baseline="0" dirty="0">
                <a:ln w="19050">
                  <a:gradFill>
                    <a:gsLst>
                      <a:gs pos="23000">
                        <a:schemeClr val="bg1"/>
                      </a:gs>
                      <a:gs pos="56000">
                        <a:schemeClr val="bg1">
                          <a:alpha val="0"/>
                        </a:schemeClr>
                      </a:gs>
                      <a:gs pos="100000">
                        <a:schemeClr val="bg1">
                          <a:alpha val="0"/>
                        </a:schemeClr>
                      </a:gs>
                    </a:gsLst>
                    <a:lin ang="5400000" scaled="1"/>
                  </a:gradFill>
                </a:ln>
                <a:gradFill>
                  <a:gsLst>
                    <a:gs pos="0">
                      <a:schemeClr val="accent1"/>
                    </a:gs>
                    <a:gs pos="100000">
                      <a:schemeClr val="accent1">
                        <a:lumMod val="75000"/>
                      </a:schemeClr>
                    </a:gs>
                  </a:gsLst>
                  <a:lin ang="5400000" scaled="1"/>
                </a:gradFill>
                <a:effectLst>
                  <a:outerShdw blurRad="50800" dist="38100" dir="2700000" algn="tl" rotWithShape="0">
                    <a:prstClr val="black">
                      <a:alpha val="40000"/>
                    </a:prst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6600" b="1" i="0" u="none" strike="noStrike" kern="1200" cap="none" spc="0" normalizeH="0" baseline="0" noProof="0" dirty="0">
                <a:ln w="19050">
                  <a:gradFill>
                    <a:gsLst>
                      <a:gs pos="23000">
                        <a:prstClr val="white"/>
                      </a:gs>
                      <a:gs pos="56000">
                        <a:prstClr val="white">
                          <a:alpha val="0"/>
                        </a:prstClr>
                      </a:gs>
                      <a:gs pos="100000">
                        <a:prstClr val="white">
                          <a:alpha val="0"/>
                        </a:prstClr>
                      </a:gs>
                    </a:gsLst>
                    <a:lin ang="5400000" scaled="1"/>
                  </a:gradFill>
                </a:ln>
                <a:solidFill>
                  <a:schemeClr val="accent1"/>
                </a:solidFill>
                <a:effectLst>
                  <a:outerShdw blurRad="50800" dist="38100" dir="2700000" algn="tl" rotWithShape="0">
                    <a:prstClr val="black">
                      <a:alpha val="40000"/>
                    </a:prstClr>
                  </a:outerShdw>
                </a:effectLst>
                <a:uLnTx/>
                <a:uFillTx/>
                <a:latin typeface="Arial Black" panose="020B0A04020102020204" pitchFamily="34" charset="0"/>
                <a:ea typeface="微软雅黑" panose="020B0503020204020204" pitchFamily="34" charset="-122"/>
                <a:cs typeface="+mn-ea"/>
                <a:sym typeface="+mn-lt"/>
              </a:rPr>
              <a:t>01</a:t>
            </a:r>
          </a:p>
        </p:txBody>
      </p:sp>
      <p:sp>
        <p:nvSpPr>
          <p:cNvPr id="8" name="矩形 7"/>
          <p:cNvSpPr/>
          <p:nvPr/>
        </p:nvSpPr>
        <p:spPr>
          <a:xfrm>
            <a:off x="-1" y="3792511"/>
            <a:ext cx="12191999" cy="167663"/>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文本占位符 4"/>
          <p:cNvSpPr txBox="1"/>
          <p:nvPr/>
        </p:nvSpPr>
        <p:spPr>
          <a:xfrm>
            <a:off x="4467225" y="5013960"/>
            <a:ext cx="6085840" cy="780415"/>
          </a:xfrm>
          <a:prstGeom prst="rect">
            <a:avLst/>
          </a:prstGeom>
        </p:spPr>
        <p:txBody>
          <a:bodyPr vert="horz" wrap="square"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400" kern="1200" cap="all" dirty="0" smtClean="0">
                <a:solidFill>
                  <a:srgbClr val="0C98FA"/>
                </a:solidFill>
                <a:latin typeface="+mn-lt"/>
                <a:ea typeface="Arial Unicode MS" panose="020B0604020202020204" pitchFamily="34" charset="-122"/>
                <a:cs typeface="Arial Unicode MS" panose="020B0604020202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all" spc="0" normalizeH="0" baseline="0" noProof="0" dirty="0">
                <a:ln>
                  <a:noFill/>
                </a:ln>
                <a:solidFill>
                  <a:schemeClr val="accent1"/>
                </a:solidFill>
                <a:effectLst/>
                <a:uLnTx/>
                <a:uFillTx/>
                <a:latin typeface="Roboto Regular"/>
                <a:ea typeface="Arial Unicode MS" panose="020B0604020202020204" pitchFamily="34" charset="-122"/>
                <a:cs typeface="Arial Unicode MS" panose="020B0604020202020204" pitchFamily="34" charset="-122"/>
              </a:rPr>
              <a:t>ADD YOUR TITLE HERE </a:t>
            </a:r>
          </a:p>
        </p:txBody>
      </p:sp>
      <p:cxnSp>
        <p:nvCxnSpPr>
          <p:cNvPr id="14" name="直接连接符 13"/>
          <p:cNvCxnSpPr/>
          <p:nvPr/>
        </p:nvCxnSpPr>
        <p:spPr>
          <a:xfrm>
            <a:off x="4467069" y="5722160"/>
            <a:ext cx="608600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sp>
        <p:nvSpPr>
          <p:cNvPr id="46" name="Oval 9"/>
          <p:cNvSpPr>
            <a:spLocks noChangeArrowheads="1"/>
          </p:cNvSpPr>
          <p:nvPr/>
        </p:nvSpPr>
        <p:spPr bwMode="auto">
          <a:xfrm>
            <a:off x="8174757" y="4342759"/>
            <a:ext cx="513247" cy="515278"/>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1200" cap="none" spc="0" normalizeH="0" baseline="0" noProof="0" dirty="0">
              <a:ln>
                <a:noFill/>
              </a:ln>
              <a:solidFill>
                <a:prstClr val="white"/>
              </a:solidFill>
              <a:effectLst/>
              <a:uLnTx/>
              <a:uFillTx/>
              <a:latin typeface="Calibri Light" panose="020F0302020204030204"/>
              <a:ea typeface="微软雅黑 Light" panose="020B0502040204020203" charset="-122"/>
              <a:cs typeface="+mn-cs"/>
            </a:endParaRPr>
          </a:p>
        </p:txBody>
      </p:sp>
      <p:sp>
        <p:nvSpPr>
          <p:cNvPr id="47" name="Oval 9"/>
          <p:cNvSpPr>
            <a:spLocks noChangeArrowheads="1"/>
          </p:cNvSpPr>
          <p:nvPr/>
        </p:nvSpPr>
        <p:spPr bwMode="auto">
          <a:xfrm>
            <a:off x="8174757" y="5571555"/>
            <a:ext cx="513247" cy="515278"/>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1200" cap="none" spc="0" normalizeH="0" baseline="0" noProof="0" dirty="0">
              <a:ln>
                <a:noFill/>
              </a:ln>
              <a:solidFill>
                <a:prstClr val="white"/>
              </a:solidFill>
              <a:effectLst/>
              <a:uLnTx/>
              <a:uFillTx/>
              <a:latin typeface="Calibri Light" panose="020F0302020204030204"/>
              <a:ea typeface="微软雅黑 Light" panose="020B0502040204020203" charset="-122"/>
              <a:cs typeface="+mn-cs"/>
            </a:endParaRPr>
          </a:p>
        </p:txBody>
      </p:sp>
      <p:sp>
        <p:nvSpPr>
          <p:cNvPr id="48" name="Oval 9"/>
          <p:cNvSpPr>
            <a:spLocks noChangeArrowheads="1"/>
          </p:cNvSpPr>
          <p:nvPr/>
        </p:nvSpPr>
        <p:spPr bwMode="auto">
          <a:xfrm>
            <a:off x="-14486" y="4332290"/>
            <a:ext cx="513247" cy="515278"/>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1200" cap="none" spc="0" normalizeH="0" baseline="0" noProof="0" dirty="0">
              <a:ln>
                <a:noFill/>
              </a:ln>
              <a:solidFill>
                <a:prstClr val="white"/>
              </a:solidFill>
              <a:effectLst/>
              <a:uLnTx/>
              <a:uFillTx/>
              <a:latin typeface="Calibri Light" panose="020F0302020204030204"/>
              <a:ea typeface="微软雅黑 Light" panose="020B0502040204020203" charset="-122"/>
              <a:cs typeface="+mn-cs"/>
            </a:endParaRPr>
          </a:p>
        </p:txBody>
      </p:sp>
      <p:sp>
        <p:nvSpPr>
          <p:cNvPr id="49" name="Oval 9"/>
          <p:cNvSpPr>
            <a:spLocks noChangeArrowheads="1"/>
          </p:cNvSpPr>
          <p:nvPr/>
        </p:nvSpPr>
        <p:spPr bwMode="auto">
          <a:xfrm>
            <a:off x="3994453" y="4342759"/>
            <a:ext cx="513247" cy="515278"/>
          </a:xfrm>
          <a:prstGeom prst="ellipse">
            <a:avLst/>
          </a:prstGeom>
          <a:solidFill>
            <a:srgbClr val="E7E6E6">
              <a:lumMod val="50000"/>
            </a:srgbClr>
          </a:solidFill>
          <a:ln>
            <a:noFill/>
          </a:ln>
        </p:spPr>
        <p:txBody>
          <a:bodyPr vert="horz" wrap="square" lIns="91440" tIns="45720" rIns="91440" bIns="4572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50" name="Oval 9"/>
          <p:cNvSpPr>
            <a:spLocks noChangeArrowheads="1"/>
          </p:cNvSpPr>
          <p:nvPr/>
        </p:nvSpPr>
        <p:spPr bwMode="auto">
          <a:xfrm>
            <a:off x="3994453" y="5470055"/>
            <a:ext cx="513247" cy="515278"/>
          </a:xfrm>
          <a:prstGeom prst="ellipse">
            <a:avLst/>
          </a:prstGeom>
          <a:solidFill>
            <a:srgbClr val="E7E6E6">
              <a:lumMod val="50000"/>
            </a:srgbClr>
          </a:solidFill>
          <a:ln>
            <a:noFill/>
          </a:ln>
        </p:spPr>
        <p:txBody>
          <a:bodyPr vert="horz" wrap="square" lIns="91440" tIns="45720" rIns="91440" bIns="4572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51" name="Oval 9"/>
          <p:cNvSpPr>
            <a:spLocks noChangeArrowheads="1"/>
          </p:cNvSpPr>
          <p:nvPr/>
        </p:nvSpPr>
        <p:spPr bwMode="auto">
          <a:xfrm>
            <a:off x="-14486" y="5561088"/>
            <a:ext cx="513247" cy="515278"/>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120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pic>
        <p:nvPicPr>
          <p:cNvPr id="52" name="图片 51">
            <a:hlinkClick r:id="rId4"/>
          </p:cNvPr>
          <p:cNvPicPr>
            <a:picLocks noChangeAspect="1"/>
          </p:cNvPicPr>
          <p:nvPr/>
        </p:nvPicPr>
        <p:blipFill rotWithShape="1">
          <a:blip r:embed="rId5">
            <a:extLst>
              <a:ext uri="{28A0092B-C50C-407E-A947-70E740481C1C}">
                <a14:useLocalDpi xmlns:a14="http://schemas.microsoft.com/office/drawing/2010/main" val="0"/>
              </a:ext>
            </a:extLst>
          </a:blip>
          <a:srcRect l="104" t="30363" r="-104" b="7807"/>
          <a:stretch/>
        </p:blipFill>
        <p:spPr>
          <a:xfrm>
            <a:off x="512971" y="1094556"/>
            <a:ext cx="11206849" cy="2917117"/>
          </a:xfrm>
          <a:prstGeom prst="rect">
            <a:avLst/>
          </a:prstGeom>
        </p:spPr>
      </p:pic>
      <p:sp>
        <p:nvSpPr>
          <p:cNvPr id="53" name="TextBox 34"/>
          <p:cNvSpPr txBox="1"/>
          <p:nvPr/>
        </p:nvSpPr>
        <p:spPr>
          <a:xfrm>
            <a:off x="565597" y="4175583"/>
            <a:ext cx="1963208" cy="39878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2F2F2F"/>
                </a:solidFill>
                <a:effectLst/>
                <a:uLnTx/>
                <a:uFillTx/>
                <a:latin typeface="微软雅黑" panose="020B0503020204020204" pitchFamily="34" charset="-122"/>
                <a:ea typeface="微软雅黑" panose="020B0503020204020204" pitchFamily="34" charset="-122"/>
                <a:cs typeface="+mn-cs"/>
              </a:rPr>
              <a:t>Title</a:t>
            </a:r>
          </a:p>
        </p:txBody>
      </p:sp>
      <p:sp>
        <p:nvSpPr>
          <p:cNvPr id="54" name="矩形 53"/>
          <p:cNvSpPr/>
          <p:nvPr/>
        </p:nvSpPr>
        <p:spPr>
          <a:xfrm>
            <a:off x="565150" y="4534535"/>
            <a:ext cx="3432810" cy="645160"/>
          </a:xfrm>
          <a:prstGeom prst="rect">
            <a:avLst/>
          </a:prstGeom>
          <a:noFill/>
        </p:spPr>
        <p:txBody>
          <a:bodyPr wrap="square" lIns="91440" tIns="45720" rIns="91440" bIns="4572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contents, or copy and paste contents here.</a:t>
            </a:r>
            <a:endParaRPr kumimoji="0" lang="en-US" altLang="zh-CN"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sp>
        <p:nvSpPr>
          <p:cNvPr id="55" name="TextBox 34"/>
          <p:cNvSpPr txBox="1"/>
          <p:nvPr/>
        </p:nvSpPr>
        <p:spPr>
          <a:xfrm>
            <a:off x="4587351" y="4175583"/>
            <a:ext cx="1963208" cy="39878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2F2F2F"/>
                </a:solidFill>
                <a:effectLst/>
                <a:uLnTx/>
                <a:uFillTx/>
                <a:latin typeface="微软雅黑" panose="020B0503020204020204" pitchFamily="34" charset="-122"/>
                <a:ea typeface="微软雅黑" panose="020B0503020204020204" pitchFamily="34" charset="-122"/>
                <a:cs typeface="+mn-cs"/>
              </a:rPr>
              <a:t>Title</a:t>
            </a:r>
          </a:p>
        </p:txBody>
      </p:sp>
      <p:sp>
        <p:nvSpPr>
          <p:cNvPr id="56" name="矩形 55"/>
          <p:cNvSpPr/>
          <p:nvPr/>
        </p:nvSpPr>
        <p:spPr>
          <a:xfrm>
            <a:off x="4587240" y="4534535"/>
            <a:ext cx="3423920" cy="645160"/>
          </a:xfrm>
          <a:prstGeom prst="rect">
            <a:avLst/>
          </a:prstGeom>
          <a:noFill/>
        </p:spPr>
        <p:txBody>
          <a:bodyPr wrap="square" lIns="91440" tIns="45720" rIns="91440" bIns="4572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contents, or copy and paste contents here.</a:t>
            </a:r>
            <a:endParaRPr kumimoji="0" lang="en-US" altLang="zh-CN"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grpSp>
        <p:nvGrpSpPr>
          <p:cNvPr id="57" name="组合 56"/>
          <p:cNvGrpSpPr/>
          <p:nvPr/>
        </p:nvGrpSpPr>
        <p:grpSpPr>
          <a:xfrm>
            <a:off x="8281214" y="4440352"/>
            <a:ext cx="268422" cy="294610"/>
            <a:chOff x="1960563" y="-1427163"/>
            <a:chExt cx="455613" cy="500063"/>
          </a:xfrm>
          <a:solidFill>
            <a:sysClr val="window" lastClr="FFFFFF"/>
          </a:solidFill>
        </p:grpSpPr>
        <p:sp>
          <p:nvSpPr>
            <p:cNvPr id="58" name="Freeform 19">
              <a:hlinkClick r:id="rId4"/>
            </p:cNvPr>
            <p:cNvSpPr/>
            <p:nvPr/>
          </p:nvSpPr>
          <p:spPr bwMode="auto">
            <a:xfrm>
              <a:off x="2284413" y="-1331913"/>
              <a:ext cx="131763" cy="320675"/>
            </a:xfrm>
            <a:custGeom>
              <a:avLst/>
              <a:gdLst>
                <a:gd name="T0" fmla="*/ 71 w 83"/>
                <a:gd name="T1" fmla="*/ 38 h 202"/>
                <a:gd name="T2" fmla="*/ 42 w 83"/>
                <a:gd name="T3" fmla="*/ 9 h 202"/>
                <a:gd name="T4" fmla="*/ 0 w 83"/>
                <a:gd name="T5" fmla="*/ 52 h 202"/>
                <a:gd name="T6" fmla="*/ 0 w 83"/>
                <a:gd name="T7" fmla="*/ 202 h 202"/>
                <a:gd name="T8" fmla="*/ 83 w 83"/>
                <a:gd name="T9" fmla="*/ 202 h 202"/>
                <a:gd name="T10" fmla="*/ 83 w 83"/>
                <a:gd name="T11" fmla="*/ 0 h 202"/>
                <a:gd name="T12" fmla="*/ 71 w 83"/>
                <a:gd name="T13" fmla="*/ 38 h 202"/>
              </a:gdLst>
              <a:ahLst/>
              <a:cxnLst>
                <a:cxn ang="0">
                  <a:pos x="T0" y="T1"/>
                </a:cxn>
                <a:cxn ang="0">
                  <a:pos x="T2" y="T3"/>
                </a:cxn>
                <a:cxn ang="0">
                  <a:pos x="T4" y="T5"/>
                </a:cxn>
                <a:cxn ang="0">
                  <a:pos x="T6" y="T7"/>
                </a:cxn>
                <a:cxn ang="0">
                  <a:pos x="T8" y="T9"/>
                </a:cxn>
                <a:cxn ang="0">
                  <a:pos x="T10" y="T11"/>
                </a:cxn>
                <a:cxn ang="0">
                  <a:pos x="T12" y="T13"/>
                </a:cxn>
              </a:cxnLst>
              <a:rect l="0" t="0" r="r" b="b"/>
              <a:pathLst>
                <a:path w="83" h="202">
                  <a:moveTo>
                    <a:pt x="71" y="38"/>
                  </a:moveTo>
                  <a:lnTo>
                    <a:pt x="42" y="9"/>
                  </a:lnTo>
                  <a:lnTo>
                    <a:pt x="0" y="52"/>
                  </a:lnTo>
                  <a:lnTo>
                    <a:pt x="0" y="202"/>
                  </a:lnTo>
                  <a:lnTo>
                    <a:pt x="83" y="202"/>
                  </a:lnTo>
                  <a:lnTo>
                    <a:pt x="83" y="0"/>
                  </a:lnTo>
                  <a:lnTo>
                    <a:pt x="71" y="38"/>
                  </a:lnTo>
                  <a:close/>
                </a:path>
              </a:pathLst>
            </a:custGeom>
            <a:grpFill/>
            <a:ln w="25400" cap="flat" cmpd="sng" algn="ctr">
              <a:noFill/>
              <a:prstDash val="solid"/>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59" name="Freeform 20">
              <a:hlinkClick r:id="rId4"/>
            </p:cNvPr>
            <p:cNvSpPr/>
            <p:nvPr/>
          </p:nvSpPr>
          <p:spPr bwMode="auto">
            <a:xfrm>
              <a:off x="2122488" y="-1222375"/>
              <a:ext cx="131763" cy="211138"/>
            </a:xfrm>
            <a:custGeom>
              <a:avLst/>
              <a:gdLst>
                <a:gd name="T0" fmla="*/ 11 w 35"/>
                <a:gd name="T1" fmla="*/ 9 h 56"/>
                <a:gd name="T2" fmla="*/ 0 w 35"/>
                <a:gd name="T3" fmla="*/ 2 h 56"/>
                <a:gd name="T4" fmla="*/ 0 w 35"/>
                <a:gd name="T5" fmla="*/ 56 h 56"/>
                <a:gd name="T6" fmla="*/ 35 w 35"/>
                <a:gd name="T7" fmla="*/ 56 h 56"/>
                <a:gd name="T8" fmla="*/ 35 w 35"/>
                <a:gd name="T9" fmla="*/ 0 h 56"/>
                <a:gd name="T10" fmla="*/ 26 w 35"/>
                <a:gd name="T11" fmla="*/ 8 h 56"/>
                <a:gd name="T12" fmla="*/ 17 w 35"/>
                <a:gd name="T13" fmla="*/ 11 h 56"/>
                <a:gd name="T14" fmla="*/ 11 w 35"/>
                <a:gd name="T15" fmla="*/ 9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56">
                  <a:moveTo>
                    <a:pt x="11" y="9"/>
                  </a:moveTo>
                  <a:cubicBezTo>
                    <a:pt x="0" y="2"/>
                    <a:pt x="0" y="2"/>
                    <a:pt x="0" y="2"/>
                  </a:cubicBezTo>
                  <a:cubicBezTo>
                    <a:pt x="0" y="56"/>
                    <a:pt x="0" y="56"/>
                    <a:pt x="0" y="56"/>
                  </a:cubicBezTo>
                  <a:cubicBezTo>
                    <a:pt x="35" y="56"/>
                    <a:pt x="35" y="56"/>
                    <a:pt x="35" y="56"/>
                  </a:cubicBezTo>
                  <a:cubicBezTo>
                    <a:pt x="35" y="0"/>
                    <a:pt x="35" y="0"/>
                    <a:pt x="35" y="0"/>
                  </a:cubicBezTo>
                  <a:cubicBezTo>
                    <a:pt x="26" y="8"/>
                    <a:pt x="26" y="8"/>
                    <a:pt x="26" y="8"/>
                  </a:cubicBezTo>
                  <a:cubicBezTo>
                    <a:pt x="24" y="10"/>
                    <a:pt x="21" y="11"/>
                    <a:pt x="17" y="11"/>
                  </a:cubicBezTo>
                  <a:cubicBezTo>
                    <a:pt x="15" y="11"/>
                    <a:pt x="13" y="11"/>
                    <a:pt x="11" y="9"/>
                  </a:cubicBezTo>
                  <a:close/>
                </a:path>
              </a:pathLst>
            </a:custGeom>
            <a:grpFill/>
            <a:ln w="25400" cap="flat" cmpd="sng" algn="ctr">
              <a:noFill/>
              <a:prstDash val="solid"/>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60" name="Freeform 21">
              <a:hlinkClick r:id="rId4"/>
            </p:cNvPr>
            <p:cNvSpPr/>
            <p:nvPr/>
          </p:nvSpPr>
          <p:spPr bwMode="auto">
            <a:xfrm>
              <a:off x="1960563" y="-1252538"/>
              <a:ext cx="131763" cy="241300"/>
            </a:xfrm>
            <a:custGeom>
              <a:avLst/>
              <a:gdLst>
                <a:gd name="T0" fmla="*/ 83 w 83"/>
                <a:gd name="T1" fmla="*/ 14 h 152"/>
                <a:gd name="T2" fmla="*/ 64 w 83"/>
                <a:gd name="T3" fmla="*/ 0 h 152"/>
                <a:gd name="T4" fmla="*/ 0 w 83"/>
                <a:gd name="T5" fmla="*/ 55 h 152"/>
                <a:gd name="T6" fmla="*/ 0 w 83"/>
                <a:gd name="T7" fmla="*/ 152 h 152"/>
                <a:gd name="T8" fmla="*/ 83 w 83"/>
                <a:gd name="T9" fmla="*/ 152 h 152"/>
                <a:gd name="T10" fmla="*/ 83 w 83"/>
                <a:gd name="T11" fmla="*/ 14 h 152"/>
              </a:gdLst>
              <a:ahLst/>
              <a:cxnLst>
                <a:cxn ang="0">
                  <a:pos x="T0" y="T1"/>
                </a:cxn>
                <a:cxn ang="0">
                  <a:pos x="T2" y="T3"/>
                </a:cxn>
                <a:cxn ang="0">
                  <a:pos x="T4" y="T5"/>
                </a:cxn>
                <a:cxn ang="0">
                  <a:pos x="T6" y="T7"/>
                </a:cxn>
                <a:cxn ang="0">
                  <a:pos x="T8" y="T9"/>
                </a:cxn>
                <a:cxn ang="0">
                  <a:pos x="T10" y="T11"/>
                </a:cxn>
              </a:cxnLst>
              <a:rect l="0" t="0" r="r" b="b"/>
              <a:pathLst>
                <a:path w="83" h="152">
                  <a:moveTo>
                    <a:pt x="83" y="14"/>
                  </a:moveTo>
                  <a:lnTo>
                    <a:pt x="64" y="0"/>
                  </a:lnTo>
                  <a:lnTo>
                    <a:pt x="0" y="55"/>
                  </a:lnTo>
                  <a:lnTo>
                    <a:pt x="0" y="152"/>
                  </a:lnTo>
                  <a:lnTo>
                    <a:pt x="83" y="152"/>
                  </a:lnTo>
                  <a:lnTo>
                    <a:pt x="83" y="14"/>
                  </a:lnTo>
                  <a:close/>
                </a:path>
              </a:pathLst>
            </a:custGeom>
            <a:grpFill/>
            <a:ln w="25400" cap="flat" cmpd="sng" algn="ctr">
              <a:noFill/>
              <a:prstDash val="solid"/>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61" name="Rectangle 22">
              <a:hlinkClick r:id="rId4"/>
            </p:cNvPr>
            <p:cNvSpPr>
              <a:spLocks noChangeArrowheads="1"/>
            </p:cNvSpPr>
            <p:nvPr/>
          </p:nvSpPr>
          <p:spPr bwMode="auto">
            <a:xfrm>
              <a:off x="1960563" y="-976313"/>
              <a:ext cx="455613" cy="49213"/>
            </a:xfrm>
            <a:prstGeom prst="rect">
              <a:avLst/>
            </a:prstGeom>
            <a:grpFill/>
            <a:ln w="25400" cap="flat" cmpd="sng" algn="ctr">
              <a:noFill/>
              <a:prstDash val="solid"/>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62" name="Freeform 23">
              <a:hlinkClick r:id="rId4"/>
            </p:cNvPr>
            <p:cNvSpPr/>
            <p:nvPr/>
          </p:nvSpPr>
          <p:spPr bwMode="auto">
            <a:xfrm>
              <a:off x="1960563" y="-1427163"/>
              <a:ext cx="450850" cy="223838"/>
            </a:xfrm>
            <a:custGeom>
              <a:avLst/>
              <a:gdLst>
                <a:gd name="T0" fmla="*/ 9 w 120"/>
                <a:gd name="T1" fmla="*/ 53 h 59"/>
                <a:gd name="T2" fmla="*/ 26 w 120"/>
                <a:gd name="T3" fmla="*/ 38 h 59"/>
                <a:gd name="T4" fmla="*/ 58 w 120"/>
                <a:gd name="T5" fmla="*/ 58 h 59"/>
                <a:gd name="T6" fmla="*/ 60 w 120"/>
                <a:gd name="T7" fmla="*/ 59 h 59"/>
                <a:gd name="T8" fmla="*/ 64 w 120"/>
                <a:gd name="T9" fmla="*/ 58 h 59"/>
                <a:gd name="T10" fmla="*/ 105 w 120"/>
                <a:gd name="T11" fmla="*/ 20 h 59"/>
                <a:gd name="T12" fmla="*/ 112 w 120"/>
                <a:gd name="T13" fmla="*/ 28 h 59"/>
                <a:gd name="T14" fmla="*/ 120 w 120"/>
                <a:gd name="T15" fmla="*/ 0 h 59"/>
                <a:gd name="T16" fmla="*/ 92 w 120"/>
                <a:gd name="T17" fmla="*/ 7 h 59"/>
                <a:gd name="T18" fmla="*/ 97 w 120"/>
                <a:gd name="T19" fmla="*/ 13 h 59"/>
                <a:gd name="T20" fmla="*/ 60 w 120"/>
                <a:gd name="T21" fmla="*/ 48 h 59"/>
                <a:gd name="T22" fmla="*/ 28 w 120"/>
                <a:gd name="T23" fmla="*/ 27 h 59"/>
                <a:gd name="T24" fmla="*/ 22 w 120"/>
                <a:gd name="T25" fmla="*/ 28 h 59"/>
                <a:gd name="T26" fmla="*/ 2 w 120"/>
                <a:gd name="T27" fmla="*/ 45 h 59"/>
                <a:gd name="T28" fmla="*/ 2 w 120"/>
                <a:gd name="T29" fmla="*/ 52 h 59"/>
                <a:gd name="T30" fmla="*/ 9 w 120"/>
                <a:gd name="T31" fmla="*/ 5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59">
                  <a:moveTo>
                    <a:pt x="9" y="53"/>
                  </a:moveTo>
                  <a:cubicBezTo>
                    <a:pt x="26" y="38"/>
                    <a:pt x="26" y="38"/>
                    <a:pt x="26" y="38"/>
                  </a:cubicBezTo>
                  <a:cubicBezTo>
                    <a:pt x="58" y="58"/>
                    <a:pt x="58" y="58"/>
                    <a:pt x="58" y="58"/>
                  </a:cubicBezTo>
                  <a:cubicBezTo>
                    <a:pt x="59" y="59"/>
                    <a:pt x="60" y="59"/>
                    <a:pt x="60" y="59"/>
                  </a:cubicBezTo>
                  <a:cubicBezTo>
                    <a:pt x="62" y="59"/>
                    <a:pt x="63" y="59"/>
                    <a:pt x="64" y="58"/>
                  </a:cubicBezTo>
                  <a:cubicBezTo>
                    <a:pt x="105" y="20"/>
                    <a:pt x="105" y="20"/>
                    <a:pt x="105" y="20"/>
                  </a:cubicBezTo>
                  <a:cubicBezTo>
                    <a:pt x="112" y="28"/>
                    <a:pt x="112" y="28"/>
                    <a:pt x="112" y="28"/>
                  </a:cubicBezTo>
                  <a:cubicBezTo>
                    <a:pt x="120" y="0"/>
                    <a:pt x="120" y="0"/>
                    <a:pt x="120" y="0"/>
                  </a:cubicBezTo>
                  <a:cubicBezTo>
                    <a:pt x="92" y="7"/>
                    <a:pt x="92" y="7"/>
                    <a:pt x="92" y="7"/>
                  </a:cubicBezTo>
                  <a:cubicBezTo>
                    <a:pt x="97" y="13"/>
                    <a:pt x="97" y="13"/>
                    <a:pt x="97" y="13"/>
                  </a:cubicBezTo>
                  <a:cubicBezTo>
                    <a:pt x="60" y="48"/>
                    <a:pt x="60" y="48"/>
                    <a:pt x="60" y="48"/>
                  </a:cubicBezTo>
                  <a:cubicBezTo>
                    <a:pt x="28" y="27"/>
                    <a:pt x="28" y="27"/>
                    <a:pt x="28" y="27"/>
                  </a:cubicBezTo>
                  <a:cubicBezTo>
                    <a:pt x="26" y="26"/>
                    <a:pt x="24" y="26"/>
                    <a:pt x="22" y="28"/>
                  </a:cubicBezTo>
                  <a:cubicBezTo>
                    <a:pt x="2" y="45"/>
                    <a:pt x="2" y="45"/>
                    <a:pt x="2" y="45"/>
                  </a:cubicBezTo>
                  <a:cubicBezTo>
                    <a:pt x="0" y="47"/>
                    <a:pt x="0" y="50"/>
                    <a:pt x="2" y="52"/>
                  </a:cubicBezTo>
                  <a:cubicBezTo>
                    <a:pt x="3" y="54"/>
                    <a:pt x="7" y="55"/>
                    <a:pt x="9" y="53"/>
                  </a:cubicBezTo>
                  <a:close/>
                </a:path>
              </a:pathLst>
            </a:custGeom>
            <a:grpFill/>
            <a:ln w="25400" cap="flat" cmpd="sng" algn="ctr">
              <a:noFill/>
              <a:prstDash val="solid"/>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grpSp>
      <p:sp>
        <p:nvSpPr>
          <p:cNvPr id="63" name="TextBox 34"/>
          <p:cNvSpPr txBox="1"/>
          <p:nvPr/>
        </p:nvSpPr>
        <p:spPr>
          <a:xfrm>
            <a:off x="8767654" y="4175583"/>
            <a:ext cx="1963208" cy="39878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2F2F2F"/>
                </a:solidFill>
                <a:effectLst/>
                <a:uLnTx/>
                <a:uFillTx/>
                <a:latin typeface="微软雅黑" panose="020B0503020204020204" pitchFamily="34" charset="-122"/>
                <a:ea typeface="微软雅黑" panose="020B0503020204020204" pitchFamily="34" charset="-122"/>
                <a:cs typeface="+mn-cs"/>
              </a:rPr>
              <a:t>Title</a:t>
            </a:r>
          </a:p>
        </p:txBody>
      </p:sp>
      <p:sp>
        <p:nvSpPr>
          <p:cNvPr id="64" name="矩形 63"/>
          <p:cNvSpPr/>
          <p:nvPr/>
        </p:nvSpPr>
        <p:spPr>
          <a:xfrm>
            <a:off x="8705850" y="4534535"/>
            <a:ext cx="3473450" cy="645160"/>
          </a:xfrm>
          <a:prstGeom prst="rect">
            <a:avLst/>
          </a:prstGeom>
          <a:noFill/>
        </p:spPr>
        <p:txBody>
          <a:bodyPr wrap="square" lIns="91440" tIns="45720" rIns="91440" bIns="4572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contents, or copy and paste contents here.</a:t>
            </a:r>
            <a:endParaRPr kumimoji="0" lang="en-US" altLang="zh-CN"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sp>
        <p:nvSpPr>
          <p:cNvPr id="65" name="TextBox 34"/>
          <p:cNvSpPr txBox="1"/>
          <p:nvPr/>
        </p:nvSpPr>
        <p:spPr>
          <a:xfrm>
            <a:off x="4587351" y="5302878"/>
            <a:ext cx="1963208" cy="39878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2F2F2F"/>
                </a:solidFill>
                <a:effectLst/>
                <a:uLnTx/>
                <a:uFillTx/>
                <a:latin typeface="微软雅黑" panose="020B0503020204020204" pitchFamily="34" charset="-122"/>
                <a:ea typeface="微软雅黑" panose="020B0503020204020204" pitchFamily="34" charset="-122"/>
                <a:cs typeface="+mn-cs"/>
              </a:rPr>
              <a:t>Title</a:t>
            </a:r>
          </a:p>
        </p:txBody>
      </p:sp>
      <p:sp>
        <p:nvSpPr>
          <p:cNvPr id="66" name="矩形 65"/>
          <p:cNvSpPr/>
          <p:nvPr/>
        </p:nvSpPr>
        <p:spPr>
          <a:xfrm>
            <a:off x="4587240" y="5662295"/>
            <a:ext cx="3423285" cy="645160"/>
          </a:xfrm>
          <a:prstGeom prst="rect">
            <a:avLst/>
          </a:prstGeom>
          <a:noFill/>
        </p:spPr>
        <p:txBody>
          <a:bodyPr wrap="square" lIns="91440" tIns="45720" rIns="91440" bIns="4572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contents, or copy and paste contents here.</a:t>
            </a:r>
            <a:endParaRPr kumimoji="0" lang="en-US" altLang="zh-CN"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sp>
        <p:nvSpPr>
          <p:cNvPr id="67" name="Freeform 5">
            <a:hlinkClick r:id="rId4"/>
          </p:cNvPr>
          <p:cNvSpPr>
            <a:spLocks noEditPoints="1"/>
          </p:cNvSpPr>
          <p:nvPr/>
        </p:nvSpPr>
        <p:spPr bwMode="auto">
          <a:xfrm>
            <a:off x="4104240" y="5574778"/>
            <a:ext cx="293675" cy="305833"/>
          </a:xfrm>
          <a:custGeom>
            <a:avLst/>
            <a:gdLst>
              <a:gd name="T0" fmla="*/ 129 w 133"/>
              <a:gd name="T1" fmla="*/ 119 h 138"/>
              <a:gd name="T2" fmla="*/ 104 w 133"/>
              <a:gd name="T3" fmla="*/ 93 h 138"/>
              <a:gd name="T4" fmla="*/ 93 w 133"/>
              <a:gd name="T5" fmla="*/ 90 h 138"/>
              <a:gd name="T6" fmla="*/ 90 w 133"/>
              <a:gd name="T7" fmla="*/ 86 h 138"/>
              <a:gd name="T8" fmla="*/ 103 w 133"/>
              <a:gd name="T9" fmla="*/ 52 h 138"/>
              <a:gd name="T10" fmla="*/ 51 w 133"/>
              <a:gd name="T11" fmla="*/ 0 h 138"/>
              <a:gd name="T12" fmla="*/ 0 w 133"/>
              <a:gd name="T13" fmla="*/ 52 h 138"/>
              <a:gd name="T14" fmla="*/ 51 w 133"/>
              <a:gd name="T15" fmla="*/ 103 h 138"/>
              <a:gd name="T16" fmla="*/ 82 w 133"/>
              <a:gd name="T17" fmla="*/ 93 h 138"/>
              <a:gd name="T18" fmla="*/ 86 w 133"/>
              <a:gd name="T19" fmla="*/ 97 h 138"/>
              <a:gd name="T20" fmla="*/ 88 w 133"/>
              <a:gd name="T21" fmla="*/ 109 h 138"/>
              <a:gd name="T22" fmla="*/ 113 w 133"/>
              <a:gd name="T23" fmla="*/ 135 h 138"/>
              <a:gd name="T24" fmla="*/ 121 w 133"/>
              <a:gd name="T25" fmla="*/ 138 h 138"/>
              <a:gd name="T26" fmla="*/ 129 w 133"/>
              <a:gd name="T27" fmla="*/ 135 h 138"/>
              <a:gd name="T28" fmla="*/ 129 w 133"/>
              <a:gd name="T29" fmla="*/ 119 h 138"/>
              <a:gd name="T30" fmla="*/ 51 w 133"/>
              <a:gd name="T31" fmla="*/ 84 h 138"/>
              <a:gd name="T32" fmla="*/ 19 w 133"/>
              <a:gd name="T33" fmla="*/ 52 h 138"/>
              <a:gd name="T34" fmla="*/ 51 w 133"/>
              <a:gd name="T35" fmla="*/ 19 h 138"/>
              <a:gd name="T36" fmla="*/ 84 w 133"/>
              <a:gd name="T37" fmla="*/ 52 h 138"/>
              <a:gd name="T38" fmla="*/ 51 w 133"/>
              <a:gd name="T39" fmla="*/ 8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 h="138">
                <a:moveTo>
                  <a:pt x="129" y="119"/>
                </a:moveTo>
                <a:cubicBezTo>
                  <a:pt x="104" y="93"/>
                  <a:pt x="104" y="93"/>
                  <a:pt x="104" y="93"/>
                </a:cubicBezTo>
                <a:cubicBezTo>
                  <a:pt x="102" y="90"/>
                  <a:pt x="97" y="89"/>
                  <a:pt x="93" y="90"/>
                </a:cubicBezTo>
                <a:cubicBezTo>
                  <a:pt x="90" y="86"/>
                  <a:pt x="90" y="86"/>
                  <a:pt x="90" y="86"/>
                </a:cubicBezTo>
                <a:cubicBezTo>
                  <a:pt x="98" y="77"/>
                  <a:pt x="103" y="65"/>
                  <a:pt x="103" y="52"/>
                </a:cubicBezTo>
                <a:cubicBezTo>
                  <a:pt x="103" y="23"/>
                  <a:pt x="80" y="0"/>
                  <a:pt x="51" y="0"/>
                </a:cubicBezTo>
                <a:cubicBezTo>
                  <a:pt x="23" y="0"/>
                  <a:pt x="0" y="23"/>
                  <a:pt x="0" y="52"/>
                </a:cubicBezTo>
                <a:cubicBezTo>
                  <a:pt x="0" y="80"/>
                  <a:pt x="23" y="103"/>
                  <a:pt x="51" y="103"/>
                </a:cubicBezTo>
                <a:cubicBezTo>
                  <a:pt x="63" y="103"/>
                  <a:pt x="73" y="99"/>
                  <a:pt x="82" y="93"/>
                </a:cubicBezTo>
                <a:cubicBezTo>
                  <a:pt x="86" y="97"/>
                  <a:pt x="86" y="97"/>
                  <a:pt x="86" y="97"/>
                </a:cubicBezTo>
                <a:cubicBezTo>
                  <a:pt x="84" y="101"/>
                  <a:pt x="85" y="106"/>
                  <a:pt x="88" y="109"/>
                </a:cubicBezTo>
                <a:cubicBezTo>
                  <a:pt x="113" y="135"/>
                  <a:pt x="113" y="135"/>
                  <a:pt x="113" y="135"/>
                </a:cubicBezTo>
                <a:cubicBezTo>
                  <a:pt x="115" y="137"/>
                  <a:pt x="118" y="138"/>
                  <a:pt x="121" y="138"/>
                </a:cubicBezTo>
                <a:cubicBezTo>
                  <a:pt x="124" y="138"/>
                  <a:pt x="126" y="137"/>
                  <a:pt x="129" y="135"/>
                </a:cubicBezTo>
                <a:cubicBezTo>
                  <a:pt x="133" y="131"/>
                  <a:pt x="133" y="124"/>
                  <a:pt x="129" y="119"/>
                </a:cubicBezTo>
                <a:close/>
                <a:moveTo>
                  <a:pt x="51" y="84"/>
                </a:moveTo>
                <a:cubicBezTo>
                  <a:pt x="33" y="84"/>
                  <a:pt x="19" y="70"/>
                  <a:pt x="19" y="52"/>
                </a:cubicBezTo>
                <a:cubicBezTo>
                  <a:pt x="19" y="33"/>
                  <a:pt x="33" y="19"/>
                  <a:pt x="51" y="19"/>
                </a:cubicBezTo>
                <a:cubicBezTo>
                  <a:pt x="70" y="19"/>
                  <a:pt x="84" y="33"/>
                  <a:pt x="84" y="52"/>
                </a:cubicBezTo>
                <a:cubicBezTo>
                  <a:pt x="84" y="70"/>
                  <a:pt x="70" y="84"/>
                  <a:pt x="51" y="84"/>
                </a:cubicBezTo>
                <a:close/>
              </a:path>
            </a:pathLst>
          </a:custGeom>
          <a:solidFill>
            <a:sysClr val="window" lastClr="FFFFFF"/>
          </a:solidFill>
          <a:ln w="25400" cap="flat" cmpd="sng" algn="ctr">
            <a:noFill/>
            <a:prstDash val="solid"/>
          </a:ln>
          <a:effectLst/>
        </p:spPr>
        <p:txBody>
          <a:bodyPr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68" name="TextBox 34"/>
          <p:cNvSpPr txBox="1"/>
          <p:nvPr/>
        </p:nvSpPr>
        <p:spPr>
          <a:xfrm>
            <a:off x="565596" y="5404379"/>
            <a:ext cx="2429212" cy="39878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2F2F2F"/>
                </a:solidFill>
                <a:effectLst/>
                <a:uLnTx/>
                <a:uFillTx/>
                <a:latin typeface="微软雅黑" panose="020B0503020204020204" pitchFamily="34" charset="-122"/>
                <a:ea typeface="微软雅黑" panose="020B0503020204020204" pitchFamily="34" charset="-122"/>
                <a:cs typeface="+mn-cs"/>
              </a:rPr>
              <a:t>Title</a:t>
            </a:r>
          </a:p>
        </p:txBody>
      </p:sp>
      <p:sp>
        <p:nvSpPr>
          <p:cNvPr id="69" name="矩形 68"/>
          <p:cNvSpPr/>
          <p:nvPr/>
        </p:nvSpPr>
        <p:spPr>
          <a:xfrm>
            <a:off x="565785" y="5763260"/>
            <a:ext cx="3583940" cy="645160"/>
          </a:xfrm>
          <a:prstGeom prst="rect">
            <a:avLst/>
          </a:prstGeom>
          <a:noFill/>
        </p:spPr>
        <p:txBody>
          <a:bodyPr wrap="square" lIns="91440" tIns="45720" rIns="91440" bIns="4572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contents, or copy and paste contents here.</a:t>
            </a:r>
            <a:endParaRPr kumimoji="0" lang="en-US" altLang="zh-CN"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sp>
        <p:nvSpPr>
          <p:cNvPr id="70" name="Freeform 17">
            <a:hlinkClick r:id="rId4"/>
          </p:cNvPr>
          <p:cNvSpPr/>
          <p:nvPr/>
        </p:nvSpPr>
        <p:spPr bwMode="auto">
          <a:xfrm>
            <a:off x="94834" y="5681710"/>
            <a:ext cx="294610" cy="274034"/>
          </a:xfrm>
          <a:custGeom>
            <a:avLst/>
            <a:gdLst>
              <a:gd name="T0" fmla="*/ 124 w 133"/>
              <a:gd name="T1" fmla="*/ 84 h 123"/>
              <a:gd name="T2" fmla="*/ 133 w 133"/>
              <a:gd name="T3" fmla="*/ 75 h 123"/>
              <a:gd name="T4" fmla="*/ 124 w 133"/>
              <a:gd name="T5" fmla="*/ 67 h 123"/>
              <a:gd name="T6" fmla="*/ 113 w 133"/>
              <a:gd name="T7" fmla="*/ 67 h 123"/>
              <a:gd name="T8" fmla="*/ 113 w 133"/>
              <a:gd name="T9" fmla="*/ 64 h 123"/>
              <a:gd name="T10" fmla="*/ 124 w 133"/>
              <a:gd name="T11" fmla="*/ 64 h 123"/>
              <a:gd name="T12" fmla="*/ 132 w 133"/>
              <a:gd name="T13" fmla="*/ 56 h 123"/>
              <a:gd name="T14" fmla="*/ 124 w 133"/>
              <a:gd name="T15" fmla="*/ 47 h 123"/>
              <a:gd name="T16" fmla="*/ 90 w 133"/>
              <a:gd name="T17" fmla="*/ 47 h 123"/>
              <a:gd name="T18" fmla="*/ 74 w 133"/>
              <a:gd name="T19" fmla="*/ 23 h 123"/>
              <a:gd name="T20" fmla="*/ 64 w 133"/>
              <a:gd name="T21" fmla="*/ 0 h 123"/>
              <a:gd name="T22" fmla="*/ 54 w 133"/>
              <a:gd name="T23" fmla="*/ 5 h 123"/>
              <a:gd name="T24" fmla="*/ 48 w 133"/>
              <a:gd name="T25" fmla="*/ 33 h 123"/>
              <a:gd name="T26" fmla="*/ 29 w 133"/>
              <a:gd name="T27" fmla="*/ 57 h 123"/>
              <a:gd name="T28" fmla="*/ 0 w 133"/>
              <a:gd name="T29" fmla="*/ 57 h 123"/>
              <a:gd name="T30" fmla="*/ 0 w 133"/>
              <a:gd name="T31" fmla="*/ 114 h 123"/>
              <a:gd name="T32" fmla="*/ 31 w 133"/>
              <a:gd name="T33" fmla="*/ 114 h 123"/>
              <a:gd name="T34" fmla="*/ 54 w 133"/>
              <a:gd name="T35" fmla="*/ 122 h 123"/>
              <a:gd name="T36" fmla="*/ 76 w 133"/>
              <a:gd name="T37" fmla="*/ 123 h 123"/>
              <a:gd name="T38" fmla="*/ 79 w 133"/>
              <a:gd name="T39" fmla="*/ 123 h 123"/>
              <a:gd name="T40" fmla="*/ 105 w 133"/>
              <a:gd name="T41" fmla="*/ 123 h 123"/>
              <a:gd name="T42" fmla="*/ 114 w 133"/>
              <a:gd name="T43" fmla="*/ 114 h 123"/>
              <a:gd name="T44" fmla="*/ 105 w 133"/>
              <a:gd name="T45" fmla="*/ 105 h 123"/>
              <a:gd name="T46" fmla="*/ 103 w 133"/>
              <a:gd name="T47" fmla="*/ 105 h 123"/>
              <a:gd name="T48" fmla="*/ 104 w 133"/>
              <a:gd name="T49" fmla="*/ 103 h 123"/>
              <a:gd name="T50" fmla="*/ 117 w 133"/>
              <a:gd name="T51" fmla="*/ 103 h 123"/>
              <a:gd name="T52" fmla="*/ 125 w 133"/>
              <a:gd name="T53" fmla="*/ 95 h 123"/>
              <a:gd name="T54" fmla="*/ 117 w 133"/>
              <a:gd name="T55" fmla="*/ 86 h 123"/>
              <a:gd name="T56" fmla="*/ 109 w 133"/>
              <a:gd name="T57" fmla="*/ 86 h 123"/>
              <a:gd name="T58" fmla="*/ 110 w 133"/>
              <a:gd name="T59" fmla="*/ 84 h 123"/>
              <a:gd name="T60" fmla="*/ 124 w 133"/>
              <a:gd name="T61" fmla="*/ 8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3" h="123">
                <a:moveTo>
                  <a:pt x="124" y="84"/>
                </a:moveTo>
                <a:cubicBezTo>
                  <a:pt x="129" y="84"/>
                  <a:pt x="133" y="80"/>
                  <a:pt x="133" y="75"/>
                </a:cubicBezTo>
                <a:cubicBezTo>
                  <a:pt x="133" y="71"/>
                  <a:pt x="129" y="67"/>
                  <a:pt x="124" y="67"/>
                </a:cubicBezTo>
                <a:cubicBezTo>
                  <a:pt x="113" y="67"/>
                  <a:pt x="113" y="67"/>
                  <a:pt x="113" y="67"/>
                </a:cubicBezTo>
                <a:cubicBezTo>
                  <a:pt x="113" y="66"/>
                  <a:pt x="113" y="65"/>
                  <a:pt x="113" y="64"/>
                </a:cubicBezTo>
                <a:cubicBezTo>
                  <a:pt x="124" y="64"/>
                  <a:pt x="124" y="64"/>
                  <a:pt x="124" y="64"/>
                </a:cubicBezTo>
                <a:cubicBezTo>
                  <a:pt x="129" y="64"/>
                  <a:pt x="132" y="61"/>
                  <a:pt x="132" y="56"/>
                </a:cubicBezTo>
                <a:cubicBezTo>
                  <a:pt x="132" y="51"/>
                  <a:pt x="129" y="47"/>
                  <a:pt x="124" y="47"/>
                </a:cubicBezTo>
                <a:cubicBezTo>
                  <a:pt x="90" y="47"/>
                  <a:pt x="90" y="47"/>
                  <a:pt x="90" y="47"/>
                </a:cubicBezTo>
                <a:cubicBezTo>
                  <a:pt x="66" y="45"/>
                  <a:pt x="73" y="31"/>
                  <a:pt x="74" y="23"/>
                </a:cubicBezTo>
                <a:cubicBezTo>
                  <a:pt x="75" y="8"/>
                  <a:pt x="69" y="0"/>
                  <a:pt x="64" y="0"/>
                </a:cubicBezTo>
                <a:cubicBezTo>
                  <a:pt x="63" y="0"/>
                  <a:pt x="53" y="1"/>
                  <a:pt x="54" y="5"/>
                </a:cubicBezTo>
                <a:cubicBezTo>
                  <a:pt x="54" y="8"/>
                  <a:pt x="56" y="24"/>
                  <a:pt x="48" y="33"/>
                </a:cubicBezTo>
                <a:cubicBezTo>
                  <a:pt x="42" y="40"/>
                  <a:pt x="33" y="52"/>
                  <a:pt x="29" y="57"/>
                </a:cubicBezTo>
                <a:cubicBezTo>
                  <a:pt x="0" y="57"/>
                  <a:pt x="0" y="57"/>
                  <a:pt x="0" y="57"/>
                </a:cubicBezTo>
                <a:cubicBezTo>
                  <a:pt x="0" y="114"/>
                  <a:pt x="0" y="114"/>
                  <a:pt x="0" y="114"/>
                </a:cubicBezTo>
                <a:cubicBezTo>
                  <a:pt x="31" y="114"/>
                  <a:pt x="31" y="114"/>
                  <a:pt x="31" y="114"/>
                </a:cubicBezTo>
                <a:cubicBezTo>
                  <a:pt x="38" y="119"/>
                  <a:pt x="46" y="121"/>
                  <a:pt x="54" y="122"/>
                </a:cubicBezTo>
                <a:cubicBezTo>
                  <a:pt x="61" y="122"/>
                  <a:pt x="69" y="122"/>
                  <a:pt x="76" y="123"/>
                </a:cubicBezTo>
                <a:cubicBezTo>
                  <a:pt x="77" y="123"/>
                  <a:pt x="78" y="123"/>
                  <a:pt x="79" y="123"/>
                </a:cubicBezTo>
                <a:cubicBezTo>
                  <a:pt x="105" y="123"/>
                  <a:pt x="105" y="123"/>
                  <a:pt x="105" y="123"/>
                </a:cubicBezTo>
                <a:cubicBezTo>
                  <a:pt x="110" y="123"/>
                  <a:pt x="114" y="119"/>
                  <a:pt x="114" y="114"/>
                </a:cubicBezTo>
                <a:cubicBezTo>
                  <a:pt x="114" y="109"/>
                  <a:pt x="110" y="105"/>
                  <a:pt x="105" y="105"/>
                </a:cubicBezTo>
                <a:cubicBezTo>
                  <a:pt x="103" y="105"/>
                  <a:pt x="103" y="105"/>
                  <a:pt x="103" y="105"/>
                </a:cubicBezTo>
                <a:cubicBezTo>
                  <a:pt x="103" y="105"/>
                  <a:pt x="103" y="104"/>
                  <a:pt x="104" y="103"/>
                </a:cubicBezTo>
                <a:cubicBezTo>
                  <a:pt x="117" y="103"/>
                  <a:pt x="117" y="103"/>
                  <a:pt x="117" y="103"/>
                </a:cubicBezTo>
                <a:cubicBezTo>
                  <a:pt x="122" y="103"/>
                  <a:pt x="125" y="99"/>
                  <a:pt x="125" y="95"/>
                </a:cubicBezTo>
                <a:cubicBezTo>
                  <a:pt x="125" y="90"/>
                  <a:pt x="122" y="86"/>
                  <a:pt x="117" y="86"/>
                </a:cubicBezTo>
                <a:cubicBezTo>
                  <a:pt x="109" y="86"/>
                  <a:pt x="109" y="86"/>
                  <a:pt x="109" y="86"/>
                </a:cubicBezTo>
                <a:cubicBezTo>
                  <a:pt x="109" y="85"/>
                  <a:pt x="110" y="85"/>
                  <a:pt x="110" y="84"/>
                </a:cubicBezTo>
                <a:lnTo>
                  <a:pt x="124" y="84"/>
                </a:lnTo>
                <a:close/>
              </a:path>
            </a:pathLst>
          </a:custGeom>
          <a:solidFill>
            <a:sysClr val="window" lastClr="FFFFFF"/>
          </a:solidFill>
          <a:ln w="25400" cap="flat" cmpd="sng" algn="ctr">
            <a:noFill/>
            <a:prstDash val="solid"/>
          </a:ln>
          <a:effectLst/>
        </p:spPr>
        <p:txBody>
          <a:bodyPr lIns="91440" tIns="45720" rIns="91440" bIns="45720"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71" name="TextBox 34"/>
          <p:cNvSpPr txBox="1"/>
          <p:nvPr/>
        </p:nvSpPr>
        <p:spPr>
          <a:xfrm>
            <a:off x="8767654" y="5404379"/>
            <a:ext cx="1963208" cy="39878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2F2F2F"/>
                </a:solidFill>
                <a:effectLst/>
                <a:uLnTx/>
                <a:uFillTx/>
                <a:latin typeface="微软雅黑" panose="020B0503020204020204" pitchFamily="34" charset="-122"/>
                <a:ea typeface="微软雅黑" panose="020B0503020204020204" pitchFamily="34" charset="-122"/>
                <a:cs typeface="+mn-cs"/>
              </a:rPr>
              <a:t>Title</a:t>
            </a:r>
          </a:p>
        </p:txBody>
      </p:sp>
      <p:sp>
        <p:nvSpPr>
          <p:cNvPr id="72" name="矩形 71"/>
          <p:cNvSpPr/>
          <p:nvPr/>
        </p:nvSpPr>
        <p:spPr>
          <a:xfrm>
            <a:off x="8767445" y="5763260"/>
            <a:ext cx="3485515" cy="645160"/>
          </a:xfrm>
          <a:prstGeom prst="rect">
            <a:avLst/>
          </a:prstGeom>
          <a:noFill/>
        </p:spPr>
        <p:txBody>
          <a:bodyPr wrap="square" lIns="91440" tIns="45720" rIns="91440" bIns="4572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contents, or copy and paste contents here.</a:t>
            </a:r>
            <a:endParaRPr kumimoji="0" lang="en-US" altLang="zh-CN"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Light" charset="0"/>
              <a:sym typeface="Lato Light" charset="0"/>
            </a:endParaRPr>
          </a:p>
        </p:txBody>
      </p:sp>
      <p:sp>
        <p:nvSpPr>
          <p:cNvPr id="73" name="KSO_Shape"/>
          <p:cNvSpPr/>
          <p:nvPr/>
        </p:nvSpPr>
        <p:spPr bwMode="auto">
          <a:xfrm>
            <a:off x="8299687" y="5651261"/>
            <a:ext cx="281181" cy="338093"/>
          </a:xfrm>
          <a:custGeom>
            <a:avLst/>
            <a:gdLst>
              <a:gd name="T0" fmla="*/ 1027535 w 3807"/>
              <a:gd name="T1" fmla="*/ 421530 h 4578"/>
              <a:gd name="T2" fmla="*/ 1012969 w 3807"/>
              <a:gd name="T3" fmla="*/ 343716 h 4578"/>
              <a:gd name="T4" fmla="*/ 1007143 w 3807"/>
              <a:gd name="T5" fmla="*/ 311258 h 4578"/>
              <a:gd name="T6" fmla="*/ 986334 w 3807"/>
              <a:gd name="T7" fmla="*/ 272559 h 4578"/>
              <a:gd name="T8" fmla="*/ 1073314 w 3807"/>
              <a:gd name="T9" fmla="*/ 24551 h 4578"/>
              <a:gd name="T10" fmla="*/ 885204 w 3807"/>
              <a:gd name="T11" fmla="*/ 8322 h 4578"/>
              <a:gd name="T12" fmla="*/ 685024 w 3807"/>
              <a:gd name="T13" fmla="*/ 99453 h 4578"/>
              <a:gd name="T14" fmla="*/ 568495 w 3807"/>
              <a:gd name="T15" fmla="*/ 26216 h 4578"/>
              <a:gd name="T16" fmla="*/ 476936 w 3807"/>
              <a:gd name="T17" fmla="*/ 89882 h 4578"/>
              <a:gd name="T18" fmla="*/ 605534 w 3807"/>
              <a:gd name="T19" fmla="*/ 303768 h 4578"/>
              <a:gd name="T20" fmla="*/ 574321 w 3807"/>
              <a:gd name="T21" fmla="*/ 334977 h 4578"/>
              <a:gd name="T22" fmla="*/ 598459 w 3807"/>
              <a:gd name="T23" fmla="*/ 377421 h 4578"/>
              <a:gd name="T24" fmla="*/ 325032 w 3807"/>
              <a:gd name="T25" fmla="*/ 603375 h 4578"/>
              <a:gd name="T26" fmla="*/ 174377 w 3807"/>
              <a:gd name="T27" fmla="*/ 800200 h 4578"/>
              <a:gd name="T28" fmla="*/ 37040 w 3807"/>
              <a:gd name="T29" fmla="*/ 1164305 h 4578"/>
              <a:gd name="T30" fmla="*/ 9156 w 3807"/>
              <a:gd name="T31" fmla="*/ 1559204 h 4578"/>
              <a:gd name="T32" fmla="*/ 68253 w 3807"/>
              <a:gd name="T33" fmla="*/ 1722739 h 4578"/>
              <a:gd name="T34" fmla="*/ 192689 w 3807"/>
              <a:gd name="T35" fmla="*/ 1839669 h 4578"/>
              <a:gd name="T36" fmla="*/ 395366 w 3807"/>
              <a:gd name="T37" fmla="*/ 1892516 h 4578"/>
              <a:gd name="T38" fmla="*/ 1220640 w 3807"/>
              <a:gd name="T39" fmla="*/ 1889604 h 4578"/>
              <a:gd name="T40" fmla="*/ 1412081 w 3807"/>
              <a:gd name="T41" fmla="*/ 1827185 h 4578"/>
              <a:gd name="T42" fmla="*/ 1527361 w 3807"/>
              <a:gd name="T43" fmla="*/ 1703182 h 4578"/>
              <a:gd name="T44" fmla="*/ 1581464 w 3807"/>
              <a:gd name="T45" fmla="*/ 1510102 h 4578"/>
              <a:gd name="T46" fmla="*/ 1533604 w 3807"/>
              <a:gd name="T47" fmla="*/ 1111042 h 4578"/>
              <a:gd name="T48" fmla="*/ 1388359 w 3807"/>
              <a:gd name="T49" fmla="*/ 762333 h 4578"/>
              <a:gd name="T50" fmla="*/ 1125753 w 3807"/>
              <a:gd name="T51" fmla="*/ 1626615 h 4578"/>
              <a:gd name="T52" fmla="*/ 969271 w 3807"/>
              <a:gd name="T53" fmla="*/ 1655328 h 4578"/>
              <a:gd name="T54" fmla="*/ 717485 w 3807"/>
              <a:gd name="T55" fmla="*/ 1631609 h 4578"/>
              <a:gd name="T56" fmla="*/ 531039 w 3807"/>
              <a:gd name="T57" fmla="*/ 1654495 h 4578"/>
              <a:gd name="T58" fmla="*/ 500658 w 3807"/>
              <a:gd name="T59" fmla="*/ 1596239 h 4578"/>
              <a:gd name="T60" fmla="*/ 608447 w 3807"/>
              <a:gd name="T61" fmla="*/ 1495121 h 4578"/>
              <a:gd name="T62" fmla="*/ 643822 w 3807"/>
              <a:gd name="T63" fmla="*/ 1398581 h 4578"/>
              <a:gd name="T64" fmla="*/ 433654 w 3807"/>
              <a:gd name="T65" fmla="*/ 1333666 h 4578"/>
              <a:gd name="T66" fmla="*/ 442394 w 3807"/>
              <a:gd name="T67" fmla="*/ 1266255 h 4578"/>
              <a:gd name="T68" fmla="*/ 459457 w 3807"/>
              <a:gd name="T69" fmla="*/ 1180534 h 4578"/>
              <a:gd name="T70" fmla="*/ 422417 w 3807"/>
              <a:gd name="T71" fmla="*/ 1121861 h 4578"/>
              <a:gd name="T72" fmla="*/ 479849 w 3807"/>
              <a:gd name="T73" fmla="*/ 1068598 h 4578"/>
              <a:gd name="T74" fmla="*/ 581812 w 3807"/>
              <a:gd name="T75" fmla="*/ 896324 h 4578"/>
              <a:gd name="T76" fmla="*/ 696260 w 3807"/>
              <a:gd name="T77" fmla="*/ 757339 h 4578"/>
              <a:gd name="T78" fmla="*/ 881874 w 3807"/>
              <a:gd name="T79" fmla="*/ 720721 h 4578"/>
              <a:gd name="T80" fmla="*/ 1050425 w 3807"/>
              <a:gd name="T81" fmla="*/ 779394 h 4578"/>
              <a:gd name="T82" fmla="*/ 1151555 w 3807"/>
              <a:gd name="T83" fmla="*/ 917546 h 4578"/>
              <a:gd name="T84" fmla="*/ 1133660 w 3807"/>
              <a:gd name="T85" fmla="*/ 993280 h 4578"/>
              <a:gd name="T86" fmla="*/ 1076644 w 3807"/>
              <a:gd name="T87" fmla="*/ 969977 h 4578"/>
              <a:gd name="T88" fmla="*/ 1002981 w 3807"/>
              <a:gd name="T89" fmla="*/ 843476 h 4578"/>
              <a:gd name="T90" fmla="*/ 901018 w 3807"/>
              <a:gd name="T91" fmla="*/ 794790 h 4578"/>
              <a:gd name="T92" fmla="*/ 785322 w 3807"/>
              <a:gd name="T93" fmla="*/ 811435 h 4578"/>
              <a:gd name="T94" fmla="*/ 715820 w 3807"/>
              <a:gd name="T95" fmla="*/ 887585 h 4578"/>
              <a:gd name="T96" fmla="*/ 726225 w 3807"/>
              <a:gd name="T97" fmla="*/ 1059027 h 4578"/>
              <a:gd name="T98" fmla="*/ 970519 w 3807"/>
              <a:gd name="T99" fmla="*/ 1106048 h 4578"/>
              <a:gd name="T100" fmla="*/ 940555 w 3807"/>
              <a:gd name="T101" fmla="*/ 1175957 h 4578"/>
              <a:gd name="T102" fmla="*/ 928070 w 3807"/>
              <a:gd name="T103" fmla="*/ 1261678 h 4578"/>
              <a:gd name="T104" fmla="*/ 970103 w 3807"/>
              <a:gd name="T105" fmla="*/ 1320767 h 4578"/>
              <a:gd name="T106" fmla="*/ 903515 w 3807"/>
              <a:gd name="T107" fmla="*/ 1375695 h 4578"/>
              <a:gd name="T108" fmla="*/ 739959 w 3807"/>
              <a:gd name="T109" fmla="*/ 1503028 h 4578"/>
              <a:gd name="T110" fmla="*/ 759103 w 3807"/>
              <a:gd name="T111" fmla="*/ 1554626 h 4578"/>
              <a:gd name="T112" fmla="*/ 1006727 w 3807"/>
              <a:gd name="T113" fmla="*/ 1570855 h 4578"/>
              <a:gd name="T114" fmla="*/ 1138238 w 3807"/>
              <a:gd name="T115" fmla="*/ 1524250 h 4578"/>
              <a:gd name="T116" fmla="*/ 1182352 w 3807"/>
              <a:gd name="T117" fmla="*/ 1548801 h 45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807" h="4578">
                <a:moveTo>
                  <a:pt x="3118" y="1530"/>
                </a:moveTo>
                <a:lnTo>
                  <a:pt x="3118" y="1530"/>
                </a:lnTo>
                <a:lnTo>
                  <a:pt x="3099" y="1512"/>
                </a:lnTo>
                <a:lnTo>
                  <a:pt x="3077" y="1494"/>
                </a:lnTo>
                <a:lnTo>
                  <a:pt x="3031" y="1454"/>
                </a:lnTo>
                <a:lnTo>
                  <a:pt x="2980" y="1413"/>
                </a:lnTo>
                <a:lnTo>
                  <a:pt x="2925" y="1371"/>
                </a:lnTo>
                <a:lnTo>
                  <a:pt x="2809" y="1285"/>
                </a:lnTo>
                <a:lnTo>
                  <a:pt x="2692" y="1197"/>
                </a:lnTo>
                <a:lnTo>
                  <a:pt x="2636" y="1154"/>
                </a:lnTo>
                <a:lnTo>
                  <a:pt x="2582" y="1112"/>
                </a:lnTo>
                <a:lnTo>
                  <a:pt x="2533" y="1071"/>
                </a:lnTo>
                <a:lnTo>
                  <a:pt x="2510" y="1052"/>
                </a:lnTo>
                <a:lnTo>
                  <a:pt x="2489" y="1031"/>
                </a:lnTo>
                <a:lnTo>
                  <a:pt x="2469" y="1013"/>
                </a:lnTo>
                <a:lnTo>
                  <a:pt x="2451" y="995"/>
                </a:lnTo>
                <a:lnTo>
                  <a:pt x="2434" y="976"/>
                </a:lnTo>
                <a:lnTo>
                  <a:pt x="2419" y="959"/>
                </a:lnTo>
                <a:lnTo>
                  <a:pt x="2407" y="943"/>
                </a:lnTo>
                <a:lnTo>
                  <a:pt x="2396" y="926"/>
                </a:lnTo>
                <a:lnTo>
                  <a:pt x="2388" y="911"/>
                </a:lnTo>
                <a:lnTo>
                  <a:pt x="2383" y="897"/>
                </a:lnTo>
                <a:lnTo>
                  <a:pt x="2370" y="857"/>
                </a:lnTo>
                <a:lnTo>
                  <a:pt x="2386" y="854"/>
                </a:lnTo>
                <a:lnTo>
                  <a:pt x="2400" y="850"/>
                </a:lnTo>
                <a:lnTo>
                  <a:pt x="2413" y="844"/>
                </a:lnTo>
                <a:lnTo>
                  <a:pt x="2424" y="836"/>
                </a:lnTo>
                <a:lnTo>
                  <a:pt x="2434" y="826"/>
                </a:lnTo>
                <a:lnTo>
                  <a:pt x="2437" y="821"/>
                </a:lnTo>
                <a:lnTo>
                  <a:pt x="2440" y="816"/>
                </a:lnTo>
                <a:lnTo>
                  <a:pt x="2443" y="811"/>
                </a:lnTo>
                <a:lnTo>
                  <a:pt x="2445" y="805"/>
                </a:lnTo>
                <a:lnTo>
                  <a:pt x="2446" y="799"/>
                </a:lnTo>
                <a:lnTo>
                  <a:pt x="2446" y="794"/>
                </a:lnTo>
                <a:lnTo>
                  <a:pt x="2446" y="787"/>
                </a:lnTo>
                <a:lnTo>
                  <a:pt x="2444" y="781"/>
                </a:lnTo>
                <a:lnTo>
                  <a:pt x="2442" y="775"/>
                </a:lnTo>
                <a:lnTo>
                  <a:pt x="2439" y="768"/>
                </a:lnTo>
                <a:lnTo>
                  <a:pt x="2436" y="762"/>
                </a:lnTo>
                <a:lnTo>
                  <a:pt x="2431" y="757"/>
                </a:lnTo>
                <a:lnTo>
                  <a:pt x="2425" y="752"/>
                </a:lnTo>
                <a:lnTo>
                  <a:pt x="2420" y="748"/>
                </a:lnTo>
                <a:lnTo>
                  <a:pt x="2414" y="744"/>
                </a:lnTo>
                <a:lnTo>
                  <a:pt x="2407" y="740"/>
                </a:lnTo>
                <a:lnTo>
                  <a:pt x="2400" y="737"/>
                </a:lnTo>
                <a:lnTo>
                  <a:pt x="2392" y="734"/>
                </a:lnTo>
                <a:lnTo>
                  <a:pt x="2384" y="732"/>
                </a:lnTo>
                <a:lnTo>
                  <a:pt x="2376" y="731"/>
                </a:lnTo>
                <a:lnTo>
                  <a:pt x="2366" y="730"/>
                </a:lnTo>
                <a:lnTo>
                  <a:pt x="2357" y="730"/>
                </a:lnTo>
                <a:lnTo>
                  <a:pt x="2352" y="730"/>
                </a:lnTo>
                <a:lnTo>
                  <a:pt x="2354" y="716"/>
                </a:lnTo>
                <a:lnTo>
                  <a:pt x="2356" y="704"/>
                </a:lnTo>
                <a:lnTo>
                  <a:pt x="2359" y="691"/>
                </a:lnTo>
                <a:lnTo>
                  <a:pt x="2362" y="680"/>
                </a:lnTo>
                <a:lnTo>
                  <a:pt x="2370" y="655"/>
                </a:lnTo>
                <a:lnTo>
                  <a:pt x="2382" y="630"/>
                </a:lnTo>
                <a:lnTo>
                  <a:pt x="2395" y="604"/>
                </a:lnTo>
                <a:lnTo>
                  <a:pt x="2410" y="577"/>
                </a:lnTo>
                <a:lnTo>
                  <a:pt x="2445" y="515"/>
                </a:lnTo>
                <a:lnTo>
                  <a:pt x="2464" y="479"/>
                </a:lnTo>
                <a:lnTo>
                  <a:pt x="2486" y="438"/>
                </a:lnTo>
                <a:lnTo>
                  <a:pt x="2507" y="394"/>
                </a:lnTo>
                <a:lnTo>
                  <a:pt x="2530" y="343"/>
                </a:lnTo>
                <a:lnTo>
                  <a:pt x="2554" y="286"/>
                </a:lnTo>
                <a:lnTo>
                  <a:pt x="2578" y="222"/>
                </a:lnTo>
                <a:lnTo>
                  <a:pt x="2602" y="152"/>
                </a:lnTo>
                <a:lnTo>
                  <a:pt x="2614" y="113"/>
                </a:lnTo>
                <a:lnTo>
                  <a:pt x="2627" y="74"/>
                </a:lnTo>
                <a:lnTo>
                  <a:pt x="2579" y="59"/>
                </a:lnTo>
                <a:lnTo>
                  <a:pt x="2535" y="47"/>
                </a:lnTo>
                <a:lnTo>
                  <a:pt x="2494" y="36"/>
                </a:lnTo>
                <a:lnTo>
                  <a:pt x="2455" y="27"/>
                </a:lnTo>
                <a:lnTo>
                  <a:pt x="2418" y="19"/>
                </a:lnTo>
                <a:lnTo>
                  <a:pt x="2384" y="13"/>
                </a:lnTo>
                <a:lnTo>
                  <a:pt x="2352" y="8"/>
                </a:lnTo>
                <a:lnTo>
                  <a:pt x="2322" y="3"/>
                </a:lnTo>
                <a:lnTo>
                  <a:pt x="2293" y="1"/>
                </a:lnTo>
                <a:lnTo>
                  <a:pt x="2265" y="0"/>
                </a:lnTo>
                <a:lnTo>
                  <a:pt x="2240" y="0"/>
                </a:lnTo>
                <a:lnTo>
                  <a:pt x="2216" y="2"/>
                </a:lnTo>
                <a:lnTo>
                  <a:pt x="2193" y="5"/>
                </a:lnTo>
                <a:lnTo>
                  <a:pt x="2171" y="10"/>
                </a:lnTo>
                <a:lnTo>
                  <a:pt x="2148" y="14"/>
                </a:lnTo>
                <a:lnTo>
                  <a:pt x="2127" y="20"/>
                </a:lnTo>
                <a:lnTo>
                  <a:pt x="2107" y="27"/>
                </a:lnTo>
                <a:lnTo>
                  <a:pt x="2086" y="35"/>
                </a:lnTo>
                <a:lnTo>
                  <a:pt x="2065" y="44"/>
                </a:lnTo>
                <a:lnTo>
                  <a:pt x="2044" y="54"/>
                </a:lnTo>
                <a:lnTo>
                  <a:pt x="2002" y="78"/>
                </a:lnTo>
                <a:lnTo>
                  <a:pt x="1957" y="103"/>
                </a:lnTo>
                <a:lnTo>
                  <a:pt x="1907" y="132"/>
                </a:lnTo>
                <a:lnTo>
                  <a:pt x="1852" y="163"/>
                </a:lnTo>
                <a:lnTo>
                  <a:pt x="1791" y="197"/>
                </a:lnTo>
                <a:lnTo>
                  <a:pt x="1757" y="215"/>
                </a:lnTo>
                <a:lnTo>
                  <a:pt x="1720" y="234"/>
                </a:lnTo>
                <a:lnTo>
                  <a:pt x="1694" y="238"/>
                </a:lnTo>
                <a:lnTo>
                  <a:pt x="1670" y="240"/>
                </a:lnTo>
                <a:lnTo>
                  <a:pt x="1646" y="239"/>
                </a:lnTo>
                <a:lnTo>
                  <a:pt x="1624" y="237"/>
                </a:lnTo>
                <a:lnTo>
                  <a:pt x="1603" y="233"/>
                </a:lnTo>
                <a:lnTo>
                  <a:pt x="1584" y="225"/>
                </a:lnTo>
                <a:lnTo>
                  <a:pt x="1566" y="218"/>
                </a:lnTo>
                <a:lnTo>
                  <a:pt x="1548" y="209"/>
                </a:lnTo>
                <a:lnTo>
                  <a:pt x="1532" y="199"/>
                </a:lnTo>
                <a:lnTo>
                  <a:pt x="1516" y="188"/>
                </a:lnTo>
                <a:lnTo>
                  <a:pt x="1500" y="176"/>
                </a:lnTo>
                <a:lnTo>
                  <a:pt x="1486" y="162"/>
                </a:lnTo>
                <a:lnTo>
                  <a:pt x="1457" y="136"/>
                </a:lnTo>
                <a:lnTo>
                  <a:pt x="1428" y="109"/>
                </a:lnTo>
                <a:lnTo>
                  <a:pt x="1413" y="97"/>
                </a:lnTo>
                <a:lnTo>
                  <a:pt x="1398" y="85"/>
                </a:lnTo>
                <a:lnTo>
                  <a:pt x="1382" y="73"/>
                </a:lnTo>
                <a:lnTo>
                  <a:pt x="1366" y="63"/>
                </a:lnTo>
                <a:lnTo>
                  <a:pt x="1350" y="53"/>
                </a:lnTo>
                <a:lnTo>
                  <a:pt x="1331" y="45"/>
                </a:lnTo>
                <a:lnTo>
                  <a:pt x="1313" y="38"/>
                </a:lnTo>
                <a:lnTo>
                  <a:pt x="1293" y="33"/>
                </a:lnTo>
                <a:lnTo>
                  <a:pt x="1271" y="30"/>
                </a:lnTo>
                <a:lnTo>
                  <a:pt x="1249" y="29"/>
                </a:lnTo>
                <a:lnTo>
                  <a:pt x="1225" y="31"/>
                </a:lnTo>
                <a:lnTo>
                  <a:pt x="1199" y="35"/>
                </a:lnTo>
                <a:lnTo>
                  <a:pt x="1171" y="41"/>
                </a:lnTo>
                <a:lnTo>
                  <a:pt x="1142" y="50"/>
                </a:lnTo>
                <a:lnTo>
                  <a:pt x="1110" y="63"/>
                </a:lnTo>
                <a:lnTo>
                  <a:pt x="1077" y="79"/>
                </a:lnTo>
                <a:lnTo>
                  <a:pt x="1112" y="150"/>
                </a:lnTo>
                <a:lnTo>
                  <a:pt x="1146" y="216"/>
                </a:lnTo>
                <a:lnTo>
                  <a:pt x="1179" y="275"/>
                </a:lnTo>
                <a:lnTo>
                  <a:pt x="1211" y="330"/>
                </a:lnTo>
                <a:lnTo>
                  <a:pt x="1242" y="379"/>
                </a:lnTo>
                <a:lnTo>
                  <a:pt x="1270" y="424"/>
                </a:lnTo>
                <a:lnTo>
                  <a:pt x="1298" y="465"/>
                </a:lnTo>
                <a:lnTo>
                  <a:pt x="1324" y="503"/>
                </a:lnTo>
                <a:lnTo>
                  <a:pt x="1370" y="568"/>
                </a:lnTo>
                <a:lnTo>
                  <a:pt x="1390" y="597"/>
                </a:lnTo>
                <a:lnTo>
                  <a:pt x="1408" y="625"/>
                </a:lnTo>
                <a:lnTo>
                  <a:pt x="1423" y="652"/>
                </a:lnTo>
                <a:lnTo>
                  <a:pt x="1436" y="678"/>
                </a:lnTo>
                <a:lnTo>
                  <a:pt x="1442" y="691"/>
                </a:lnTo>
                <a:lnTo>
                  <a:pt x="1447" y="704"/>
                </a:lnTo>
                <a:lnTo>
                  <a:pt x="1452" y="716"/>
                </a:lnTo>
                <a:lnTo>
                  <a:pt x="1455" y="730"/>
                </a:lnTo>
                <a:lnTo>
                  <a:pt x="1439" y="733"/>
                </a:lnTo>
                <a:lnTo>
                  <a:pt x="1425" y="738"/>
                </a:lnTo>
                <a:lnTo>
                  <a:pt x="1412" y="744"/>
                </a:lnTo>
                <a:lnTo>
                  <a:pt x="1401" y="751"/>
                </a:lnTo>
                <a:lnTo>
                  <a:pt x="1391" y="760"/>
                </a:lnTo>
                <a:lnTo>
                  <a:pt x="1387" y="765"/>
                </a:lnTo>
                <a:lnTo>
                  <a:pt x="1384" y="770"/>
                </a:lnTo>
                <a:lnTo>
                  <a:pt x="1382" y="776"/>
                </a:lnTo>
                <a:lnTo>
                  <a:pt x="1380" y="782"/>
                </a:lnTo>
                <a:lnTo>
                  <a:pt x="1379" y="788"/>
                </a:lnTo>
                <a:lnTo>
                  <a:pt x="1378" y="794"/>
                </a:lnTo>
                <a:lnTo>
                  <a:pt x="1379" y="799"/>
                </a:lnTo>
                <a:lnTo>
                  <a:pt x="1380" y="805"/>
                </a:lnTo>
                <a:lnTo>
                  <a:pt x="1382" y="811"/>
                </a:lnTo>
                <a:lnTo>
                  <a:pt x="1384" y="816"/>
                </a:lnTo>
                <a:lnTo>
                  <a:pt x="1387" y="821"/>
                </a:lnTo>
                <a:lnTo>
                  <a:pt x="1391" y="826"/>
                </a:lnTo>
                <a:lnTo>
                  <a:pt x="1401" y="836"/>
                </a:lnTo>
                <a:lnTo>
                  <a:pt x="1412" y="843"/>
                </a:lnTo>
                <a:lnTo>
                  <a:pt x="1425" y="850"/>
                </a:lnTo>
                <a:lnTo>
                  <a:pt x="1439" y="854"/>
                </a:lnTo>
                <a:lnTo>
                  <a:pt x="1455" y="857"/>
                </a:lnTo>
                <a:lnTo>
                  <a:pt x="1454" y="866"/>
                </a:lnTo>
                <a:lnTo>
                  <a:pt x="1451" y="876"/>
                </a:lnTo>
                <a:lnTo>
                  <a:pt x="1445" y="892"/>
                </a:lnTo>
                <a:lnTo>
                  <a:pt x="1438" y="907"/>
                </a:lnTo>
                <a:lnTo>
                  <a:pt x="1428" y="923"/>
                </a:lnTo>
                <a:lnTo>
                  <a:pt x="1416" y="941"/>
                </a:lnTo>
                <a:lnTo>
                  <a:pt x="1401" y="959"/>
                </a:lnTo>
                <a:lnTo>
                  <a:pt x="1384" y="977"/>
                </a:lnTo>
                <a:lnTo>
                  <a:pt x="1366" y="997"/>
                </a:lnTo>
                <a:lnTo>
                  <a:pt x="1346" y="1016"/>
                </a:lnTo>
                <a:lnTo>
                  <a:pt x="1323" y="1035"/>
                </a:lnTo>
                <a:lnTo>
                  <a:pt x="1300" y="1056"/>
                </a:lnTo>
                <a:lnTo>
                  <a:pt x="1249" y="1097"/>
                </a:lnTo>
                <a:lnTo>
                  <a:pt x="1194" y="1141"/>
                </a:lnTo>
                <a:lnTo>
                  <a:pt x="1136" y="1185"/>
                </a:lnTo>
                <a:lnTo>
                  <a:pt x="1014" y="1275"/>
                </a:lnTo>
                <a:lnTo>
                  <a:pt x="893" y="1363"/>
                </a:lnTo>
                <a:lnTo>
                  <a:pt x="835" y="1407"/>
                </a:lnTo>
                <a:lnTo>
                  <a:pt x="781" y="1450"/>
                </a:lnTo>
                <a:lnTo>
                  <a:pt x="732" y="1491"/>
                </a:lnTo>
                <a:lnTo>
                  <a:pt x="710" y="1511"/>
                </a:lnTo>
                <a:lnTo>
                  <a:pt x="689" y="1530"/>
                </a:lnTo>
                <a:lnTo>
                  <a:pt x="666" y="1554"/>
                </a:lnTo>
                <a:lnTo>
                  <a:pt x="643" y="1579"/>
                </a:lnTo>
                <a:lnTo>
                  <a:pt x="619" y="1608"/>
                </a:lnTo>
                <a:lnTo>
                  <a:pt x="595" y="1639"/>
                </a:lnTo>
                <a:lnTo>
                  <a:pt x="570" y="1673"/>
                </a:lnTo>
                <a:lnTo>
                  <a:pt x="546" y="1709"/>
                </a:lnTo>
                <a:lnTo>
                  <a:pt x="520" y="1747"/>
                </a:lnTo>
                <a:lnTo>
                  <a:pt x="495" y="1788"/>
                </a:lnTo>
                <a:lnTo>
                  <a:pt x="470" y="1832"/>
                </a:lnTo>
                <a:lnTo>
                  <a:pt x="444" y="1877"/>
                </a:lnTo>
                <a:lnTo>
                  <a:pt x="419" y="1923"/>
                </a:lnTo>
                <a:lnTo>
                  <a:pt x="393" y="1972"/>
                </a:lnTo>
                <a:lnTo>
                  <a:pt x="369" y="2023"/>
                </a:lnTo>
                <a:lnTo>
                  <a:pt x="343" y="2076"/>
                </a:lnTo>
                <a:lnTo>
                  <a:pt x="319" y="2130"/>
                </a:lnTo>
                <a:lnTo>
                  <a:pt x="294" y="2185"/>
                </a:lnTo>
                <a:lnTo>
                  <a:pt x="271" y="2242"/>
                </a:lnTo>
                <a:lnTo>
                  <a:pt x="247" y="2300"/>
                </a:lnTo>
                <a:lnTo>
                  <a:pt x="224" y="2359"/>
                </a:lnTo>
                <a:lnTo>
                  <a:pt x="203" y="2420"/>
                </a:lnTo>
                <a:lnTo>
                  <a:pt x="181" y="2482"/>
                </a:lnTo>
                <a:lnTo>
                  <a:pt x="161" y="2544"/>
                </a:lnTo>
                <a:lnTo>
                  <a:pt x="141" y="2606"/>
                </a:lnTo>
                <a:lnTo>
                  <a:pt x="122" y="2670"/>
                </a:lnTo>
                <a:lnTo>
                  <a:pt x="105" y="2733"/>
                </a:lnTo>
                <a:lnTo>
                  <a:pt x="89" y="2798"/>
                </a:lnTo>
                <a:lnTo>
                  <a:pt x="73" y="2863"/>
                </a:lnTo>
                <a:lnTo>
                  <a:pt x="59" y="2928"/>
                </a:lnTo>
                <a:lnTo>
                  <a:pt x="46" y="2993"/>
                </a:lnTo>
                <a:lnTo>
                  <a:pt x="35" y="3058"/>
                </a:lnTo>
                <a:lnTo>
                  <a:pt x="24" y="3123"/>
                </a:lnTo>
                <a:lnTo>
                  <a:pt x="16" y="3188"/>
                </a:lnTo>
                <a:lnTo>
                  <a:pt x="10" y="3253"/>
                </a:lnTo>
                <a:lnTo>
                  <a:pt x="5" y="3317"/>
                </a:lnTo>
                <a:lnTo>
                  <a:pt x="1" y="3380"/>
                </a:lnTo>
                <a:lnTo>
                  <a:pt x="0" y="3443"/>
                </a:lnTo>
                <a:lnTo>
                  <a:pt x="0" y="3505"/>
                </a:lnTo>
                <a:lnTo>
                  <a:pt x="3" y="3567"/>
                </a:lnTo>
                <a:lnTo>
                  <a:pt x="7" y="3629"/>
                </a:lnTo>
                <a:lnTo>
                  <a:pt x="13" y="3688"/>
                </a:lnTo>
                <a:lnTo>
                  <a:pt x="22" y="3747"/>
                </a:lnTo>
                <a:lnTo>
                  <a:pt x="27" y="3775"/>
                </a:lnTo>
                <a:lnTo>
                  <a:pt x="32" y="3804"/>
                </a:lnTo>
                <a:lnTo>
                  <a:pt x="40" y="3832"/>
                </a:lnTo>
                <a:lnTo>
                  <a:pt x="46" y="3860"/>
                </a:lnTo>
                <a:lnTo>
                  <a:pt x="54" y="3887"/>
                </a:lnTo>
                <a:lnTo>
                  <a:pt x="62" y="3914"/>
                </a:lnTo>
                <a:lnTo>
                  <a:pt x="70" y="3941"/>
                </a:lnTo>
                <a:lnTo>
                  <a:pt x="80" y="3968"/>
                </a:lnTo>
                <a:lnTo>
                  <a:pt x="90" y="3993"/>
                </a:lnTo>
                <a:lnTo>
                  <a:pt x="101" y="4019"/>
                </a:lnTo>
                <a:lnTo>
                  <a:pt x="112" y="4044"/>
                </a:lnTo>
                <a:lnTo>
                  <a:pt x="124" y="4069"/>
                </a:lnTo>
                <a:lnTo>
                  <a:pt x="136" y="4093"/>
                </a:lnTo>
                <a:lnTo>
                  <a:pt x="150" y="4116"/>
                </a:lnTo>
                <a:lnTo>
                  <a:pt x="164" y="4140"/>
                </a:lnTo>
                <a:lnTo>
                  <a:pt x="179" y="4162"/>
                </a:lnTo>
                <a:lnTo>
                  <a:pt x="194" y="4185"/>
                </a:lnTo>
                <a:lnTo>
                  <a:pt x="211" y="4206"/>
                </a:lnTo>
                <a:lnTo>
                  <a:pt x="227" y="4227"/>
                </a:lnTo>
                <a:lnTo>
                  <a:pt x="244" y="4248"/>
                </a:lnTo>
                <a:lnTo>
                  <a:pt x="263" y="4268"/>
                </a:lnTo>
                <a:lnTo>
                  <a:pt x="282" y="4288"/>
                </a:lnTo>
                <a:lnTo>
                  <a:pt x="302" y="4307"/>
                </a:lnTo>
                <a:lnTo>
                  <a:pt x="323" y="4325"/>
                </a:lnTo>
                <a:lnTo>
                  <a:pt x="344" y="4343"/>
                </a:lnTo>
                <a:lnTo>
                  <a:pt x="367" y="4360"/>
                </a:lnTo>
                <a:lnTo>
                  <a:pt x="389" y="4376"/>
                </a:lnTo>
                <a:lnTo>
                  <a:pt x="413" y="4391"/>
                </a:lnTo>
                <a:lnTo>
                  <a:pt x="438" y="4407"/>
                </a:lnTo>
                <a:lnTo>
                  <a:pt x="463" y="4421"/>
                </a:lnTo>
                <a:lnTo>
                  <a:pt x="490" y="4435"/>
                </a:lnTo>
                <a:lnTo>
                  <a:pt x="516" y="4449"/>
                </a:lnTo>
                <a:lnTo>
                  <a:pt x="545" y="4461"/>
                </a:lnTo>
                <a:lnTo>
                  <a:pt x="573" y="4472"/>
                </a:lnTo>
                <a:lnTo>
                  <a:pt x="603" y="4483"/>
                </a:lnTo>
                <a:lnTo>
                  <a:pt x="634" y="4493"/>
                </a:lnTo>
                <a:lnTo>
                  <a:pt x="665" y="4503"/>
                </a:lnTo>
                <a:lnTo>
                  <a:pt x="698" y="4511"/>
                </a:lnTo>
                <a:lnTo>
                  <a:pt x="731" y="4519"/>
                </a:lnTo>
                <a:lnTo>
                  <a:pt x="765" y="4526"/>
                </a:lnTo>
                <a:lnTo>
                  <a:pt x="801" y="4532"/>
                </a:lnTo>
                <a:lnTo>
                  <a:pt x="836" y="4537"/>
                </a:lnTo>
                <a:lnTo>
                  <a:pt x="873" y="4541"/>
                </a:lnTo>
                <a:lnTo>
                  <a:pt x="912" y="4545"/>
                </a:lnTo>
                <a:lnTo>
                  <a:pt x="950" y="4548"/>
                </a:lnTo>
                <a:lnTo>
                  <a:pt x="990" y="4549"/>
                </a:lnTo>
                <a:lnTo>
                  <a:pt x="1475" y="4566"/>
                </a:lnTo>
                <a:lnTo>
                  <a:pt x="1751" y="4575"/>
                </a:lnTo>
                <a:lnTo>
                  <a:pt x="1874" y="4578"/>
                </a:lnTo>
                <a:lnTo>
                  <a:pt x="1903" y="4578"/>
                </a:lnTo>
                <a:lnTo>
                  <a:pt x="1932" y="4578"/>
                </a:lnTo>
                <a:lnTo>
                  <a:pt x="2056" y="4575"/>
                </a:lnTo>
                <a:lnTo>
                  <a:pt x="2332" y="4566"/>
                </a:lnTo>
                <a:lnTo>
                  <a:pt x="2817" y="4549"/>
                </a:lnTo>
                <a:lnTo>
                  <a:pt x="2856" y="4548"/>
                </a:lnTo>
                <a:lnTo>
                  <a:pt x="2895" y="4545"/>
                </a:lnTo>
                <a:lnTo>
                  <a:pt x="2933" y="4541"/>
                </a:lnTo>
                <a:lnTo>
                  <a:pt x="2970" y="4537"/>
                </a:lnTo>
                <a:lnTo>
                  <a:pt x="3006" y="4532"/>
                </a:lnTo>
                <a:lnTo>
                  <a:pt x="3042" y="4526"/>
                </a:lnTo>
                <a:lnTo>
                  <a:pt x="3075" y="4519"/>
                </a:lnTo>
                <a:lnTo>
                  <a:pt x="3109" y="4511"/>
                </a:lnTo>
                <a:lnTo>
                  <a:pt x="3142" y="4503"/>
                </a:lnTo>
                <a:lnTo>
                  <a:pt x="3173" y="4493"/>
                </a:lnTo>
                <a:lnTo>
                  <a:pt x="3204" y="4483"/>
                </a:lnTo>
                <a:lnTo>
                  <a:pt x="3233" y="4472"/>
                </a:lnTo>
                <a:lnTo>
                  <a:pt x="3262" y="4461"/>
                </a:lnTo>
                <a:lnTo>
                  <a:pt x="3290" y="4449"/>
                </a:lnTo>
                <a:lnTo>
                  <a:pt x="3317" y="4435"/>
                </a:lnTo>
                <a:lnTo>
                  <a:pt x="3343" y="4421"/>
                </a:lnTo>
                <a:lnTo>
                  <a:pt x="3369" y="4407"/>
                </a:lnTo>
                <a:lnTo>
                  <a:pt x="3393" y="4391"/>
                </a:lnTo>
                <a:lnTo>
                  <a:pt x="3418" y="4376"/>
                </a:lnTo>
                <a:lnTo>
                  <a:pt x="3440" y="4360"/>
                </a:lnTo>
                <a:lnTo>
                  <a:pt x="3462" y="4343"/>
                </a:lnTo>
                <a:lnTo>
                  <a:pt x="3484" y="4325"/>
                </a:lnTo>
                <a:lnTo>
                  <a:pt x="3504" y="4307"/>
                </a:lnTo>
                <a:lnTo>
                  <a:pt x="3525" y="4288"/>
                </a:lnTo>
                <a:lnTo>
                  <a:pt x="3544" y="4268"/>
                </a:lnTo>
                <a:lnTo>
                  <a:pt x="3562" y="4248"/>
                </a:lnTo>
                <a:lnTo>
                  <a:pt x="3580" y="4227"/>
                </a:lnTo>
                <a:lnTo>
                  <a:pt x="3596" y="4206"/>
                </a:lnTo>
                <a:lnTo>
                  <a:pt x="3612" y="4185"/>
                </a:lnTo>
                <a:lnTo>
                  <a:pt x="3628" y="4162"/>
                </a:lnTo>
                <a:lnTo>
                  <a:pt x="3643" y="4140"/>
                </a:lnTo>
                <a:lnTo>
                  <a:pt x="3657" y="4116"/>
                </a:lnTo>
                <a:lnTo>
                  <a:pt x="3670" y="4093"/>
                </a:lnTo>
                <a:lnTo>
                  <a:pt x="3683" y="4069"/>
                </a:lnTo>
                <a:lnTo>
                  <a:pt x="3695" y="4044"/>
                </a:lnTo>
                <a:lnTo>
                  <a:pt x="3706" y="4019"/>
                </a:lnTo>
                <a:lnTo>
                  <a:pt x="3716" y="3993"/>
                </a:lnTo>
                <a:lnTo>
                  <a:pt x="3726" y="3968"/>
                </a:lnTo>
                <a:lnTo>
                  <a:pt x="3737" y="3941"/>
                </a:lnTo>
                <a:lnTo>
                  <a:pt x="3745" y="3914"/>
                </a:lnTo>
                <a:lnTo>
                  <a:pt x="3753" y="3887"/>
                </a:lnTo>
                <a:lnTo>
                  <a:pt x="3760" y="3860"/>
                </a:lnTo>
                <a:lnTo>
                  <a:pt x="3767" y="3832"/>
                </a:lnTo>
                <a:lnTo>
                  <a:pt x="3774" y="3804"/>
                </a:lnTo>
                <a:lnTo>
                  <a:pt x="3779" y="3775"/>
                </a:lnTo>
                <a:lnTo>
                  <a:pt x="3784" y="3747"/>
                </a:lnTo>
                <a:lnTo>
                  <a:pt x="3794" y="3688"/>
                </a:lnTo>
                <a:lnTo>
                  <a:pt x="3800" y="3629"/>
                </a:lnTo>
                <a:lnTo>
                  <a:pt x="3804" y="3567"/>
                </a:lnTo>
                <a:lnTo>
                  <a:pt x="3807" y="3505"/>
                </a:lnTo>
                <a:lnTo>
                  <a:pt x="3807" y="3443"/>
                </a:lnTo>
                <a:lnTo>
                  <a:pt x="3806" y="3380"/>
                </a:lnTo>
                <a:lnTo>
                  <a:pt x="3802" y="3317"/>
                </a:lnTo>
                <a:lnTo>
                  <a:pt x="3797" y="3253"/>
                </a:lnTo>
                <a:lnTo>
                  <a:pt x="3791" y="3188"/>
                </a:lnTo>
                <a:lnTo>
                  <a:pt x="3781" y="3123"/>
                </a:lnTo>
                <a:lnTo>
                  <a:pt x="3772" y="3058"/>
                </a:lnTo>
                <a:lnTo>
                  <a:pt x="3761" y="2993"/>
                </a:lnTo>
                <a:lnTo>
                  <a:pt x="3748" y="2928"/>
                </a:lnTo>
                <a:lnTo>
                  <a:pt x="3733" y="2863"/>
                </a:lnTo>
                <a:lnTo>
                  <a:pt x="3718" y="2798"/>
                </a:lnTo>
                <a:lnTo>
                  <a:pt x="3702" y="2733"/>
                </a:lnTo>
                <a:lnTo>
                  <a:pt x="3685" y="2670"/>
                </a:lnTo>
                <a:lnTo>
                  <a:pt x="3665" y="2606"/>
                </a:lnTo>
                <a:lnTo>
                  <a:pt x="3646" y="2544"/>
                </a:lnTo>
                <a:lnTo>
                  <a:pt x="3625" y="2482"/>
                </a:lnTo>
                <a:lnTo>
                  <a:pt x="3604" y="2420"/>
                </a:lnTo>
                <a:lnTo>
                  <a:pt x="3582" y="2359"/>
                </a:lnTo>
                <a:lnTo>
                  <a:pt x="3559" y="2300"/>
                </a:lnTo>
                <a:lnTo>
                  <a:pt x="3536" y="2242"/>
                </a:lnTo>
                <a:lnTo>
                  <a:pt x="3512" y="2185"/>
                </a:lnTo>
                <a:lnTo>
                  <a:pt x="3488" y="2130"/>
                </a:lnTo>
                <a:lnTo>
                  <a:pt x="3463" y="2076"/>
                </a:lnTo>
                <a:lnTo>
                  <a:pt x="3438" y="2023"/>
                </a:lnTo>
                <a:lnTo>
                  <a:pt x="3413" y="1972"/>
                </a:lnTo>
                <a:lnTo>
                  <a:pt x="3388" y="1923"/>
                </a:lnTo>
                <a:lnTo>
                  <a:pt x="3363" y="1877"/>
                </a:lnTo>
                <a:lnTo>
                  <a:pt x="3336" y="1832"/>
                </a:lnTo>
                <a:lnTo>
                  <a:pt x="3311" y="1788"/>
                </a:lnTo>
                <a:lnTo>
                  <a:pt x="3286" y="1747"/>
                </a:lnTo>
                <a:lnTo>
                  <a:pt x="3261" y="1709"/>
                </a:lnTo>
                <a:lnTo>
                  <a:pt x="3236" y="1673"/>
                </a:lnTo>
                <a:lnTo>
                  <a:pt x="3211" y="1639"/>
                </a:lnTo>
                <a:lnTo>
                  <a:pt x="3187" y="1608"/>
                </a:lnTo>
                <a:lnTo>
                  <a:pt x="3164" y="1579"/>
                </a:lnTo>
                <a:lnTo>
                  <a:pt x="3141" y="1554"/>
                </a:lnTo>
                <a:lnTo>
                  <a:pt x="3118" y="1530"/>
                </a:lnTo>
                <a:close/>
                <a:moveTo>
                  <a:pt x="2776" y="3860"/>
                </a:moveTo>
                <a:lnTo>
                  <a:pt x="2776" y="3860"/>
                </a:lnTo>
                <a:lnTo>
                  <a:pt x="2751" y="3878"/>
                </a:lnTo>
                <a:lnTo>
                  <a:pt x="2728" y="3894"/>
                </a:lnTo>
                <a:lnTo>
                  <a:pt x="2705" y="3909"/>
                </a:lnTo>
                <a:lnTo>
                  <a:pt x="2681" y="3921"/>
                </a:lnTo>
                <a:lnTo>
                  <a:pt x="2660" y="3931"/>
                </a:lnTo>
                <a:lnTo>
                  <a:pt x="2638" y="3940"/>
                </a:lnTo>
                <a:lnTo>
                  <a:pt x="2617" y="3947"/>
                </a:lnTo>
                <a:lnTo>
                  <a:pt x="2597" y="3953"/>
                </a:lnTo>
                <a:lnTo>
                  <a:pt x="2577" y="3959"/>
                </a:lnTo>
                <a:lnTo>
                  <a:pt x="2558" y="3963"/>
                </a:lnTo>
                <a:lnTo>
                  <a:pt x="2521" y="3969"/>
                </a:lnTo>
                <a:lnTo>
                  <a:pt x="2487" y="3973"/>
                </a:lnTo>
                <a:lnTo>
                  <a:pt x="2455" y="3977"/>
                </a:lnTo>
                <a:lnTo>
                  <a:pt x="2428" y="3979"/>
                </a:lnTo>
                <a:lnTo>
                  <a:pt x="2398" y="3980"/>
                </a:lnTo>
                <a:lnTo>
                  <a:pt x="2365" y="3980"/>
                </a:lnTo>
                <a:lnTo>
                  <a:pt x="2329" y="3978"/>
                </a:lnTo>
                <a:lnTo>
                  <a:pt x="2289" y="3975"/>
                </a:lnTo>
                <a:lnTo>
                  <a:pt x="2246" y="3971"/>
                </a:lnTo>
                <a:lnTo>
                  <a:pt x="2199" y="3964"/>
                </a:lnTo>
                <a:lnTo>
                  <a:pt x="2149" y="3957"/>
                </a:lnTo>
                <a:lnTo>
                  <a:pt x="2046" y="3940"/>
                </a:lnTo>
                <a:lnTo>
                  <a:pt x="1956" y="3928"/>
                </a:lnTo>
                <a:lnTo>
                  <a:pt x="1916" y="3923"/>
                </a:lnTo>
                <a:lnTo>
                  <a:pt x="1879" y="3920"/>
                </a:lnTo>
                <a:lnTo>
                  <a:pt x="1847" y="3918"/>
                </a:lnTo>
                <a:lnTo>
                  <a:pt x="1818" y="3917"/>
                </a:lnTo>
                <a:lnTo>
                  <a:pt x="1786" y="3917"/>
                </a:lnTo>
                <a:lnTo>
                  <a:pt x="1754" y="3919"/>
                </a:lnTo>
                <a:lnTo>
                  <a:pt x="1724" y="3921"/>
                </a:lnTo>
                <a:lnTo>
                  <a:pt x="1692" y="3925"/>
                </a:lnTo>
                <a:lnTo>
                  <a:pt x="1661" y="3929"/>
                </a:lnTo>
                <a:lnTo>
                  <a:pt x="1631" y="3934"/>
                </a:lnTo>
                <a:lnTo>
                  <a:pt x="1601" y="3940"/>
                </a:lnTo>
                <a:lnTo>
                  <a:pt x="1573" y="3946"/>
                </a:lnTo>
                <a:lnTo>
                  <a:pt x="1516" y="3960"/>
                </a:lnTo>
                <a:lnTo>
                  <a:pt x="1462" y="3974"/>
                </a:lnTo>
                <a:lnTo>
                  <a:pt x="1362" y="4001"/>
                </a:lnTo>
                <a:lnTo>
                  <a:pt x="1350" y="4000"/>
                </a:lnTo>
                <a:lnTo>
                  <a:pt x="1338" y="3998"/>
                </a:lnTo>
                <a:lnTo>
                  <a:pt x="1327" y="3995"/>
                </a:lnTo>
                <a:lnTo>
                  <a:pt x="1317" y="3992"/>
                </a:lnTo>
                <a:lnTo>
                  <a:pt x="1296" y="3985"/>
                </a:lnTo>
                <a:lnTo>
                  <a:pt x="1276" y="3976"/>
                </a:lnTo>
                <a:lnTo>
                  <a:pt x="1259" y="3964"/>
                </a:lnTo>
                <a:lnTo>
                  <a:pt x="1243" y="3951"/>
                </a:lnTo>
                <a:lnTo>
                  <a:pt x="1229" y="3937"/>
                </a:lnTo>
                <a:lnTo>
                  <a:pt x="1223" y="3929"/>
                </a:lnTo>
                <a:lnTo>
                  <a:pt x="1218" y="3922"/>
                </a:lnTo>
                <a:lnTo>
                  <a:pt x="1213" y="3914"/>
                </a:lnTo>
                <a:lnTo>
                  <a:pt x="1209" y="3906"/>
                </a:lnTo>
                <a:lnTo>
                  <a:pt x="1206" y="3896"/>
                </a:lnTo>
                <a:lnTo>
                  <a:pt x="1203" y="3888"/>
                </a:lnTo>
                <a:lnTo>
                  <a:pt x="1201" y="3880"/>
                </a:lnTo>
                <a:lnTo>
                  <a:pt x="1200" y="3871"/>
                </a:lnTo>
                <a:lnTo>
                  <a:pt x="1199" y="3862"/>
                </a:lnTo>
                <a:lnTo>
                  <a:pt x="1200" y="3854"/>
                </a:lnTo>
                <a:lnTo>
                  <a:pt x="1201" y="3845"/>
                </a:lnTo>
                <a:lnTo>
                  <a:pt x="1203" y="3836"/>
                </a:lnTo>
                <a:lnTo>
                  <a:pt x="1206" y="3827"/>
                </a:lnTo>
                <a:lnTo>
                  <a:pt x="1210" y="3818"/>
                </a:lnTo>
                <a:lnTo>
                  <a:pt x="1215" y="3810"/>
                </a:lnTo>
                <a:lnTo>
                  <a:pt x="1220" y="3802"/>
                </a:lnTo>
                <a:lnTo>
                  <a:pt x="1227" y="3793"/>
                </a:lnTo>
                <a:lnTo>
                  <a:pt x="1236" y="3785"/>
                </a:lnTo>
                <a:lnTo>
                  <a:pt x="1288" y="3749"/>
                </a:lnTo>
                <a:lnTo>
                  <a:pt x="1314" y="3730"/>
                </a:lnTo>
                <a:lnTo>
                  <a:pt x="1341" y="3710"/>
                </a:lnTo>
                <a:lnTo>
                  <a:pt x="1367" y="3689"/>
                </a:lnTo>
                <a:lnTo>
                  <a:pt x="1392" y="3667"/>
                </a:lnTo>
                <a:lnTo>
                  <a:pt x="1417" y="3644"/>
                </a:lnTo>
                <a:lnTo>
                  <a:pt x="1440" y="3618"/>
                </a:lnTo>
                <a:lnTo>
                  <a:pt x="1462" y="3593"/>
                </a:lnTo>
                <a:lnTo>
                  <a:pt x="1472" y="3579"/>
                </a:lnTo>
                <a:lnTo>
                  <a:pt x="1482" y="3565"/>
                </a:lnTo>
                <a:lnTo>
                  <a:pt x="1491" y="3550"/>
                </a:lnTo>
                <a:lnTo>
                  <a:pt x="1499" y="3536"/>
                </a:lnTo>
                <a:lnTo>
                  <a:pt x="1508" y="3521"/>
                </a:lnTo>
                <a:lnTo>
                  <a:pt x="1515" y="3504"/>
                </a:lnTo>
                <a:lnTo>
                  <a:pt x="1522" y="3488"/>
                </a:lnTo>
                <a:lnTo>
                  <a:pt x="1528" y="3472"/>
                </a:lnTo>
                <a:lnTo>
                  <a:pt x="1533" y="3454"/>
                </a:lnTo>
                <a:lnTo>
                  <a:pt x="1537" y="3437"/>
                </a:lnTo>
                <a:lnTo>
                  <a:pt x="1541" y="3419"/>
                </a:lnTo>
                <a:lnTo>
                  <a:pt x="1544" y="3399"/>
                </a:lnTo>
                <a:lnTo>
                  <a:pt x="1546" y="3381"/>
                </a:lnTo>
                <a:lnTo>
                  <a:pt x="1547" y="3361"/>
                </a:lnTo>
                <a:lnTo>
                  <a:pt x="1547" y="3337"/>
                </a:lnTo>
                <a:lnTo>
                  <a:pt x="1547" y="3311"/>
                </a:lnTo>
                <a:lnTo>
                  <a:pt x="1164" y="3282"/>
                </a:lnTo>
                <a:lnTo>
                  <a:pt x="1151" y="3280"/>
                </a:lnTo>
                <a:lnTo>
                  <a:pt x="1137" y="3277"/>
                </a:lnTo>
                <a:lnTo>
                  <a:pt x="1124" y="3273"/>
                </a:lnTo>
                <a:lnTo>
                  <a:pt x="1111" y="3268"/>
                </a:lnTo>
                <a:lnTo>
                  <a:pt x="1099" y="3261"/>
                </a:lnTo>
                <a:lnTo>
                  <a:pt x="1088" y="3254"/>
                </a:lnTo>
                <a:lnTo>
                  <a:pt x="1077" y="3246"/>
                </a:lnTo>
                <a:lnTo>
                  <a:pt x="1066" y="3236"/>
                </a:lnTo>
                <a:lnTo>
                  <a:pt x="1057" y="3226"/>
                </a:lnTo>
                <a:lnTo>
                  <a:pt x="1049" y="3216"/>
                </a:lnTo>
                <a:lnTo>
                  <a:pt x="1042" y="3205"/>
                </a:lnTo>
                <a:lnTo>
                  <a:pt x="1036" y="3193"/>
                </a:lnTo>
                <a:lnTo>
                  <a:pt x="1030" y="3180"/>
                </a:lnTo>
                <a:lnTo>
                  <a:pt x="1026" y="3168"/>
                </a:lnTo>
                <a:lnTo>
                  <a:pt x="1024" y="3155"/>
                </a:lnTo>
                <a:lnTo>
                  <a:pt x="1022" y="3142"/>
                </a:lnTo>
                <a:lnTo>
                  <a:pt x="1022" y="3128"/>
                </a:lnTo>
                <a:lnTo>
                  <a:pt x="1023" y="3115"/>
                </a:lnTo>
                <a:lnTo>
                  <a:pt x="1025" y="3103"/>
                </a:lnTo>
                <a:lnTo>
                  <a:pt x="1029" y="3092"/>
                </a:lnTo>
                <a:lnTo>
                  <a:pt x="1034" y="3081"/>
                </a:lnTo>
                <a:lnTo>
                  <a:pt x="1040" y="3069"/>
                </a:lnTo>
                <a:lnTo>
                  <a:pt x="1047" y="3060"/>
                </a:lnTo>
                <a:lnTo>
                  <a:pt x="1055" y="3051"/>
                </a:lnTo>
                <a:lnTo>
                  <a:pt x="1063" y="3043"/>
                </a:lnTo>
                <a:lnTo>
                  <a:pt x="1074" y="3036"/>
                </a:lnTo>
                <a:lnTo>
                  <a:pt x="1085" y="3030"/>
                </a:lnTo>
                <a:lnTo>
                  <a:pt x="1096" y="3025"/>
                </a:lnTo>
                <a:lnTo>
                  <a:pt x="1108" y="3020"/>
                </a:lnTo>
                <a:lnTo>
                  <a:pt x="1120" y="3017"/>
                </a:lnTo>
                <a:lnTo>
                  <a:pt x="1134" y="3016"/>
                </a:lnTo>
                <a:lnTo>
                  <a:pt x="1148" y="3016"/>
                </a:lnTo>
                <a:lnTo>
                  <a:pt x="1518" y="3029"/>
                </a:lnTo>
                <a:lnTo>
                  <a:pt x="1463" y="2843"/>
                </a:lnTo>
                <a:lnTo>
                  <a:pt x="1145" y="2843"/>
                </a:lnTo>
                <a:lnTo>
                  <a:pt x="1131" y="2843"/>
                </a:lnTo>
                <a:lnTo>
                  <a:pt x="1117" y="2841"/>
                </a:lnTo>
                <a:lnTo>
                  <a:pt x="1104" y="2837"/>
                </a:lnTo>
                <a:lnTo>
                  <a:pt x="1092" y="2833"/>
                </a:lnTo>
                <a:lnTo>
                  <a:pt x="1081" y="2827"/>
                </a:lnTo>
                <a:lnTo>
                  <a:pt x="1070" y="2821"/>
                </a:lnTo>
                <a:lnTo>
                  <a:pt x="1059" y="2813"/>
                </a:lnTo>
                <a:lnTo>
                  <a:pt x="1050" y="2805"/>
                </a:lnTo>
                <a:lnTo>
                  <a:pt x="1042" y="2794"/>
                </a:lnTo>
                <a:lnTo>
                  <a:pt x="1035" y="2784"/>
                </a:lnTo>
                <a:lnTo>
                  <a:pt x="1028" y="2773"/>
                </a:lnTo>
                <a:lnTo>
                  <a:pt x="1023" y="2762"/>
                </a:lnTo>
                <a:lnTo>
                  <a:pt x="1019" y="2750"/>
                </a:lnTo>
                <a:lnTo>
                  <a:pt x="1016" y="2736"/>
                </a:lnTo>
                <a:lnTo>
                  <a:pt x="1015" y="2723"/>
                </a:lnTo>
                <a:lnTo>
                  <a:pt x="1014" y="2710"/>
                </a:lnTo>
                <a:lnTo>
                  <a:pt x="1015" y="2696"/>
                </a:lnTo>
                <a:lnTo>
                  <a:pt x="1018" y="2682"/>
                </a:lnTo>
                <a:lnTo>
                  <a:pt x="1021" y="2669"/>
                </a:lnTo>
                <a:lnTo>
                  <a:pt x="1026" y="2657"/>
                </a:lnTo>
                <a:lnTo>
                  <a:pt x="1032" y="2645"/>
                </a:lnTo>
                <a:lnTo>
                  <a:pt x="1039" y="2633"/>
                </a:lnTo>
                <a:lnTo>
                  <a:pt x="1047" y="2623"/>
                </a:lnTo>
                <a:lnTo>
                  <a:pt x="1056" y="2613"/>
                </a:lnTo>
                <a:lnTo>
                  <a:pt x="1065" y="2604"/>
                </a:lnTo>
                <a:lnTo>
                  <a:pt x="1077" y="2596"/>
                </a:lnTo>
                <a:lnTo>
                  <a:pt x="1088" y="2588"/>
                </a:lnTo>
                <a:lnTo>
                  <a:pt x="1100" y="2581"/>
                </a:lnTo>
                <a:lnTo>
                  <a:pt x="1112" y="2576"/>
                </a:lnTo>
                <a:lnTo>
                  <a:pt x="1126" y="2572"/>
                </a:lnTo>
                <a:lnTo>
                  <a:pt x="1139" y="2569"/>
                </a:lnTo>
                <a:lnTo>
                  <a:pt x="1153" y="2568"/>
                </a:lnTo>
                <a:lnTo>
                  <a:pt x="1390" y="2554"/>
                </a:lnTo>
                <a:lnTo>
                  <a:pt x="1383" y="2518"/>
                </a:lnTo>
                <a:lnTo>
                  <a:pt x="1378" y="2483"/>
                </a:lnTo>
                <a:lnTo>
                  <a:pt x="1374" y="2448"/>
                </a:lnTo>
                <a:lnTo>
                  <a:pt x="1371" y="2414"/>
                </a:lnTo>
                <a:lnTo>
                  <a:pt x="1369" y="2382"/>
                </a:lnTo>
                <a:lnTo>
                  <a:pt x="1369" y="2350"/>
                </a:lnTo>
                <a:lnTo>
                  <a:pt x="1370" y="2320"/>
                </a:lnTo>
                <a:lnTo>
                  <a:pt x="1372" y="2291"/>
                </a:lnTo>
                <a:lnTo>
                  <a:pt x="1376" y="2254"/>
                </a:lnTo>
                <a:lnTo>
                  <a:pt x="1381" y="2220"/>
                </a:lnTo>
                <a:lnTo>
                  <a:pt x="1388" y="2186"/>
                </a:lnTo>
                <a:lnTo>
                  <a:pt x="1398" y="2154"/>
                </a:lnTo>
                <a:lnTo>
                  <a:pt x="1408" y="2122"/>
                </a:lnTo>
                <a:lnTo>
                  <a:pt x="1419" y="2092"/>
                </a:lnTo>
                <a:lnTo>
                  <a:pt x="1432" y="2063"/>
                </a:lnTo>
                <a:lnTo>
                  <a:pt x="1447" y="2036"/>
                </a:lnTo>
                <a:lnTo>
                  <a:pt x="1464" y="2008"/>
                </a:lnTo>
                <a:lnTo>
                  <a:pt x="1481" y="1983"/>
                </a:lnTo>
                <a:lnTo>
                  <a:pt x="1500" y="1958"/>
                </a:lnTo>
                <a:lnTo>
                  <a:pt x="1521" y="1935"/>
                </a:lnTo>
                <a:lnTo>
                  <a:pt x="1543" y="1912"/>
                </a:lnTo>
                <a:lnTo>
                  <a:pt x="1567" y="1891"/>
                </a:lnTo>
                <a:lnTo>
                  <a:pt x="1592" y="1870"/>
                </a:lnTo>
                <a:lnTo>
                  <a:pt x="1619" y="1851"/>
                </a:lnTo>
                <a:lnTo>
                  <a:pt x="1646" y="1835"/>
                </a:lnTo>
                <a:lnTo>
                  <a:pt x="1673" y="1820"/>
                </a:lnTo>
                <a:lnTo>
                  <a:pt x="1701" y="1805"/>
                </a:lnTo>
                <a:lnTo>
                  <a:pt x="1730" y="1792"/>
                </a:lnTo>
                <a:lnTo>
                  <a:pt x="1759" y="1780"/>
                </a:lnTo>
                <a:lnTo>
                  <a:pt x="1789" y="1770"/>
                </a:lnTo>
                <a:lnTo>
                  <a:pt x="1819" y="1760"/>
                </a:lnTo>
                <a:lnTo>
                  <a:pt x="1850" y="1752"/>
                </a:lnTo>
                <a:lnTo>
                  <a:pt x="1881" y="1745"/>
                </a:lnTo>
                <a:lnTo>
                  <a:pt x="1914" y="1740"/>
                </a:lnTo>
                <a:lnTo>
                  <a:pt x="1947" y="1735"/>
                </a:lnTo>
                <a:lnTo>
                  <a:pt x="1979" y="1732"/>
                </a:lnTo>
                <a:lnTo>
                  <a:pt x="2014" y="1730"/>
                </a:lnTo>
                <a:lnTo>
                  <a:pt x="2047" y="1729"/>
                </a:lnTo>
                <a:lnTo>
                  <a:pt x="2083" y="1730"/>
                </a:lnTo>
                <a:lnTo>
                  <a:pt x="2119" y="1732"/>
                </a:lnTo>
                <a:lnTo>
                  <a:pt x="2149" y="1734"/>
                </a:lnTo>
                <a:lnTo>
                  <a:pt x="2179" y="1737"/>
                </a:lnTo>
                <a:lnTo>
                  <a:pt x="2208" y="1742"/>
                </a:lnTo>
                <a:lnTo>
                  <a:pt x="2238" y="1747"/>
                </a:lnTo>
                <a:lnTo>
                  <a:pt x="2267" y="1754"/>
                </a:lnTo>
                <a:lnTo>
                  <a:pt x="2294" y="1762"/>
                </a:lnTo>
                <a:lnTo>
                  <a:pt x="2322" y="1770"/>
                </a:lnTo>
                <a:lnTo>
                  <a:pt x="2349" y="1779"/>
                </a:lnTo>
                <a:lnTo>
                  <a:pt x="2376" y="1789"/>
                </a:lnTo>
                <a:lnTo>
                  <a:pt x="2401" y="1801"/>
                </a:lnTo>
                <a:lnTo>
                  <a:pt x="2426" y="1813"/>
                </a:lnTo>
                <a:lnTo>
                  <a:pt x="2452" y="1827"/>
                </a:lnTo>
                <a:lnTo>
                  <a:pt x="2476" y="1841"/>
                </a:lnTo>
                <a:lnTo>
                  <a:pt x="2501" y="1856"/>
                </a:lnTo>
                <a:lnTo>
                  <a:pt x="2524" y="1873"/>
                </a:lnTo>
                <a:lnTo>
                  <a:pt x="2548" y="1890"/>
                </a:lnTo>
                <a:lnTo>
                  <a:pt x="2570" y="1908"/>
                </a:lnTo>
                <a:lnTo>
                  <a:pt x="2591" y="1928"/>
                </a:lnTo>
                <a:lnTo>
                  <a:pt x="2612" y="1948"/>
                </a:lnTo>
                <a:lnTo>
                  <a:pt x="2631" y="1969"/>
                </a:lnTo>
                <a:lnTo>
                  <a:pt x="2651" y="1992"/>
                </a:lnTo>
                <a:lnTo>
                  <a:pt x="2668" y="2015"/>
                </a:lnTo>
                <a:lnTo>
                  <a:pt x="2684" y="2040"/>
                </a:lnTo>
                <a:lnTo>
                  <a:pt x="2700" y="2065"/>
                </a:lnTo>
                <a:lnTo>
                  <a:pt x="2715" y="2091"/>
                </a:lnTo>
                <a:lnTo>
                  <a:pt x="2729" y="2118"/>
                </a:lnTo>
                <a:lnTo>
                  <a:pt x="2742" y="2146"/>
                </a:lnTo>
                <a:lnTo>
                  <a:pt x="2754" y="2175"/>
                </a:lnTo>
                <a:lnTo>
                  <a:pt x="2767" y="2205"/>
                </a:lnTo>
                <a:lnTo>
                  <a:pt x="2778" y="2235"/>
                </a:lnTo>
                <a:lnTo>
                  <a:pt x="2788" y="2266"/>
                </a:lnTo>
                <a:lnTo>
                  <a:pt x="2797" y="2297"/>
                </a:lnTo>
                <a:lnTo>
                  <a:pt x="2796" y="2305"/>
                </a:lnTo>
                <a:lnTo>
                  <a:pt x="2794" y="2314"/>
                </a:lnTo>
                <a:lnTo>
                  <a:pt x="2788" y="2329"/>
                </a:lnTo>
                <a:lnTo>
                  <a:pt x="2781" y="2343"/>
                </a:lnTo>
                <a:lnTo>
                  <a:pt x="2771" y="2356"/>
                </a:lnTo>
                <a:lnTo>
                  <a:pt x="2760" y="2368"/>
                </a:lnTo>
                <a:lnTo>
                  <a:pt x="2753" y="2373"/>
                </a:lnTo>
                <a:lnTo>
                  <a:pt x="2746" y="2377"/>
                </a:lnTo>
                <a:lnTo>
                  <a:pt x="2739" y="2381"/>
                </a:lnTo>
                <a:lnTo>
                  <a:pt x="2732" y="2384"/>
                </a:lnTo>
                <a:lnTo>
                  <a:pt x="2724" y="2387"/>
                </a:lnTo>
                <a:lnTo>
                  <a:pt x="2717" y="2389"/>
                </a:lnTo>
                <a:lnTo>
                  <a:pt x="2709" y="2390"/>
                </a:lnTo>
                <a:lnTo>
                  <a:pt x="2699" y="2391"/>
                </a:lnTo>
                <a:lnTo>
                  <a:pt x="2691" y="2391"/>
                </a:lnTo>
                <a:lnTo>
                  <a:pt x="2682" y="2390"/>
                </a:lnTo>
                <a:lnTo>
                  <a:pt x="2673" y="2389"/>
                </a:lnTo>
                <a:lnTo>
                  <a:pt x="2664" y="2386"/>
                </a:lnTo>
                <a:lnTo>
                  <a:pt x="2655" y="2383"/>
                </a:lnTo>
                <a:lnTo>
                  <a:pt x="2645" y="2379"/>
                </a:lnTo>
                <a:lnTo>
                  <a:pt x="2635" y="2374"/>
                </a:lnTo>
                <a:lnTo>
                  <a:pt x="2626" y="2367"/>
                </a:lnTo>
                <a:lnTo>
                  <a:pt x="2616" y="2359"/>
                </a:lnTo>
                <a:lnTo>
                  <a:pt x="2607" y="2351"/>
                </a:lnTo>
                <a:lnTo>
                  <a:pt x="2597" y="2342"/>
                </a:lnTo>
                <a:lnTo>
                  <a:pt x="2587" y="2331"/>
                </a:lnTo>
                <a:lnTo>
                  <a:pt x="2577" y="2320"/>
                </a:lnTo>
                <a:lnTo>
                  <a:pt x="2568" y="2306"/>
                </a:lnTo>
                <a:lnTo>
                  <a:pt x="2551" y="2259"/>
                </a:lnTo>
                <a:lnTo>
                  <a:pt x="2533" y="2217"/>
                </a:lnTo>
                <a:lnTo>
                  <a:pt x="2517" y="2178"/>
                </a:lnTo>
                <a:lnTo>
                  <a:pt x="2501" y="2144"/>
                </a:lnTo>
                <a:lnTo>
                  <a:pt x="2492" y="2128"/>
                </a:lnTo>
                <a:lnTo>
                  <a:pt x="2482" y="2113"/>
                </a:lnTo>
                <a:lnTo>
                  <a:pt x="2472" y="2098"/>
                </a:lnTo>
                <a:lnTo>
                  <a:pt x="2461" y="2083"/>
                </a:lnTo>
                <a:lnTo>
                  <a:pt x="2450" y="2069"/>
                </a:lnTo>
                <a:lnTo>
                  <a:pt x="2438" y="2055"/>
                </a:lnTo>
                <a:lnTo>
                  <a:pt x="2424" y="2042"/>
                </a:lnTo>
                <a:lnTo>
                  <a:pt x="2410" y="2027"/>
                </a:lnTo>
                <a:lnTo>
                  <a:pt x="2395" y="2014"/>
                </a:lnTo>
                <a:lnTo>
                  <a:pt x="2379" y="2002"/>
                </a:lnTo>
                <a:lnTo>
                  <a:pt x="2363" y="1990"/>
                </a:lnTo>
                <a:lnTo>
                  <a:pt x="2347" y="1978"/>
                </a:lnTo>
                <a:lnTo>
                  <a:pt x="2330" y="1968"/>
                </a:lnTo>
                <a:lnTo>
                  <a:pt x="2313" y="1959"/>
                </a:lnTo>
                <a:lnTo>
                  <a:pt x="2296" y="1950"/>
                </a:lnTo>
                <a:lnTo>
                  <a:pt x="2278" y="1942"/>
                </a:lnTo>
                <a:lnTo>
                  <a:pt x="2260" y="1935"/>
                </a:lnTo>
                <a:lnTo>
                  <a:pt x="2242" y="1929"/>
                </a:lnTo>
                <a:lnTo>
                  <a:pt x="2223" y="1922"/>
                </a:lnTo>
                <a:lnTo>
                  <a:pt x="2204" y="1918"/>
                </a:lnTo>
                <a:lnTo>
                  <a:pt x="2184" y="1913"/>
                </a:lnTo>
                <a:lnTo>
                  <a:pt x="2165" y="1910"/>
                </a:lnTo>
                <a:lnTo>
                  <a:pt x="2144" y="1908"/>
                </a:lnTo>
                <a:lnTo>
                  <a:pt x="2124" y="1906"/>
                </a:lnTo>
                <a:lnTo>
                  <a:pt x="2101" y="1905"/>
                </a:lnTo>
                <a:lnTo>
                  <a:pt x="2079" y="1904"/>
                </a:lnTo>
                <a:lnTo>
                  <a:pt x="2058" y="1905"/>
                </a:lnTo>
                <a:lnTo>
                  <a:pt x="2036" y="1906"/>
                </a:lnTo>
                <a:lnTo>
                  <a:pt x="2016" y="1908"/>
                </a:lnTo>
                <a:lnTo>
                  <a:pt x="1996" y="1912"/>
                </a:lnTo>
                <a:lnTo>
                  <a:pt x="1976" y="1916"/>
                </a:lnTo>
                <a:lnTo>
                  <a:pt x="1958" y="1920"/>
                </a:lnTo>
                <a:lnTo>
                  <a:pt x="1940" y="1927"/>
                </a:lnTo>
                <a:lnTo>
                  <a:pt x="1921" y="1934"/>
                </a:lnTo>
                <a:lnTo>
                  <a:pt x="1904" y="1941"/>
                </a:lnTo>
                <a:lnTo>
                  <a:pt x="1887" y="1950"/>
                </a:lnTo>
                <a:lnTo>
                  <a:pt x="1870" y="1959"/>
                </a:lnTo>
                <a:lnTo>
                  <a:pt x="1855" y="1969"/>
                </a:lnTo>
                <a:lnTo>
                  <a:pt x="1839" y="1981"/>
                </a:lnTo>
                <a:lnTo>
                  <a:pt x="1824" y="1993"/>
                </a:lnTo>
                <a:lnTo>
                  <a:pt x="1810" y="2005"/>
                </a:lnTo>
                <a:lnTo>
                  <a:pt x="1797" y="2018"/>
                </a:lnTo>
                <a:lnTo>
                  <a:pt x="1784" y="2031"/>
                </a:lnTo>
                <a:lnTo>
                  <a:pt x="1772" y="2045"/>
                </a:lnTo>
                <a:lnTo>
                  <a:pt x="1761" y="2059"/>
                </a:lnTo>
                <a:lnTo>
                  <a:pt x="1752" y="2073"/>
                </a:lnTo>
                <a:lnTo>
                  <a:pt x="1743" y="2087"/>
                </a:lnTo>
                <a:lnTo>
                  <a:pt x="1735" y="2103"/>
                </a:lnTo>
                <a:lnTo>
                  <a:pt x="1728" y="2118"/>
                </a:lnTo>
                <a:lnTo>
                  <a:pt x="1720" y="2133"/>
                </a:lnTo>
                <a:lnTo>
                  <a:pt x="1715" y="2150"/>
                </a:lnTo>
                <a:lnTo>
                  <a:pt x="1711" y="2166"/>
                </a:lnTo>
                <a:lnTo>
                  <a:pt x="1707" y="2182"/>
                </a:lnTo>
                <a:lnTo>
                  <a:pt x="1704" y="2199"/>
                </a:lnTo>
                <a:lnTo>
                  <a:pt x="1702" y="2216"/>
                </a:lnTo>
                <a:lnTo>
                  <a:pt x="1701" y="2234"/>
                </a:lnTo>
                <a:lnTo>
                  <a:pt x="1702" y="2258"/>
                </a:lnTo>
                <a:lnTo>
                  <a:pt x="1703" y="2286"/>
                </a:lnTo>
                <a:lnTo>
                  <a:pt x="1706" y="2319"/>
                </a:lnTo>
                <a:lnTo>
                  <a:pt x="1710" y="2354"/>
                </a:lnTo>
                <a:lnTo>
                  <a:pt x="1716" y="2396"/>
                </a:lnTo>
                <a:lnTo>
                  <a:pt x="1725" y="2441"/>
                </a:lnTo>
                <a:lnTo>
                  <a:pt x="1734" y="2491"/>
                </a:lnTo>
                <a:lnTo>
                  <a:pt x="1745" y="2545"/>
                </a:lnTo>
                <a:lnTo>
                  <a:pt x="2179" y="2552"/>
                </a:lnTo>
                <a:lnTo>
                  <a:pt x="2195" y="2554"/>
                </a:lnTo>
                <a:lnTo>
                  <a:pt x="2212" y="2556"/>
                </a:lnTo>
                <a:lnTo>
                  <a:pt x="2226" y="2560"/>
                </a:lnTo>
                <a:lnTo>
                  <a:pt x="2241" y="2566"/>
                </a:lnTo>
                <a:lnTo>
                  <a:pt x="2254" y="2572"/>
                </a:lnTo>
                <a:lnTo>
                  <a:pt x="2268" y="2580"/>
                </a:lnTo>
                <a:lnTo>
                  <a:pt x="2280" y="2589"/>
                </a:lnTo>
                <a:lnTo>
                  <a:pt x="2291" y="2598"/>
                </a:lnTo>
                <a:lnTo>
                  <a:pt x="2302" y="2609"/>
                </a:lnTo>
                <a:lnTo>
                  <a:pt x="2311" y="2620"/>
                </a:lnTo>
                <a:lnTo>
                  <a:pt x="2319" y="2632"/>
                </a:lnTo>
                <a:lnTo>
                  <a:pt x="2326" y="2645"/>
                </a:lnTo>
                <a:lnTo>
                  <a:pt x="2332" y="2658"/>
                </a:lnTo>
                <a:lnTo>
                  <a:pt x="2336" y="2672"/>
                </a:lnTo>
                <a:lnTo>
                  <a:pt x="2339" y="2685"/>
                </a:lnTo>
                <a:lnTo>
                  <a:pt x="2340" y="2701"/>
                </a:lnTo>
                <a:lnTo>
                  <a:pt x="2339" y="2715"/>
                </a:lnTo>
                <a:lnTo>
                  <a:pt x="2337" y="2729"/>
                </a:lnTo>
                <a:lnTo>
                  <a:pt x="2334" y="2742"/>
                </a:lnTo>
                <a:lnTo>
                  <a:pt x="2329" y="2756"/>
                </a:lnTo>
                <a:lnTo>
                  <a:pt x="2323" y="2769"/>
                </a:lnTo>
                <a:lnTo>
                  <a:pt x="2314" y="2780"/>
                </a:lnTo>
                <a:lnTo>
                  <a:pt x="2306" y="2791"/>
                </a:lnTo>
                <a:lnTo>
                  <a:pt x="2296" y="2801"/>
                </a:lnTo>
                <a:lnTo>
                  <a:pt x="2285" y="2811"/>
                </a:lnTo>
                <a:lnTo>
                  <a:pt x="2274" y="2819"/>
                </a:lnTo>
                <a:lnTo>
                  <a:pt x="2260" y="2826"/>
                </a:lnTo>
                <a:lnTo>
                  <a:pt x="2246" y="2832"/>
                </a:lnTo>
                <a:lnTo>
                  <a:pt x="2232" y="2837"/>
                </a:lnTo>
                <a:lnTo>
                  <a:pt x="2217" y="2841"/>
                </a:lnTo>
                <a:lnTo>
                  <a:pt x="2201" y="2843"/>
                </a:lnTo>
                <a:lnTo>
                  <a:pt x="2185" y="2843"/>
                </a:lnTo>
                <a:lnTo>
                  <a:pt x="1814" y="2843"/>
                </a:lnTo>
                <a:lnTo>
                  <a:pt x="1840" y="2948"/>
                </a:lnTo>
                <a:lnTo>
                  <a:pt x="1850" y="2993"/>
                </a:lnTo>
                <a:lnTo>
                  <a:pt x="1859" y="3032"/>
                </a:lnTo>
                <a:lnTo>
                  <a:pt x="2183" y="3027"/>
                </a:lnTo>
                <a:lnTo>
                  <a:pt x="2199" y="3027"/>
                </a:lnTo>
                <a:lnTo>
                  <a:pt x="2215" y="3029"/>
                </a:lnTo>
                <a:lnTo>
                  <a:pt x="2230" y="3032"/>
                </a:lnTo>
                <a:lnTo>
                  <a:pt x="2244" y="3036"/>
                </a:lnTo>
                <a:lnTo>
                  <a:pt x="2257" y="3042"/>
                </a:lnTo>
                <a:lnTo>
                  <a:pt x="2270" y="3048"/>
                </a:lnTo>
                <a:lnTo>
                  <a:pt x="2282" y="3055"/>
                </a:lnTo>
                <a:lnTo>
                  <a:pt x="2292" y="3064"/>
                </a:lnTo>
                <a:lnTo>
                  <a:pt x="2302" y="3073"/>
                </a:lnTo>
                <a:lnTo>
                  <a:pt x="2310" y="3085"/>
                </a:lnTo>
                <a:lnTo>
                  <a:pt x="2317" y="3095"/>
                </a:lnTo>
                <a:lnTo>
                  <a:pt x="2324" y="3107"/>
                </a:lnTo>
                <a:lnTo>
                  <a:pt x="2328" y="3119"/>
                </a:lnTo>
                <a:lnTo>
                  <a:pt x="2331" y="3133"/>
                </a:lnTo>
                <a:lnTo>
                  <a:pt x="2333" y="3147"/>
                </a:lnTo>
                <a:lnTo>
                  <a:pt x="2333" y="3160"/>
                </a:lnTo>
                <a:lnTo>
                  <a:pt x="2331" y="3174"/>
                </a:lnTo>
                <a:lnTo>
                  <a:pt x="2328" y="3188"/>
                </a:lnTo>
                <a:lnTo>
                  <a:pt x="2324" y="3202"/>
                </a:lnTo>
                <a:lnTo>
                  <a:pt x="2317" y="3214"/>
                </a:lnTo>
                <a:lnTo>
                  <a:pt x="2310" y="3226"/>
                </a:lnTo>
                <a:lnTo>
                  <a:pt x="2302" y="3238"/>
                </a:lnTo>
                <a:lnTo>
                  <a:pt x="2293" y="3249"/>
                </a:lnTo>
                <a:lnTo>
                  <a:pt x="2283" y="3259"/>
                </a:lnTo>
                <a:lnTo>
                  <a:pt x="2271" y="3269"/>
                </a:lnTo>
                <a:lnTo>
                  <a:pt x="2258" y="3277"/>
                </a:lnTo>
                <a:lnTo>
                  <a:pt x="2245" y="3284"/>
                </a:lnTo>
                <a:lnTo>
                  <a:pt x="2232" y="3291"/>
                </a:lnTo>
                <a:lnTo>
                  <a:pt x="2218" y="3297"/>
                </a:lnTo>
                <a:lnTo>
                  <a:pt x="2202" y="3301"/>
                </a:lnTo>
                <a:lnTo>
                  <a:pt x="2187" y="3304"/>
                </a:lnTo>
                <a:lnTo>
                  <a:pt x="2171" y="3306"/>
                </a:lnTo>
                <a:lnTo>
                  <a:pt x="1867" y="3316"/>
                </a:lnTo>
                <a:lnTo>
                  <a:pt x="1865" y="3343"/>
                </a:lnTo>
                <a:lnTo>
                  <a:pt x="1862" y="3367"/>
                </a:lnTo>
                <a:lnTo>
                  <a:pt x="1857" y="3395"/>
                </a:lnTo>
                <a:lnTo>
                  <a:pt x="1852" y="3422"/>
                </a:lnTo>
                <a:lnTo>
                  <a:pt x="1847" y="3448"/>
                </a:lnTo>
                <a:lnTo>
                  <a:pt x="1840" y="3474"/>
                </a:lnTo>
                <a:lnTo>
                  <a:pt x="1833" y="3498"/>
                </a:lnTo>
                <a:lnTo>
                  <a:pt x="1823" y="3522"/>
                </a:lnTo>
                <a:lnTo>
                  <a:pt x="1814" y="3545"/>
                </a:lnTo>
                <a:lnTo>
                  <a:pt x="1803" y="3568"/>
                </a:lnTo>
                <a:lnTo>
                  <a:pt x="1791" y="3590"/>
                </a:lnTo>
                <a:lnTo>
                  <a:pt x="1778" y="3612"/>
                </a:lnTo>
                <a:lnTo>
                  <a:pt x="1761" y="3634"/>
                </a:lnTo>
                <a:lnTo>
                  <a:pt x="1745" y="3655"/>
                </a:lnTo>
                <a:lnTo>
                  <a:pt x="1726" y="3676"/>
                </a:lnTo>
                <a:lnTo>
                  <a:pt x="1705" y="3698"/>
                </a:lnTo>
                <a:lnTo>
                  <a:pt x="1682" y="3718"/>
                </a:lnTo>
                <a:lnTo>
                  <a:pt x="1657" y="3740"/>
                </a:lnTo>
                <a:lnTo>
                  <a:pt x="1686" y="3736"/>
                </a:lnTo>
                <a:lnTo>
                  <a:pt x="1708" y="3732"/>
                </a:lnTo>
                <a:lnTo>
                  <a:pt x="1729" y="3731"/>
                </a:lnTo>
                <a:lnTo>
                  <a:pt x="1746" y="3731"/>
                </a:lnTo>
                <a:lnTo>
                  <a:pt x="1781" y="3734"/>
                </a:lnTo>
                <a:lnTo>
                  <a:pt x="1801" y="3736"/>
                </a:lnTo>
                <a:lnTo>
                  <a:pt x="1824" y="3736"/>
                </a:lnTo>
                <a:lnTo>
                  <a:pt x="1861" y="3737"/>
                </a:lnTo>
                <a:lnTo>
                  <a:pt x="1898" y="3738"/>
                </a:lnTo>
                <a:lnTo>
                  <a:pt x="1934" y="3739"/>
                </a:lnTo>
                <a:lnTo>
                  <a:pt x="1973" y="3741"/>
                </a:lnTo>
                <a:lnTo>
                  <a:pt x="2012" y="3744"/>
                </a:lnTo>
                <a:lnTo>
                  <a:pt x="2051" y="3748"/>
                </a:lnTo>
                <a:lnTo>
                  <a:pt x="2090" y="3752"/>
                </a:lnTo>
                <a:lnTo>
                  <a:pt x="2130" y="3757"/>
                </a:lnTo>
                <a:lnTo>
                  <a:pt x="2191" y="3764"/>
                </a:lnTo>
                <a:lnTo>
                  <a:pt x="2247" y="3769"/>
                </a:lnTo>
                <a:lnTo>
                  <a:pt x="2297" y="3772"/>
                </a:lnTo>
                <a:lnTo>
                  <a:pt x="2343" y="3774"/>
                </a:lnTo>
                <a:lnTo>
                  <a:pt x="2384" y="3775"/>
                </a:lnTo>
                <a:lnTo>
                  <a:pt x="2419" y="3775"/>
                </a:lnTo>
                <a:lnTo>
                  <a:pt x="2450" y="3774"/>
                </a:lnTo>
                <a:lnTo>
                  <a:pt x="2476" y="3771"/>
                </a:lnTo>
                <a:lnTo>
                  <a:pt x="2502" y="3767"/>
                </a:lnTo>
                <a:lnTo>
                  <a:pt x="2530" y="3761"/>
                </a:lnTo>
                <a:lnTo>
                  <a:pt x="2561" y="3752"/>
                </a:lnTo>
                <a:lnTo>
                  <a:pt x="2595" y="3740"/>
                </a:lnTo>
                <a:lnTo>
                  <a:pt x="2629" y="3725"/>
                </a:lnTo>
                <a:lnTo>
                  <a:pt x="2646" y="3717"/>
                </a:lnTo>
                <a:lnTo>
                  <a:pt x="2664" y="3708"/>
                </a:lnTo>
                <a:lnTo>
                  <a:pt x="2682" y="3698"/>
                </a:lnTo>
                <a:lnTo>
                  <a:pt x="2699" y="3687"/>
                </a:lnTo>
                <a:lnTo>
                  <a:pt x="2718" y="3675"/>
                </a:lnTo>
                <a:lnTo>
                  <a:pt x="2735" y="3663"/>
                </a:lnTo>
                <a:lnTo>
                  <a:pt x="2751" y="3661"/>
                </a:lnTo>
                <a:lnTo>
                  <a:pt x="2767" y="3660"/>
                </a:lnTo>
                <a:lnTo>
                  <a:pt x="2782" y="3661"/>
                </a:lnTo>
                <a:lnTo>
                  <a:pt x="2795" y="3664"/>
                </a:lnTo>
                <a:lnTo>
                  <a:pt x="2808" y="3669"/>
                </a:lnTo>
                <a:lnTo>
                  <a:pt x="2814" y="3672"/>
                </a:lnTo>
                <a:lnTo>
                  <a:pt x="2819" y="3675"/>
                </a:lnTo>
                <a:lnTo>
                  <a:pt x="2824" y="3679"/>
                </a:lnTo>
                <a:lnTo>
                  <a:pt x="2828" y="3684"/>
                </a:lnTo>
                <a:lnTo>
                  <a:pt x="2832" y="3689"/>
                </a:lnTo>
                <a:lnTo>
                  <a:pt x="2835" y="3695"/>
                </a:lnTo>
                <a:lnTo>
                  <a:pt x="2837" y="3701"/>
                </a:lnTo>
                <a:lnTo>
                  <a:pt x="2839" y="3707"/>
                </a:lnTo>
                <a:lnTo>
                  <a:pt x="2840" y="3714"/>
                </a:lnTo>
                <a:lnTo>
                  <a:pt x="2841" y="3722"/>
                </a:lnTo>
                <a:lnTo>
                  <a:pt x="2840" y="3730"/>
                </a:lnTo>
                <a:lnTo>
                  <a:pt x="2839" y="3740"/>
                </a:lnTo>
                <a:lnTo>
                  <a:pt x="2837" y="3749"/>
                </a:lnTo>
                <a:lnTo>
                  <a:pt x="2834" y="3759"/>
                </a:lnTo>
                <a:lnTo>
                  <a:pt x="2831" y="3769"/>
                </a:lnTo>
                <a:lnTo>
                  <a:pt x="2826" y="3780"/>
                </a:lnTo>
                <a:lnTo>
                  <a:pt x="2820" y="3792"/>
                </a:lnTo>
                <a:lnTo>
                  <a:pt x="2814" y="3804"/>
                </a:lnTo>
                <a:lnTo>
                  <a:pt x="2797" y="3830"/>
                </a:lnTo>
                <a:lnTo>
                  <a:pt x="2776" y="3860"/>
                </a:lnTo>
                <a:close/>
              </a:path>
            </a:pathLst>
          </a:custGeom>
          <a:solidFill>
            <a:sysClr val="window" lastClr="FFFFFF"/>
          </a:solidFill>
          <a:ln>
            <a:noFill/>
          </a:ln>
        </p:spPr>
        <p:txBody>
          <a:bodyPr lIns="91440" tIns="45720" rIns="91440" bIns="45720" anchor="ctr">
            <a:scene3d>
              <a:camera prst="orthographicFront"/>
              <a:lightRig rig="threePt" dir="t"/>
            </a:scene3d>
            <a:sp3d>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nvGrpSpPr>
          <p:cNvPr id="74" name="组合 73"/>
          <p:cNvGrpSpPr/>
          <p:nvPr/>
        </p:nvGrpSpPr>
        <p:grpSpPr>
          <a:xfrm>
            <a:off x="106526" y="4468236"/>
            <a:ext cx="303028" cy="227841"/>
            <a:chOff x="2231238" y="1865312"/>
            <a:chExt cx="514350" cy="386732"/>
          </a:xfrm>
          <a:solidFill>
            <a:sysClr val="window" lastClr="FFFFFF"/>
          </a:solidFill>
        </p:grpSpPr>
        <p:sp>
          <p:nvSpPr>
            <p:cNvPr id="75" name="Freeform 11">
              <a:hlinkClick r:id="rId4"/>
            </p:cNvPr>
            <p:cNvSpPr/>
            <p:nvPr/>
          </p:nvSpPr>
          <p:spPr bwMode="auto">
            <a:xfrm>
              <a:off x="2231238" y="1993281"/>
              <a:ext cx="514350" cy="258763"/>
            </a:xfrm>
            <a:custGeom>
              <a:avLst/>
              <a:gdLst>
                <a:gd name="T0" fmla="*/ 324 w 324"/>
                <a:gd name="T1" fmla="*/ 0 h 163"/>
                <a:gd name="T2" fmla="*/ 270 w 324"/>
                <a:gd name="T3" fmla="*/ 163 h 163"/>
                <a:gd name="T4" fmla="*/ 0 w 324"/>
                <a:gd name="T5" fmla="*/ 163 h 163"/>
                <a:gd name="T6" fmla="*/ 54 w 324"/>
                <a:gd name="T7" fmla="*/ 0 h 163"/>
                <a:gd name="T8" fmla="*/ 324 w 324"/>
                <a:gd name="T9" fmla="*/ 0 h 163"/>
              </a:gdLst>
              <a:ahLst/>
              <a:cxnLst>
                <a:cxn ang="0">
                  <a:pos x="T0" y="T1"/>
                </a:cxn>
                <a:cxn ang="0">
                  <a:pos x="T2" y="T3"/>
                </a:cxn>
                <a:cxn ang="0">
                  <a:pos x="T4" y="T5"/>
                </a:cxn>
                <a:cxn ang="0">
                  <a:pos x="T6" y="T7"/>
                </a:cxn>
                <a:cxn ang="0">
                  <a:pos x="T8" y="T9"/>
                </a:cxn>
              </a:cxnLst>
              <a:rect l="0" t="0" r="r" b="b"/>
              <a:pathLst>
                <a:path w="324" h="163">
                  <a:moveTo>
                    <a:pt x="324" y="0"/>
                  </a:moveTo>
                  <a:lnTo>
                    <a:pt x="270" y="163"/>
                  </a:lnTo>
                  <a:lnTo>
                    <a:pt x="0" y="163"/>
                  </a:lnTo>
                  <a:lnTo>
                    <a:pt x="54" y="0"/>
                  </a:lnTo>
                  <a:lnTo>
                    <a:pt x="324" y="0"/>
                  </a:lnTo>
                </a:path>
              </a:pathLst>
            </a:custGeom>
            <a:grpFill/>
            <a:ln w="25400" cap="flat" cmpd="sng" algn="ctr">
              <a:noFill/>
              <a:prstDash val="solid"/>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76" name="Freeform 12"/>
            <p:cNvSpPr/>
            <p:nvPr/>
          </p:nvSpPr>
          <p:spPr bwMode="auto">
            <a:xfrm>
              <a:off x="2236788" y="1865312"/>
              <a:ext cx="449262" cy="338138"/>
            </a:xfrm>
            <a:custGeom>
              <a:avLst/>
              <a:gdLst>
                <a:gd name="T0" fmla="*/ 44 w 283"/>
                <a:gd name="T1" fmla="*/ 81 h 213"/>
                <a:gd name="T2" fmla="*/ 49 w 283"/>
                <a:gd name="T3" fmla="*/ 71 h 213"/>
                <a:gd name="T4" fmla="*/ 59 w 283"/>
                <a:gd name="T5" fmla="*/ 71 h 213"/>
                <a:gd name="T6" fmla="*/ 283 w 283"/>
                <a:gd name="T7" fmla="*/ 71 h 213"/>
                <a:gd name="T8" fmla="*/ 283 w 283"/>
                <a:gd name="T9" fmla="*/ 43 h 213"/>
                <a:gd name="T10" fmla="*/ 184 w 283"/>
                <a:gd name="T11" fmla="*/ 43 h 213"/>
                <a:gd name="T12" fmla="*/ 149 w 283"/>
                <a:gd name="T13" fmla="*/ 0 h 213"/>
                <a:gd name="T14" fmla="*/ 18 w 283"/>
                <a:gd name="T15" fmla="*/ 0 h 213"/>
                <a:gd name="T16" fmla="*/ 0 w 283"/>
                <a:gd name="T17" fmla="*/ 43 h 213"/>
                <a:gd name="T18" fmla="*/ 0 w 283"/>
                <a:gd name="T19" fmla="*/ 213 h 213"/>
                <a:gd name="T20" fmla="*/ 44 w 283"/>
                <a:gd name="T21" fmla="*/ 8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3" h="213">
                  <a:moveTo>
                    <a:pt x="44" y="81"/>
                  </a:moveTo>
                  <a:lnTo>
                    <a:pt x="49" y="71"/>
                  </a:lnTo>
                  <a:lnTo>
                    <a:pt x="59" y="71"/>
                  </a:lnTo>
                  <a:lnTo>
                    <a:pt x="283" y="71"/>
                  </a:lnTo>
                  <a:lnTo>
                    <a:pt x="283" y="43"/>
                  </a:lnTo>
                  <a:lnTo>
                    <a:pt x="184" y="43"/>
                  </a:lnTo>
                  <a:lnTo>
                    <a:pt x="149" y="0"/>
                  </a:lnTo>
                  <a:lnTo>
                    <a:pt x="18" y="0"/>
                  </a:lnTo>
                  <a:lnTo>
                    <a:pt x="0" y="43"/>
                  </a:lnTo>
                  <a:lnTo>
                    <a:pt x="0" y="213"/>
                  </a:lnTo>
                  <a:lnTo>
                    <a:pt x="44" y="81"/>
                  </a:lnTo>
                  <a:close/>
                </a:path>
              </a:pathLst>
            </a:custGeom>
            <a:grpFill/>
            <a:ln w="25400" cap="flat" cmpd="sng" algn="ctr">
              <a:noFill/>
              <a:prstDash val="solid"/>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35" b="0" i="0" u="none" strike="noStrike" kern="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grpSp>
      <p:sp>
        <p:nvSpPr>
          <p:cNvPr id="77" name="Freeform 134"/>
          <p:cNvSpPr/>
          <p:nvPr/>
        </p:nvSpPr>
        <p:spPr bwMode="auto">
          <a:xfrm>
            <a:off x="4149203" y="4404430"/>
            <a:ext cx="158168" cy="354286"/>
          </a:xfrm>
          <a:custGeom>
            <a:avLst/>
            <a:gdLst>
              <a:gd name="T0" fmla="*/ 18 w 21"/>
              <a:gd name="T1" fmla="*/ 26 h 47"/>
              <a:gd name="T2" fmla="*/ 18 w 21"/>
              <a:gd name="T3" fmla="*/ 2 h 47"/>
              <a:gd name="T4" fmla="*/ 16 w 21"/>
              <a:gd name="T5" fmla="*/ 0 h 47"/>
              <a:gd name="T6" fmla="*/ 14 w 21"/>
              <a:gd name="T7" fmla="*/ 2 h 47"/>
              <a:gd name="T8" fmla="*/ 14 w 21"/>
              <a:gd name="T9" fmla="*/ 26 h 47"/>
              <a:gd name="T10" fmla="*/ 11 w 21"/>
              <a:gd name="T11" fmla="*/ 30 h 47"/>
              <a:gd name="T12" fmla="*/ 12 w 21"/>
              <a:gd name="T13" fmla="*/ 32 h 47"/>
              <a:gd name="T14" fmla="*/ 1 w 21"/>
              <a:gd name="T15" fmla="*/ 43 h 47"/>
              <a:gd name="T16" fmla="*/ 1 w 21"/>
              <a:gd name="T17" fmla="*/ 46 h 47"/>
              <a:gd name="T18" fmla="*/ 3 w 21"/>
              <a:gd name="T19" fmla="*/ 47 h 47"/>
              <a:gd name="T20" fmla="*/ 4 w 21"/>
              <a:gd name="T21" fmla="*/ 46 h 47"/>
              <a:gd name="T22" fmla="*/ 15 w 21"/>
              <a:gd name="T23" fmla="*/ 34 h 47"/>
              <a:gd name="T24" fmla="*/ 16 w 21"/>
              <a:gd name="T25" fmla="*/ 35 h 47"/>
              <a:gd name="T26" fmla="*/ 21 w 21"/>
              <a:gd name="T27" fmla="*/ 30 h 47"/>
              <a:gd name="T28" fmla="*/ 18 w 21"/>
              <a:gd name="T29"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47">
                <a:moveTo>
                  <a:pt x="18" y="26"/>
                </a:moveTo>
                <a:cubicBezTo>
                  <a:pt x="18" y="2"/>
                  <a:pt x="18" y="2"/>
                  <a:pt x="18" y="2"/>
                </a:cubicBezTo>
                <a:cubicBezTo>
                  <a:pt x="18" y="0"/>
                  <a:pt x="17" y="0"/>
                  <a:pt x="16" y="0"/>
                </a:cubicBezTo>
                <a:cubicBezTo>
                  <a:pt x="15" y="0"/>
                  <a:pt x="14" y="0"/>
                  <a:pt x="14" y="2"/>
                </a:cubicBezTo>
                <a:cubicBezTo>
                  <a:pt x="14" y="26"/>
                  <a:pt x="14" y="26"/>
                  <a:pt x="14" y="26"/>
                </a:cubicBezTo>
                <a:cubicBezTo>
                  <a:pt x="12" y="26"/>
                  <a:pt x="11" y="28"/>
                  <a:pt x="11" y="30"/>
                </a:cubicBezTo>
                <a:cubicBezTo>
                  <a:pt x="11" y="30"/>
                  <a:pt x="11" y="31"/>
                  <a:pt x="12" y="32"/>
                </a:cubicBezTo>
                <a:cubicBezTo>
                  <a:pt x="1" y="43"/>
                  <a:pt x="1" y="43"/>
                  <a:pt x="1" y="43"/>
                </a:cubicBezTo>
                <a:cubicBezTo>
                  <a:pt x="0" y="44"/>
                  <a:pt x="0" y="46"/>
                  <a:pt x="1" y="46"/>
                </a:cubicBezTo>
                <a:cubicBezTo>
                  <a:pt x="2" y="47"/>
                  <a:pt x="2" y="47"/>
                  <a:pt x="3" y="47"/>
                </a:cubicBezTo>
                <a:cubicBezTo>
                  <a:pt x="3" y="47"/>
                  <a:pt x="4" y="47"/>
                  <a:pt x="4" y="46"/>
                </a:cubicBezTo>
                <a:cubicBezTo>
                  <a:pt x="15" y="34"/>
                  <a:pt x="15" y="34"/>
                  <a:pt x="15" y="34"/>
                </a:cubicBezTo>
                <a:cubicBezTo>
                  <a:pt x="15" y="35"/>
                  <a:pt x="16" y="35"/>
                  <a:pt x="16" y="35"/>
                </a:cubicBezTo>
                <a:cubicBezTo>
                  <a:pt x="19" y="35"/>
                  <a:pt x="21" y="32"/>
                  <a:pt x="21" y="30"/>
                </a:cubicBezTo>
                <a:cubicBezTo>
                  <a:pt x="21" y="28"/>
                  <a:pt x="20" y="26"/>
                  <a:pt x="18" y="26"/>
                </a:cubicBezTo>
                <a:close/>
              </a:path>
            </a:pathLst>
          </a:custGeom>
          <a:solidFill>
            <a:sysClr val="window" lastClr="FFFF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pic>
        <p:nvPicPr>
          <p:cNvPr id="40" name="图片 39">
            <a:extLst>
              <a:ext uri="{FF2B5EF4-FFF2-40B4-BE49-F238E27FC236}">
                <a16:creationId xmlns:a16="http://schemas.microsoft.com/office/drawing/2014/main" id="{7B26FA51-610F-D00D-8608-800D7E69DC8E}"/>
              </a:ext>
            </a:extLst>
          </p:cNvPr>
          <p:cNvPicPr>
            <a:picLocks noChangeAspect="1"/>
          </p:cNvPicPr>
          <p:nvPr/>
        </p:nvPicPr>
        <p:blipFill rotWithShape="1">
          <a:blip r:embed="rId6">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44" name="组合 43"/>
          <p:cNvGrpSpPr/>
          <p:nvPr/>
        </p:nvGrpSpPr>
        <p:grpSpPr>
          <a:xfrm>
            <a:off x="1663568" y="1201271"/>
            <a:ext cx="1283075" cy="4860235"/>
            <a:chOff x="1763643" y="1731147"/>
            <a:chExt cx="1283075" cy="4860235"/>
          </a:xfrm>
          <a:solidFill>
            <a:srgbClr val="990100"/>
          </a:solidFill>
        </p:grpSpPr>
        <p:sp>
          <p:nvSpPr>
            <p:cNvPr id="45" name="学论网-www.xuelun.me"/>
            <p:cNvSpPr/>
            <p:nvPr/>
          </p:nvSpPr>
          <p:spPr>
            <a:xfrm rot="5400000">
              <a:off x="1763643" y="1731147"/>
              <a:ext cx="1283075" cy="1283075"/>
            </a:xfrm>
            <a:prstGeom prst="blockArc">
              <a:avLst>
                <a:gd name="adj1" fmla="val 10800000"/>
                <a:gd name="adj2" fmla="val 149699"/>
                <a:gd name="adj3" fmla="val 6982"/>
              </a:avLst>
            </a:pr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2" name="学论网-www.xuelun.me"/>
            <p:cNvSpPr/>
            <p:nvPr/>
          </p:nvSpPr>
          <p:spPr>
            <a:xfrm rot="16200000" flipH="1">
              <a:off x="1763643" y="2922916"/>
              <a:ext cx="1283075" cy="1283075"/>
            </a:xfrm>
            <a:prstGeom prst="blockArc">
              <a:avLst>
                <a:gd name="adj1" fmla="val 10800000"/>
                <a:gd name="adj2" fmla="val 149699"/>
                <a:gd name="adj3" fmla="val 6982"/>
              </a:avLst>
            </a:pr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83" name="学论网-www.xuelun.me"/>
            <p:cNvSpPr/>
            <p:nvPr/>
          </p:nvSpPr>
          <p:spPr>
            <a:xfrm rot="5400000">
              <a:off x="1763643" y="4116538"/>
              <a:ext cx="1283075" cy="1283075"/>
            </a:xfrm>
            <a:prstGeom prst="blockArc">
              <a:avLst>
                <a:gd name="adj1" fmla="val 10800000"/>
                <a:gd name="adj2" fmla="val 149699"/>
                <a:gd name="adj3" fmla="val 6982"/>
              </a:avLst>
            </a:pr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84" name="学论网-www.xuelun.me"/>
            <p:cNvSpPr/>
            <p:nvPr/>
          </p:nvSpPr>
          <p:spPr>
            <a:xfrm rot="16200000" flipH="1">
              <a:off x="1763643" y="5308307"/>
              <a:ext cx="1283075" cy="1283075"/>
            </a:xfrm>
            <a:prstGeom prst="blockArc">
              <a:avLst>
                <a:gd name="adj1" fmla="val 10800000"/>
                <a:gd name="adj2" fmla="val 149699"/>
                <a:gd name="adj3" fmla="val 6982"/>
              </a:avLst>
            </a:pr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sp>
        <p:nvSpPr>
          <p:cNvPr id="85" name="学论网-www.xuelun.me"/>
          <p:cNvSpPr/>
          <p:nvPr/>
        </p:nvSpPr>
        <p:spPr>
          <a:xfrm>
            <a:off x="1847905" y="1394620"/>
            <a:ext cx="914400" cy="9144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a:t>
            </a:r>
          </a:p>
        </p:txBody>
      </p:sp>
      <p:sp>
        <p:nvSpPr>
          <p:cNvPr id="86" name="学论网-www.xuelun.me"/>
          <p:cNvSpPr/>
          <p:nvPr/>
        </p:nvSpPr>
        <p:spPr>
          <a:xfrm>
            <a:off x="1847905" y="2583782"/>
            <a:ext cx="914400" cy="914400"/>
          </a:xfrm>
          <a:prstGeom prst="ellipse">
            <a:avLst/>
          </a:prstGeom>
          <a:solidFill>
            <a:sysClr val="window" lastClr="FFFFFF">
              <a:lumMod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B.</a:t>
            </a:r>
          </a:p>
        </p:txBody>
      </p:sp>
      <p:sp>
        <p:nvSpPr>
          <p:cNvPr id="87" name="学论网-www.xuelun.me"/>
          <p:cNvSpPr/>
          <p:nvPr/>
        </p:nvSpPr>
        <p:spPr>
          <a:xfrm>
            <a:off x="1847905" y="3772944"/>
            <a:ext cx="914400" cy="914400"/>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a:t>
            </a:r>
          </a:p>
        </p:txBody>
      </p:sp>
      <p:sp>
        <p:nvSpPr>
          <p:cNvPr id="88" name="学论网-www.xuelun.me"/>
          <p:cNvSpPr/>
          <p:nvPr/>
        </p:nvSpPr>
        <p:spPr>
          <a:xfrm>
            <a:off x="1847905" y="4962106"/>
            <a:ext cx="914400" cy="914400"/>
          </a:xfrm>
          <a:prstGeom prst="ellipse">
            <a:avLst/>
          </a:prstGeom>
          <a:solidFill>
            <a:sysClr val="window" lastClr="FFFFFF">
              <a:lumMod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a:t>
            </a:r>
          </a:p>
        </p:txBody>
      </p:sp>
      <p:sp>
        <p:nvSpPr>
          <p:cNvPr id="89" name="学论网-www.xuelun.me"/>
          <p:cNvSpPr txBox="1"/>
          <p:nvPr/>
        </p:nvSpPr>
        <p:spPr>
          <a:xfrm>
            <a:off x="3287688" y="1394620"/>
            <a:ext cx="7572337" cy="830580"/>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b="0"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90" name="学论网-www.xuelun.me"/>
          <p:cNvSpPr txBox="1"/>
          <p:nvPr/>
        </p:nvSpPr>
        <p:spPr>
          <a:xfrm>
            <a:off x="3287688" y="2583782"/>
            <a:ext cx="7572337" cy="830580"/>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b="0"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91" name="学论网-www.xuelun.me"/>
          <p:cNvSpPr txBox="1"/>
          <p:nvPr/>
        </p:nvSpPr>
        <p:spPr>
          <a:xfrm>
            <a:off x="3287688" y="3858867"/>
            <a:ext cx="7572337" cy="830580"/>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b="0"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92" name="学论网-www.xuelun.me"/>
          <p:cNvSpPr txBox="1"/>
          <p:nvPr/>
        </p:nvSpPr>
        <p:spPr>
          <a:xfrm>
            <a:off x="3287688" y="5049974"/>
            <a:ext cx="7572337" cy="830580"/>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b="0"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pic>
        <p:nvPicPr>
          <p:cNvPr id="22" name="图片 21">
            <a:extLst>
              <a:ext uri="{FF2B5EF4-FFF2-40B4-BE49-F238E27FC236}">
                <a16:creationId xmlns:a16="http://schemas.microsoft.com/office/drawing/2014/main" id="{80B06B5B-CB96-3F07-BD60-AEE6F1C71EB4}"/>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sp>
        <p:nvSpPr>
          <p:cNvPr id="12" name="矩形 11"/>
          <p:cNvSpPr/>
          <p:nvPr/>
        </p:nvSpPr>
        <p:spPr>
          <a:xfrm>
            <a:off x="5024661" y="1218185"/>
            <a:ext cx="6615953" cy="2405231"/>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BE8250"/>
              </a:solidFill>
              <a:effectLst/>
              <a:uLnTx/>
              <a:uFillTx/>
              <a:latin typeface="Calibri" panose="020F0502020204030204"/>
              <a:ea typeface="等线" panose="02010600030101010101" charset="-122"/>
              <a:cs typeface="+mn-cs"/>
            </a:endParaRPr>
          </a:p>
        </p:txBody>
      </p:sp>
      <p:sp>
        <p:nvSpPr>
          <p:cNvPr id="13" name="矩形 12"/>
          <p:cNvSpPr/>
          <p:nvPr/>
        </p:nvSpPr>
        <p:spPr>
          <a:xfrm>
            <a:off x="5024662" y="3705328"/>
            <a:ext cx="6615953" cy="2478244"/>
          </a:xfrm>
          <a:prstGeom prst="rect">
            <a:avLst/>
          </a:prstGeom>
          <a:solidFill>
            <a:srgbClr val="E7E6E6">
              <a:lumMod val="75000"/>
            </a:srgbClr>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BE8250"/>
              </a:solidFill>
              <a:effectLst/>
              <a:uLnTx/>
              <a:uFillTx/>
              <a:latin typeface="Calibri" panose="020F0502020204030204"/>
              <a:ea typeface="等线" panose="02010600030101010101" charset="-122"/>
              <a:cs typeface="+mn-cs"/>
            </a:endParaRPr>
          </a:p>
        </p:txBody>
      </p:sp>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710342" y="1218185"/>
            <a:ext cx="4118099" cy="2392900"/>
          </a:xfrm>
          <a:prstGeom prst="rect">
            <a:avLst/>
          </a:prstGeom>
        </p:spPr>
      </p:pic>
      <p:pic>
        <p:nvPicPr>
          <p:cNvPr id="15" name="图片 1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710342" y="3703142"/>
            <a:ext cx="4118098" cy="2476927"/>
          </a:xfrm>
          <a:prstGeom prst="rect">
            <a:avLst/>
          </a:prstGeom>
        </p:spPr>
      </p:pic>
      <p:grpSp>
        <p:nvGrpSpPr>
          <p:cNvPr id="16" name="组合 15"/>
          <p:cNvGrpSpPr/>
          <p:nvPr/>
        </p:nvGrpSpPr>
        <p:grpSpPr>
          <a:xfrm>
            <a:off x="5419346" y="1437867"/>
            <a:ext cx="5467465" cy="1545762"/>
            <a:chOff x="5221975" y="1482920"/>
            <a:chExt cx="5467465" cy="1545762"/>
          </a:xfrm>
        </p:grpSpPr>
        <p:grpSp>
          <p:nvGrpSpPr>
            <p:cNvPr id="17" name="组合 16"/>
            <p:cNvGrpSpPr/>
            <p:nvPr/>
          </p:nvGrpSpPr>
          <p:grpSpPr>
            <a:xfrm>
              <a:off x="5221975" y="1482920"/>
              <a:ext cx="5467465" cy="1545762"/>
              <a:chOff x="3544669" y="1991140"/>
              <a:chExt cx="5377510" cy="1545762"/>
            </a:xfrm>
          </p:grpSpPr>
          <p:sp>
            <p:nvSpPr>
              <p:cNvPr id="19" name="文本框 18"/>
              <p:cNvSpPr txBox="1"/>
              <p:nvPr/>
            </p:nvSpPr>
            <p:spPr>
              <a:xfrm>
                <a:off x="3544669" y="1991140"/>
                <a:ext cx="2618669" cy="52197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Add the Title</a:t>
                </a:r>
              </a:p>
            </p:txBody>
          </p:sp>
          <p:sp>
            <p:nvSpPr>
              <p:cNvPr id="20" name="文本框 19"/>
              <p:cNvSpPr txBox="1"/>
              <p:nvPr/>
            </p:nvSpPr>
            <p:spPr>
              <a:xfrm>
                <a:off x="3544669" y="2614882"/>
                <a:ext cx="5377510" cy="9220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schemeClr val="bg1"/>
                  </a:solidFill>
                  <a:effectLst/>
                  <a:uLnTx/>
                  <a:uFillTx/>
                  <a:latin typeface="字魂105号-简雅黑" panose="00000500000000000000" pitchFamily="2" charset="-122"/>
                  <a:ea typeface="字魂105号-简雅黑" panose="00000500000000000000" pitchFamily="2" charset="-122"/>
                  <a:cs typeface="+mn-cs"/>
                  <a:sym typeface="字魂105号-简雅黑" panose="00000500000000000000" pitchFamily="2" charset="-122"/>
                </a:endParaRPr>
              </a:p>
            </p:txBody>
          </p:sp>
        </p:grpSp>
        <p:cxnSp>
          <p:nvCxnSpPr>
            <p:cNvPr id="18" name="直接连接符 17"/>
            <p:cNvCxnSpPr/>
            <p:nvPr/>
          </p:nvCxnSpPr>
          <p:spPr>
            <a:xfrm>
              <a:off x="5254947" y="2106662"/>
              <a:ext cx="2880320" cy="0"/>
            </a:xfrm>
            <a:prstGeom prst="line">
              <a:avLst/>
            </a:prstGeom>
            <a:noFill/>
            <a:ln w="28575" cap="flat" cmpd="sng" algn="ctr">
              <a:gradFill flip="none" rotWithShape="1">
                <a:gsLst>
                  <a:gs pos="100000">
                    <a:sysClr val="window" lastClr="FFFFFF">
                      <a:alpha val="20000"/>
                    </a:sysClr>
                  </a:gs>
                  <a:gs pos="0">
                    <a:sysClr val="window" lastClr="FFFFFF"/>
                  </a:gs>
                  <a:gs pos="48000">
                    <a:sysClr val="window" lastClr="FFFFFF">
                      <a:alpha val="50000"/>
                    </a:sysClr>
                  </a:gs>
                </a:gsLst>
                <a:lin ang="0" scaled="1"/>
                <a:tileRect/>
              </a:gradFill>
              <a:prstDash val="solid"/>
            </a:ln>
            <a:effectLst/>
          </p:spPr>
        </p:cxnSp>
      </p:grpSp>
      <p:grpSp>
        <p:nvGrpSpPr>
          <p:cNvPr id="21" name="组合 20"/>
          <p:cNvGrpSpPr/>
          <p:nvPr/>
        </p:nvGrpSpPr>
        <p:grpSpPr>
          <a:xfrm>
            <a:off x="5452318" y="4102241"/>
            <a:ext cx="5467465" cy="1545762"/>
            <a:chOff x="5221975" y="1482920"/>
            <a:chExt cx="5467465" cy="1545762"/>
          </a:xfrm>
        </p:grpSpPr>
        <p:grpSp>
          <p:nvGrpSpPr>
            <p:cNvPr id="22" name="组合 21"/>
            <p:cNvGrpSpPr/>
            <p:nvPr/>
          </p:nvGrpSpPr>
          <p:grpSpPr>
            <a:xfrm>
              <a:off x="5221975" y="1482920"/>
              <a:ext cx="5467465" cy="1545762"/>
              <a:chOff x="3544669" y="1991140"/>
              <a:chExt cx="5377510" cy="1545762"/>
            </a:xfrm>
          </p:grpSpPr>
          <p:sp>
            <p:nvSpPr>
              <p:cNvPr id="24" name="文本框 23"/>
              <p:cNvSpPr txBox="1"/>
              <p:nvPr/>
            </p:nvSpPr>
            <p:spPr>
              <a:xfrm>
                <a:off x="3544669" y="1991140"/>
                <a:ext cx="2618669" cy="52197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Add the Title</a:t>
                </a:r>
              </a:p>
            </p:txBody>
          </p:sp>
          <p:sp>
            <p:nvSpPr>
              <p:cNvPr id="25" name="文本框 24"/>
              <p:cNvSpPr txBox="1"/>
              <p:nvPr/>
            </p:nvSpPr>
            <p:spPr>
              <a:xfrm>
                <a:off x="3544669" y="2614882"/>
                <a:ext cx="5377510" cy="9220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schemeClr val="bg1"/>
                  </a:solidFill>
                  <a:effectLst/>
                  <a:uLnTx/>
                  <a:uFillTx/>
                  <a:latin typeface="字魂105号-简雅黑" panose="00000500000000000000" pitchFamily="2" charset="-122"/>
                  <a:ea typeface="字魂105号-简雅黑" panose="00000500000000000000" pitchFamily="2" charset="-122"/>
                  <a:cs typeface="+mn-cs"/>
                  <a:sym typeface="字魂105号-简雅黑" panose="00000500000000000000" pitchFamily="2" charset="-122"/>
                </a:endParaRPr>
              </a:p>
            </p:txBody>
          </p:sp>
        </p:grpSp>
        <p:cxnSp>
          <p:nvCxnSpPr>
            <p:cNvPr id="23" name="直接连接符 22"/>
            <p:cNvCxnSpPr/>
            <p:nvPr/>
          </p:nvCxnSpPr>
          <p:spPr>
            <a:xfrm>
              <a:off x="5254947" y="2106662"/>
              <a:ext cx="2880320" cy="0"/>
            </a:xfrm>
            <a:prstGeom prst="line">
              <a:avLst/>
            </a:prstGeom>
            <a:noFill/>
            <a:ln w="28575" cap="flat" cmpd="sng" algn="ctr">
              <a:gradFill flip="none" rotWithShape="1">
                <a:gsLst>
                  <a:gs pos="100000">
                    <a:sysClr val="window" lastClr="FFFFFF">
                      <a:alpha val="20000"/>
                    </a:sysClr>
                  </a:gs>
                  <a:gs pos="0">
                    <a:sysClr val="window" lastClr="FFFFFF"/>
                  </a:gs>
                  <a:gs pos="48000">
                    <a:sysClr val="window" lastClr="FFFFFF">
                      <a:alpha val="50000"/>
                    </a:sysClr>
                  </a:gs>
                </a:gsLst>
                <a:lin ang="0" scaled="1"/>
                <a:tileRect/>
              </a:gradFill>
              <a:prstDash val="solid"/>
            </a:ln>
            <a:effectLst/>
          </p:spPr>
        </p:cxnSp>
      </p:grpSp>
      <p:pic>
        <p:nvPicPr>
          <p:cNvPr id="26" name="图片 25">
            <a:extLst>
              <a:ext uri="{FF2B5EF4-FFF2-40B4-BE49-F238E27FC236}">
                <a16:creationId xmlns:a16="http://schemas.microsoft.com/office/drawing/2014/main" id="{09592D94-1DB0-A07D-02BB-9DF8F359E345}"/>
              </a:ext>
            </a:extLst>
          </p:cNvPr>
          <p:cNvPicPr>
            <a:picLocks noChangeAspect="1"/>
          </p:cNvPicPr>
          <p:nvPr/>
        </p:nvPicPr>
        <p:blipFill rotWithShape="1">
          <a:blip r:embed="rId6">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12" name="组合 11"/>
          <p:cNvGrpSpPr/>
          <p:nvPr/>
        </p:nvGrpSpPr>
        <p:grpSpPr bwMode="auto">
          <a:xfrm>
            <a:off x="7990209" y="2717719"/>
            <a:ext cx="2041172" cy="1967442"/>
            <a:chOff x="0" y="0"/>
            <a:chExt cx="1671177" cy="1609411"/>
          </a:xfrm>
          <a:solidFill>
            <a:srgbClr val="005825"/>
          </a:solidFill>
          <a:effectLst/>
        </p:grpSpPr>
        <p:sp>
          <p:nvSpPr>
            <p:cNvPr id="13"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2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14" name="TextBox 14"/>
            <p:cNvSpPr txBox="1">
              <a:spLocks noChangeArrowheads="1"/>
            </p:cNvSpPr>
            <p:nvPr/>
          </p:nvSpPr>
          <p:spPr bwMode="auto">
            <a:xfrm>
              <a:off x="680641" y="543095"/>
              <a:ext cx="537048" cy="5063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420" b="0" i="0" u="none" strike="noStrike" kern="1200" cap="none" spc="0" normalizeH="0" baseline="0" noProof="0" dirty="0">
                  <a:ln>
                    <a:noFill/>
                  </a:ln>
                  <a:solidFill>
                    <a:srgbClr val="FFFFFF"/>
                  </a:solidFill>
                  <a:effectLst/>
                  <a:uLnTx/>
                  <a:uFillTx/>
                  <a:latin typeface="Impact" panose="020B0806030902050204" pitchFamily="34" charset="0"/>
                  <a:ea typeface="宋体" panose="02010600030101010101" pitchFamily="2" charset="-122"/>
                  <a:cs typeface="+mn-cs"/>
                </a:rPr>
                <a:t>05</a:t>
              </a:r>
              <a:endParaRPr kumimoji="0" lang="zh-CN" altLang="en-US" sz="3420" b="0" i="0" u="none" strike="noStrike" kern="1200" cap="none" spc="0" normalizeH="0" baseline="0" noProof="0" dirty="0">
                <a:ln>
                  <a:noFill/>
                </a:ln>
                <a:solidFill>
                  <a:srgbClr val="FFFFFF"/>
                </a:solidFill>
                <a:effectLst/>
                <a:uLnTx/>
                <a:uFillTx/>
                <a:latin typeface="Impact" panose="020B0806030902050204" pitchFamily="34" charset="0"/>
                <a:ea typeface="宋体" panose="02010600030101010101" pitchFamily="2" charset="-122"/>
                <a:cs typeface="+mn-cs"/>
              </a:endParaRPr>
            </a:p>
          </p:txBody>
        </p:sp>
      </p:grpSp>
      <p:grpSp>
        <p:nvGrpSpPr>
          <p:cNvPr id="15" name="组合 14"/>
          <p:cNvGrpSpPr/>
          <p:nvPr/>
        </p:nvGrpSpPr>
        <p:grpSpPr bwMode="auto">
          <a:xfrm>
            <a:off x="6335600" y="2717719"/>
            <a:ext cx="2041924" cy="1967442"/>
            <a:chOff x="0" y="0"/>
            <a:chExt cx="1671177" cy="1609411"/>
          </a:xfrm>
          <a:solidFill>
            <a:srgbClr val="009DD9"/>
          </a:solidFill>
        </p:grpSpPr>
        <p:sp>
          <p:nvSpPr>
            <p:cNvPr id="16"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ysClr val="window" lastClr="FFFFFF">
                <a:lumMod val="50000"/>
              </a:sysClr>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2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17" name="TextBox 17"/>
            <p:cNvSpPr txBox="1">
              <a:spLocks noChangeArrowheads="1"/>
            </p:cNvSpPr>
            <p:nvPr/>
          </p:nvSpPr>
          <p:spPr bwMode="auto">
            <a:xfrm>
              <a:off x="681551" y="543095"/>
              <a:ext cx="523731" cy="506316"/>
            </a:xfrm>
            <a:prstGeom prst="rect">
              <a:avLst/>
            </a:prstGeom>
            <a:solidFill>
              <a:sysClr val="window" lastClr="FFFFFF">
                <a:lumMod val="50000"/>
              </a:sys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420" b="0" i="0" u="none" strike="noStrike" kern="0" cap="none" spc="0" normalizeH="0" baseline="0" noProof="0" dirty="0">
                  <a:ln>
                    <a:noFill/>
                  </a:ln>
                  <a:solidFill>
                    <a:srgbClr val="FFFFFF"/>
                  </a:solidFill>
                  <a:effectLst/>
                  <a:uLnTx/>
                  <a:uFillTx/>
                  <a:latin typeface="Impact" panose="020B0806030902050204" pitchFamily="34" charset="0"/>
                  <a:ea typeface="宋体" panose="02010600030101010101" pitchFamily="2" charset="-122"/>
                  <a:cs typeface="+mn-cs"/>
                </a:rPr>
                <a:t>04</a:t>
              </a:r>
              <a:endParaRPr kumimoji="0" lang="zh-CN" altLang="en-US" sz="3420" b="0" i="0" u="none" strike="noStrike" kern="0" cap="none" spc="0" normalizeH="0" baseline="0" noProof="0" dirty="0">
                <a:ln>
                  <a:noFill/>
                </a:ln>
                <a:solidFill>
                  <a:srgbClr val="FFFFFF"/>
                </a:solidFill>
                <a:effectLst/>
                <a:uLnTx/>
                <a:uFillTx/>
                <a:latin typeface="Impact" panose="020B0806030902050204" pitchFamily="34" charset="0"/>
                <a:ea typeface="宋体" panose="02010600030101010101" pitchFamily="2" charset="-122"/>
                <a:cs typeface="+mn-cs"/>
              </a:endParaRPr>
            </a:p>
          </p:txBody>
        </p:sp>
      </p:grpSp>
      <p:grpSp>
        <p:nvGrpSpPr>
          <p:cNvPr id="18" name="组合 20"/>
          <p:cNvGrpSpPr/>
          <p:nvPr/>
        </p:nvGrpSpPr>
        <p:grpSpPr bwMode="auto">
          <a:xfrm>
            <a:off x="4680994" y="2717719"/>
            <a:ext cx="2041922" cy="1967442"/>
            <a:chOff x="0" y="0"/>
            <a:chExt cx="1671177" cy="1609411"/>
          </a:xfrm>
          <a:solidFill>
            <a:srgbClr val="005825"/>
          </a:solidFill>
          <a:effectLst/>
        </p:grpSpPr>
        <p:sp>
          <p:nvSpPr>
            <p:cNvPr id="19"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2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0" name="TextBox 22"/>
            <p:cNvSpPr txBox="1">
              <a:spLocks noChangeArrowheads="1"/>
            </p:cNvSpPr>
            <p:nvPr/>
          </p:nvSpPr>
          <p:spPr bwMode="auto">
            <a:xfrm>
              <a:off x="681551" y="543095"/>
              <a:ext cx="534227" cy="5063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420" b="0" i="0" u="none" strike="noStrike" kern="1200" cap="none" spc="0" normalizeH="0" baseline="0" noProof="0" dirty="0">
                  <a:ln>
                    <a:noFill/>
                  </a:ln>
                  <a:solidFill>
                    <a:srgbClr val="FFFFFF"/>
                  </a:solidFill>
                  <a:effectLst/>
                  <a:uLnTx/>
                  <a:uFillTx/>
                  <a:latin typeface="Impact" panose="020B0806030902050204" pitchFamily="34" charset="0"/>
                  <a:ea typeface="宋体" panose="02010600030101010101" pitchFamily="2" charset="-122"/>
                  <a:cs typeface="+mn-cs"/>
                </a:rPr>
                <a:t>03</a:t>
              </a:r>
              <a:endParaRPr kumimoji="0" lang="zh-CN" altLang="en-US" sz="3420" b="0" i="0" u="none" strike="noStrike" kern="1200" cap="none" spc="0" normalizeH="0" baseline="0" noProof="0" dirty="0">
                <a:ln>
                  <a:noFill/>
                </a:ln>
                <a:solidFill>
                  <a:srgbClr val="FFFFFF"/>
                </a:solidFill>
                <a:effectLst/>
                <a:uLnTx/>
                <a:uFillTx/>
                <a:latin typeface="Impact" panose="020B0806030902050204" pitchFamily="34" charset="0"/>
                <a:ea typeface="宋体" panose="02010600030101010101" pitchFamily="2" charset="-122"/>
                <a:cs typeface="+mn-cs"/>
              </a:endParaRPr>
            </a:p>
          </p:txBody>
        </p:sp>
      </p:grpSp>
      <p:grpSp>
        <p:nvGrpSpPr>
          <p:cNvPr id="21" name="组合 25"/>
          <p:cNvGrpSpPr/>
          <p:nvPr/>
        </p:nvGrpSpPr>
        <p:grpSpPr bwMode="auto">
          <a:xfrm>
            <a:off x="3026385" y="2717719"/>
            <a:ext cx="2041924" cy="1967442"/>
            <a:chOff x="0" y="0"/>
            <a:chExt cx="1671177" cy="1609411"/>
          </a:xfrm>
          <a:solidFill>
            <a:srgbClr val="009DD9"/>
          </a:solidFill>
        </p:grpSpPr>
        <p:sp>
          <p:nvSpPr>
            <p:cNvPr id="22"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ysClr val="window" lastClr="FFFFFF">
                <a:lumMod val="50000"/>
              </a:sysClr>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2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23" name="TextBox 27"/>
            <p:cNvSpPr txBox="1">
              <a:spLocks noChangeArrowheads="1"/>
            </p:cNvSpPr>
            <p:nvPr/>
          </p:nvSpPr>
          <p:spPr bwMode="auto">
            <a:xfrm>
              <a:off x="681551" y="543095"/>
              <a:ext cx="523731" cy="506316"/>
            </a:xfrm>
            <a:prstGeom prst="rect">
              <a:avLst/>
            </a:prstGeom>
            <a:solidFill>
              <a:sysClr val="window" lastClr="FFFFFF">
                <a:lumMod val="50000"/>
              </a:sys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420" b="0" i="0" u="none" strike="noStrike" kern="0" cap="none" spc="0" normalizeH="0" baseline="0" noProof="0" dirty="0">
                  <a:ln>
                    <a:noFill/>
                  </a:ln>
                  <a:solidFill>
                    <a:srgbClr val="FFFFFF"/>
                  </a:solidFill>
                  <a:effectLst/>
                  <a:uLnTx/>
                  <a:uFillTx/>
                  <a:latin typeface="Impact" panose="020B0806030902050204" pitchFamily="34" charset="0"/>
                  <a:ea typeface="宋体" panose="02010600030101010101" pitchFamily="2" charset="-122"/>
                  <a:cs typeface="+mn-cs"/>
                </a:rPr>
                <a:t>02</a:t>
              </a:r>
              <a:endParaRPr kumimoji="0" lang="zh-CN" altLang="en-US" sz="3420" b="0" i="0" u="none" strike="noStrike" kern="0" cap="none" spc="0" normalizeH="0" baseline="0" noProof="0" dirty="0">
                <a:ln>
                  <a:noFill/>
                </a:ln>
                <a:solidFill>
                  <a:srgbClr val="FFFFFF"/>
                </a:solidFill>
                <a:effectLst/>
                <a:uLnTx/>
                <a:uFillTx/>
                <a:latin typeface="Impact" panose="020B0806030902050204" pitchFamily="34" charset="0"/>
                <a:ea typeface="宋体" panose="02010600030101010101" pitchFamily="2" charset="-122"/>
                <a:cs typeface="+mn-cs"/>
              </a:endParaRPr>
            </a:p>
          </p:txBody>
        </p:sp>
      </p:grpSp>
      <p:grpSp>
        <p:nvGrpSpPr>
          <p:cNvPr id="24" name="组合 31"/>
          <p:cNvGrpSpPr/>
          <p:nvPr/>
        </p:nvGrpSpPr>
        <p:grpSpPr bwMode="auto">
          <a:xfrm>
            <a:off x="1369949" y="2717719"/>
            <a:ext cx="2043752" cy="1967442"/>
            <a:chOff x="0" y="0"/>
            <a:chExt cx="1671177" cy="1609411"/>
          </a:xfrm>
          <a:solidFill>
            <a:srgbClr val="0070C0"/>
          </a:solidFill>
          <a:effectLst/>
        </p:grpSpPr>
        <p:sp>
          <p:nvSpPr>
            <p:cNvPr id="25"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2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26" name="TextBox 33"/>
            <p:cNvSpPr txBox="1">
              <a:spLocks noChangeArrowheads="1"/>
            </p:cNvSpPr>
            <p:nvPr/>
          </p:nvSpPr>
          <p:spPr bwMode="auto">
            <a:xfrm>
              <a:off x="681551" y="543095"/>
              <a:ext cx="480007" cy="5063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420" b="0" i="0" u="none" strike="noStrike" kern="1200" cap="none" spc="0" normalizeH="0" baseline="0" noProof="0" dirty="0">
                  <a:ln>
                    <a:noFill/>
                  </a:ln>
                  <a:solidFill>
                    <a:srgbClr val="FFFFFF"/>
                  </a:solidFill>
                  <a:effectLst/>
                  <a:uLnTx/>
                  <a:uFillTx/>
                  <a:latin typeface="Impact" panose="020B0806030902050204" pitchFamily="34" charset="0"/>
                  <a:ea typeface="宋体" panose="02010600030101010101" pitchFamily="2" charset="-122"/>
                  <a:cs typeface="+mn-cs"/>
                </a:rPr>
                <a:t>01</a:t>
              </a:r>
              <a:endParaRPr kumimoji="0" lang="zh-CN" altLang="en-US" sz="3420" b="0" i="0" u="none" strike="noStrike" kern="1200" cap="none" spc="0" normalizeH="0" baseline="0" noProof="0" dirty="0">
                <a:ln>
                  <a:noFill/>
                </a:ln>
                <a:solidFill>
                  <a:srgbClr val="FFFFFF"/>
                </a:solidFill>
                <a:effectLst/>
                <a:uLnTx/>
                <a:uFillTx/>
                <a:latin typeface="Impact" panose="020B0806030902050204" pitchFamily="34" charset="0"/>
                <a:ea typeface="宋体" panose="02010600030101010101" pitchFamily="2" charset="-122"/>
                <a:cs typeface="+mn-cs"/>
              </a:endParaRPr>
            </a:p>
          </p:txBody>
        </p:sp>
      </p:grpSp>
      <p:cxnSp>
        <p:nvCxnSpPr>
          <p:cNvPr id="30" name="直接连接符 36"/>
          <p:cNvCxnSpPr>
            <a:cxnSpLocks noChangeShapeType="1"/>
          </p:cNvCxnSpPr>
          <p:nvPr/>
        </p:nvCxnSpPr>
        <p:spPr bwMode="auto">
          <a:xfrm flipV="1">
            <a:off x="1741513" y="1838773"/>
            <a:ext cx="0" cy="1069093"/>
          </a:xfrm>
          <a:prstGeom prst="line">
            <a:avLst/>
          </a:prstGeom>
          <a:noFill/>
          <a:ln w="6350">
            <a:solidFill>
              <a:sysClr val="windowText" lastClr="000000">
                <a:lumMod val="75000"/>
                <a:lumOff val="25000"/>
                <a:alpha val="98038"/>
              </a:sysClr>
            </a:solidFill>
            <a:prstDash val="sysDot"/>
            <a:round/>
            <a:headEnd type="oval" w="med" len="med"/>
            <a:tailEnd type="oval" w="med" len="med"/>
          </a:ln>
          <a:extLst>
            <a:ext uri="{909E8E84-426E-40DD-AFC4-6F175D3DCCD1}">
              <a14:hiddenFill xmlns:a14="http://schemas.microsoft.com/office/drawing/2010/main">
                <a:noFill/>
              </a14:hiddenFill>
            </a:ext>
          </a:extLst>
        </p:spPr>
      </p:cxnSp>
      <p:sp>
        <p:nvSpPr>
          <p:cNvPr id="31" name="矩形 1"/>
          <p:cNvSpPr>
            <a:spLocks noChangeArrowheads="1"/>
          </p:cNvSpPr>
          <p:nvPr/>
        </p:nvSpPr>
        <p:spPr bwMode="auto">
          <a:xfrm>
            <a:off x="1741514" y="1677032"/>
            <a:ext cx="2314752"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0" normalizeH="0" baseline="0" noProof="0" dirty="0">
              <a:ln>
                <a:noFill/>
              </a:ln>
              <a:solidFill>
                <a:srgbClr val="F79646"/>
              </a:solidFill>
              <a:effectLst/>
              <a:uLnTx/>
              <a:uFillTx/>
              <a:latin typeface="微软雅黑" panose="020B0503020204020204" pitchFamily="34" charset="-122"/>
              <a:ea typeface="微软雅黑" panose="020B0503020204020204" pitchFamily="34" charset="-122"/>
              <a:cs typeface="+mn-cs"/>
            </a:endParaRPr>
          </a:p>
        </p:txBody>
      </p:sp>
      <p:cxnSp>
        <p:nvCxnSpPr>
          <p:cNvPr id="32" name="直接连接符 38"/>
          <p:cNvCxnSpPr>
            <a:cxnSpLocks noChangeShapeType="1"/>
          </p:cNvCxnSpPr>
          <p:nvPr/>
        </p:nvCxnSpPr>
        <p:spPr bwMode="auto">
          <a:xfrm flipV="1">
            <a:off x="3325690" y="4611430"/>
            <a:ext cx="0" cy="1069092"/>
          </a:xfrm>
          <a:prstGeom prst="line">
            <a:avLst/>
          </a:prstGeom>
          <a:noFill/>
          <a:ln w="6350">
            <a:solidFill>
              <a:sysClr val="windowText" lastClr="000000">
                <a:lumMod val="75000"/>
                <a:lumOff val="25000"/>
                <a:alpha val="98038"/>
              </a:sysClr>
            </a:solidFill>
            <a:prstDash val="sysDot"/>
            <a:round/>
            <a:headEnd type="oval" w="med" len="med"/>
            <a:tailEnd type="oval" w="med" len="med"/>
          </a:ln>
          <a:extLst>
            <a:ext uri="{909E8E84-426E-40DD-AFC4-6F175D3DCCD1}">
              <a14:hiddenFill xmlns:a14="http://schemas.microsoft.com/office/drawing/2010/main">
                <a:noFill/>
              </a14:hiddenFill>
            </a:ext>
          </a:extLst>
        </p:spPr>
      </p:cxnSp>
      <p:sp>
        <p:nvSpPr>
          <p:cNvPr id="33" name="矩形 1"/>
          <p:cNvSpPr>
            <a:spLocks noChangeArrowheads="1"/>
          </p:cNvSpPr>
          <p:nvPr/>
        </p:nvSpPr>
        <p:spPr bwMode="auto">
          <a:xfrm>
            <a:off x="3387202" y="4806136"/>
            <a:ext cx="2314752"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0" normalizeH="0" baseline="0" noProof="0" dirty="0">
              <a:ln>
                <a:noFill/>
              </a:ln>
              <a:solidFill>
                <a:srgbClr val="F79646"/>
              </a:solidFill>
              <a:effectLst/>
              <a:uLnTx/>
              <a:uFillTx/>
              <a:latin typeface="微软雅黑" panose="020B0503020204020204" pitchFamily="34" charset="-122"/>
              <a:ea typeface="微软雅黑" panose="020B0503020204020204" pitchFamily="34" charset="-122"/>
              <a:cs typeface="+mn-cs"/>
            </a:endParaRPr>
          </a:p>
        </p:txBody>
      </p:sp>
      <p:cxnSp>
        <p:nvCxnSpPr>
          <p:cNvPr id="34" name="直接连接符 40"/>
          <p:cNvCxnSpPr>
            <a:cxnSpLocks noChangeShapeType="1"/>
          </p:cNvCxnSpPr>
          <p:nvPr/>
        </p:nvCxnSpPr>
        <p:spPr bwMode="auto">
          <a:xfrm flipV="1">
            <a:off x="4997876" y="1838773"/>
            <a:ext cx="0" cy="1069093"/>
          </a:xfrm>
          <a:prstGeom prst="line">
            <a:avLst/>
          </a:prstGeom>
          <a:noFill/>
          <a:ln w="6350">
            <a:solidFill>
              <a:sysClr val="windowText" lastClr="000000">
                <a:lumMod val="75000"/>
                <a:lumOff val="25000"/>
                <a:alpha val="98038"/>
              </a:sysClr>
            </a:solidFill>
            <a:prstDash val="sysDot"/>
            <a:round/>
            <a:headEnd type="oval" w="med" len="med"/>
            <a:tailEnd type="oval" w="med" len="med"/>
          </a:ln>
          <a:extLst>
            <a:ext uri="{909E8E84-426E-40DD-AFC4-6F175D3DCCD1}">
              <a14:hiddenFill xmlns:a14="http://schemas.microsoft.com/office/drawing/2010/main">
                <a:noFill/>
              </a14:hiddenFill>
            </a:ext>
          </a:extLst>
        </p:spPr>
      </p:cxnSp>
      <p:sp>
        <p:nvSpPr>
          <p:cNvPr id="35" name="矩形 1"/>
          <p:cNvSpPr>
            <a:spLocks noChangeArrowheads="1"/>
          </p:cNvSpPr>
          <p:nvPr/>
        </p:nvSpPr>
        <p:spPr bwMode="auto">
          <a:xfrm>
            <a:off x="4997877" y="1677032"/>
            <a:ext cx="2314751"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0" normalizeH="0" baseline="0" noProof="0" dirty="0">
              <a:ln>
                <a:noFill/>
              </a:ln>
              <a:solidFill>
                <a:srgbClr val="F79646"/>
              </a:solidFill>
              <a:effectLst/>
              <a:uLnTx/>
              <a:uFillTx/>
              <a:latin typeface="微软雅黑" panose="020B0503020204020204" pitchFamily="34" charset="-122"/>
              <a:ea typeface="微软雅黑" panose="020B0503020204020204" pitchFamily="34" charset="-122"/>
              <a:cs typeface="+mn-cs"/>
            </a:endParaRPr>
          </a:p>
        </p:txBody>
      </p:sp>
      <p:cxnSp>
        <p:nvCxnSpPr>
          <p:cNvPr id="36" name="直接连接符 43"/>
          <p:cNvCxnSpPr>
            <a:cxnSpLocks noChangeShapeType="1"/>
          </p:cNvCxnSpPr>
          <p:nvPr/>
        </p:nvCxnSpPr>
        <p:spPr bwMode="auto">
          <a:xfrm flipV="1">
            <a:off x="6582051" y="4611430"/>
            <a:ext cx="0" cy="1069092"/>
          </a:xfrm>
          <a:prstGeom prst="line">
            <a:avLst/>
          </a:prstGeom>
          <a:noFill/>
          <a:ln w="6350">
            <a:solidFill>
              <a:sysClr val="windowText" lastClr="000000">
                <a:lumMod val="75000"/>
                <a:lumOff val="25000"/>
                <a:alpha val="98038"/>
              </a:sysClr>
            </a:solidFill>
            <a:prstDash val="sysDot"/>
            <a:round/>
            <a:headEnd type="oval" w="med" len="med"/>
            <a:tailEnd type="oval" w="med" len="med"/>
          </a:ln>
          <a:extLst>
            <a:ext uri="{909E8E84-426E-40DD-AFC4-6F175D3DCCD1}">
              <a14:hiddenFill xmlns:a14="http://schemas.microsoft.com/office/drawing/2010/main">
                <a:noFill/>
              </a14:hiddenFill>
            </a:ext>
          </a:extLst>
        </p:spPr>
      </p:cxnSp>
      <p:sp>
        <p:nvSpPr>
          <p:cNvPr id="39" name="矩形 1"/>
          <p:cNvSpPr>
            <a:spLocks noChangeArrowheads="1"/>
          </p:cNvSpPr>
          <p:nvPr/>
        </p:nvSpPr>
        <p:spPr bwMode="auto">
          <a:xfrm>
            <a:off x="6643564" y="4806136"/>
            <a:ext cx="2314752"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0" normalizeH="0" baseline="0" noProof="0" dirty="0">
              <a:ln>
                <a:noFill/>
              </a:ln>
              <a:solidFill>
                <a:srgbClr val="F79646"/>
              </a:solidFill>
              <a:effectLst/>
              <a:uLnTx/>
              <a:uFillTx/>
              <a:latin typeface="微软雅黑" panose="020B0503020204020204" pitchFamily="34" charset="-122"/>
              <a:ea typeface="微软雅黑" panose="020B0503020204020204" pitchFamily="34" charset="-122"/>
              <a:cs typeface="+mn-cs"/>
            </a:endParaRPr>
          </a:p>
        </p:txBody>
      </p:sp>
      <p:cxnSp>
        <p:nvCxnSpPr>
          <p:cNvPr id="40" name="直接连接符 39"/>
          <p:cNvCxnSpPr>
            <a:cxnSpLocks noChangeShapeType="1"/>
          </p:cNvCxnSpPr>
          <p:nvPr/>
        </p:nvCxnSpPr>
        <p:spPr bwMode="auto">
          <a:xfrm flipV="1">
            <a:off x="8254237" y="1838773"/>
            <a:ext cx="0" cy="1069093"/>
          </a:xfrm>
          <a:prstGeom prst="line">
            <a:avLst/>
          </a:prstGeom>
          <a:noFill/>
          <a:ln w="6350">
            <a:solidFill>
              <a:sysClr val="windowText" lastClr="000000">
                <a:lumMod val="75000"/>
                <a:lumOff val="25000"/>
                <a:alpha val="98038"/>
              </a:sysClr>
            </a:solidFill>
            <a:prstDash val="sysDot"/>
            <a:round/>
            <a:headEnd type="oval" w="med" len="med"/>
            <a:tailEnd type="oval" w="med" len="med"/>
          </a:ln>
          <a:extLst>
            <a:ext uri="{909E8E84-426E-40DD-AFC4-6F175D3DCCD1}">
              <a14:hiddenFill xmlns:a14="http://schemas.microsoft.com/office/drawing/2010/main">
                <a:noFill/>
              </a14:hiddenFill>
            </a:ext>
          </a:extLst>
        </p:spPr>
      </p:cxnSp>
      <p:sp>
        <p:nvSpPr>
          <p:cNvPr id="41" name="矩形 1"/>
          <p:cNvSpPr>
            <a:spLocks noChangeArrowheads="1"/>
          </p:cNvSpPr>
          <p:nvPr/>
        </p:nvSpPr>
        <p:spPr bwMode="auto">
          <a:xfrm>
            <a:off x="8254237" y="1677032"/>
            <a:ext cx="2314752"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0" normalizeH="0" baseline="0" noProof="0" dirty="0">
              <a:ln>
                <a:noFill/>
              </a:ln>
              <a:solidFill>
                <a:srgbClr val="F79646"/>
              </a:solidFill>
              <a:effectLst/>
              <a:uLnTx/>
              <a:uFillTx/>
              <a:latin typeface="微软雅黑" panose="020B0503020204020204" pitchFamily="34" charset="-122"/>
              <a:ea typeface="微软雅黑" panose="020B0503020204020204" pitchFamily="34" charset="-122"/>
              <a:cs typeface="+mn-cs"/>
            </a:endParaRPr>
          </a:p>
        </p:txBody>
      </p:sp>
      <p:pic>
        <p:nvPicPr>
          <p:cNvPr id="42" name="图片 41">
            <a:extLst>
              <a:ext uri="{FF2B5EF4-FFF2-40B4-BE49-F238E27FC236}">
                <a16:creationId xmlns:a16="http://schemas.microsoft.com/office/drawing/2014/main" id="{4FDC4715-5E75-5E54-3CBE-8E6EB2E98ED6}"/>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12"/>
          <p:cNvSpPr txBox="1"/>
          <p:nvPr/>
        </p:nvSpPr>
        <p:spPr>
          <a:xfrm>
            <a:off x="1365587" y="4211122"/>
            <a:ext cx="2282014" cy="2646878"/>
          </a:xfrm>
          <a:prstGeom prst="rect">
            <a:avLst/>
          </a:prstGeom>
        </p:spPr>
        <p:txBody>
          <a:bodyPr vert="horz" wrap="none" lIns="0" tIns="0" rIns="0" bIns="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lang="en-US" altLang="zh-CN" sz="16600" b="1" kern="1200" spc="0" baseline="0" dirty="0">
                <a:ln w="19050">
                  <a:gradFill>
                    <a:gsLst>
                      <a:gs pos="23000">
                        <a:schemeClr val="bg1"/>
                      </a:gs>
                      <a:gs pos="56000">
                        <a:schemeClr val="bg1">
                          <a:alpha val="0"/>
                        </a:schemeClr>
                      </a:gs>
                      <a:gs pos="100000">
                        <a:schemeClr val="bg1">
                          <a:alpha val="0"/>
                        </a:schemeClr>
                      </a:gs>
                    </a:gsLst>
                    <a:lin ang="5400000" scaled="1"/>
                  </a:gradFill>
                </a:ln>
                <a:gradFill>
                  <a:gsLst>
                    <a:gs pos="0">
                      <a:schemeClr val="accent1"/>
                    </a:gs>
                    <a:gs pos="100000">
                      <a:schemeClr val="accent1">
                        <a:lumMod val="75000"/>
                      </a:schemeClr>
                    </a:gs>
                  </a:gsLst>
                  <a:lin ang="5400000" scaled="1"/>
                </a:gradFill>
                <a:effectLst>
                  <a:outerShdw blurRad="50800" dist="38100" dir="2700000" algn="tl" rotWithShape="0">
                    <a:prstClr val="black">
                      <a:alpha val="40000"/>
                    </a:prst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6600" b="1" i="0" u="none" strike="noStrike" kern="1200" cap="none" spc="0" normalizeH="0" baseline="0" noProof="0" dirty="0">
                <a:ln w="19050">
                  <a:gradFill>
                    <a:gsLst>
                      <a:gs pos="23000">
                        <a:prstClr val="white"/>
                      </a:gs>
                      <a:gs pos="56000">
                        <a:prstClr val="white">
                          <a:alpha val="0"/>
                        </a:prstClr>
                      </a:gs>
                      <a:gs pos="100000">
                        <a:prstClr val="white">
                          <a:alpha val="0"/>
                        </a:prstClr>
                      </a:gs>
                    </a:gsLst>
                    <a:lin ang="5400000" scaled="1"/>
                  </a:gradFill>
                </a:ln>
                <a:solidFill>
                  <a:schemeClr val="accent1"/>
                </a:solidFill>
                <a:effectLst>
                  <a:outerShdw blurRad="50800" dist="38100" dir="2700000" algn="tl" rotWithShape="0">
                    <a:prstClr val="black">
                      <a:alpha val="40000"/>
                    </a:prstClr>
                  </a:outerShdw>
                </a:effectLst>
                <a:uLnTx/>
                <a:uFillTx/>
                <a:latin typeface="Arial Black" panose="020B0A04020102020204" pitchFamily="34" charset="0"/>
                <a:ea typeface="微软雅黑" panose="020B0503020204020204" pitchFamily="34" charset="-122"/>
                <a:cs typeface="+mn-ea"/>
                <a:sym typeface="+mn-lt"/>
              </a:rPr>
              <a:t>02</a:t>
            </a:r>
          </a:p>
        </p:txBody>
      </p:sp>
      <p:sp>
        <p:nvSpPr>
          <p:cNvPr id="8" name="矩形 7"/>
          <p:cNvSpPr/>
          <p:nvPr/>
        </p:nvSpPr>
        <p:spPr>
          <a:xfrm>
            <a:off x="-1" y="3792511"/>
            <a:ext cx="12191999" cy="167663"/>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4" name="直接连接符 13"/>
          <p:cNvCxnSpPr/>
          <p:nvPr/>
        </p:nvCxnSpPr>
        <p:spPr>
          <a:xfrm>
            <a:off x="4467069" y="5722160"/>
            <a:ext cx="608600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文本占位符 4"/>
          <p:cNvSpPr txBox="1"/>
          <p:nvPr>
            <p:custDataLst>
              <p:tags r:id="rId2"/>
            </p:custDataLst>
          </p:nvPr>
        </p:nvSpPr>
        <p:spPr>
          <a:xfrm>
            <a:off x="4467225" y="5013960"/>
            <a:ext cx="6085840" cy="780415"/>
          </a:xfrm>
          <a:prstGeom prst="rect">
            <a:avLst/>
          </a:prstGeom>
        </p:spPr>
        <p:txBody>
          <a:bodyPr vert="horz" wrap="square"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400" kern="1200" cap="all" dirty="0" smtClean="0">
                <a:solidFill>
                  <a:srgbClr val="0C98FA"/>
                </a:solidFill>
                <a:latin typeface="+mn-lt"/>
                <a:ea typeface="Arial Unicode MS" panose="020B0604020202020204" pitchFamily="34" charset="-122"/>
                <a:cs typeface="Arial Unicode MS" panose="020B0604020202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all" spc="0" normalizeH="0" baseline="0" noProof="0" dirty="0">
                <a:ln>
                  <a:noFill/>
                </a:ln>
                <a:solidFill>
                  <a:schemeClr val="accent1"/>
                </a:solidFill>
                <a:effectLst/>
                <a:uLnTx/>
                <a:uFillTx/>
                <a:latin typeface="Roboto Regular"/>
                <a:ea typeface="Arial Unicode MS" panose="020B0604020202020204" pitchFamily="34" charset="-122"/>
                <a:cs typeface="Arial Unicode MS" panose="020B0604020202020204" pitchFamily="34" charset="-122"/>
              </a:rPr>
              <a:t>ADD YOUR TITLE HERE </a:t>
            </a:r>
          </a:p>
        </p:txBody>
      </p:sp>
      <p:pic>
        <p:nvPicPr>
          <p:cNvPr id="7" name="图片 6">
            <a:extLst>
              <a:ext uri="{FF2B5EF4-FFF2-40B4-BE49-F238E27FC236}">
                <a16:creationId xmlns:a16="http://schemas.microsoft.com/office/drawing/2014/main" id="{6A0F6620-6FDC-24B9-0833-23164B7157CC}"/>
              </a:ext>
            </a:extLst>
          </p:cNvPr>
          <p:cNvPicPr>
            <a:picLocks noChangeAspect="1"/>
          </p:cNvPicPr>
          <p:nvPr/>
        </p:nvPicPr>
        <p:blipFill rotWithShape="1">
          <a:blip r:embed="rId4">
            <a:extLst>
              <a:ext uri="{28A0092B-C50C-407E-A947-70E740481C1C}">
                <a14:useLocalDpi xmlns:a14="http://schemas.microsoft.com/office/drawing/2010/main" val="0"/>
              </a:ext>
            </a:extLst>
          </a:blip>
          <a:srcRect t="31941" b="22855"/>
          <a:stretch/>
        </p:blipFill>
        <p:spPr>
          <a:xfrm>
            <a:off x="0" y="0"/>
            <a:ext cx="12192000" cy="37925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12" name="组合 11"/>
          <p:cNvGrpSpPr/>
          <p:nvPr/>
        </p:nvGrpSpPr>
        <p:grpSpPr>
          <a:xfrm>
            <a:off x="1550390" y="1301526"/>
            <a:ext cx="8801566" cy="1593518"/>
            <a:chOff x="1339492" y="1216903"/>
            <a:chExt cx="8801566" cy="1593518"/>
          </a:xfrm>
        </p:grpSpPr>
        <p:sp>
          <p:nvSpPr>
            <p:cNvPr id="13" name="圆角矩形 44"/>
            <p:cNvSpPr/>
            <p:nvPr/>
          </p:nvSpPr>
          <p:spPr>
            <a:xfrm>
              <a:off x="1501058" y="1216903"/>
              <a:ext cx="8640000" cy="1368000"/>
            </a:xfrm>
            <a:prstGeom prst="roundRect">
              <a:avLst>
                <a:gd name="adj" fmla="val 7037"/>
              </a:avLst>
            </a:prstGeom>
            <a:solidFill>
              <a:sysClr val="window" lastClr="FFFFFF">
                <a:lumMod val="95000"/>
              </a:sysClr>
            </a:solidFill>
            <a:ln w="3175" cap="flat" cmpd="sng" algn="ctr">
              <a:solidFill>
                <a:sysClr val="window" lastClr="FFFFFF">
                  <a:lumMod val="75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B4367"/>
                </a:solidFill>
                <a:effectLst/>
                <a:uLnTx/>
                <a:uFillTx/>
                <a:latin typeface="等线" panose="02010600030101010101" charset="-122"/>
                <a:ea typeface="等线" panose="02010600030101010101" charset="-122"/>
                <a:cs typeface="+mn-cs"/>
              </a:endParaRPr>
            </a:p>
          </p:txBody>
        </p:sp>
        <p:sp>
          <p:nvSpPr>
            <p:cNvPr id="14" name="流程图: 离页连接符 13"/>
            <p:cNvSpPr/>
            <p:nvPr/>
          </p:nvSpPr>
          <p:spPr>
            <a:xfrm rot="16200000">
              <a:off x="1291871" y="1522904"/>
              <a:ext cx="851242" cy="756000"/>
            </a:xfrm>
            <a:prstGeom prst="flowChartOffpageConnector">
              <a:avLst/>
            </a:prstGeom>
            <a:solidFill>
              <a:schemeClr val="accent1"/>
            </a:solidFill>
            <a:ln w="12700" cap="flat" cmpd="sng" algn="ctr">
              <a:noFill/>
              <a:prstDash val="solid"/>
              <a:miter lim="800000"/>
            </a:ln>
            <a:effectLst>
              <a:outerShdw blurRad="50800" dist="38100" algn="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5" name="矩形 14"/>
            <p:cNvSpPr/>
            <p:nvPr/>
          </p:nvSpPr>
          <p:spPr>
            <a:xfrm>
              <a:off x="2159125" y="1520468"/>
              <a:ext cx="1339660" cy="756000"/>
            </a:xfrm>
            <a:prstGeom prst="rect">
              <a:avLst/>
            </a:prstGeom>
            <a:noFill/>
            <a:ln w="12700" cap="flat" cmpd="sng" algn="ctr">
              <a:noFill/>
              <a:prstDash val="solid"/>
              <a:miter lim="800000"/>
            </a:ln>
            <a:effectLst/>
          </p:spPr>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3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Add the Title</a:t>
              </a:r>
            </a:p>
          </p:txBody>
        </p:sp>
        <p:sp>
          <p:nvSpPr>
            <p:cNvPr id="16" name="矩形 15"/>
            <p:cNvSpPr/>
            <p:nvPr/>
          </p:nvSpPr>
          <p:spPr>
            <a:xfrm>
              <a:off x="3498785" y="1334046"/>
              <a:ext cx="6489558" cy="14763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srgbClr val="F79646"/>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nvSpPr>
          <p:spPr>
            <a:xfrm>
              <a:off x="1394458" y="1700848"/>
              <a:ext cx="65648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8" name="组合 17"/>
          <p:cNvGrpSpPr/>
          <p:nvPr/>
        </p:nvGrpSpPr>
        <p:grpSpPr>
          <a:xfrm>
            <a:off x="2261840" y="3004010"/>
            <a:ext cx="8801566" cy="1368000"/>
            <a:chOff x="2050942" y="3052737"/>
            <a:chExt cx="8801566" cy="1368000"/>
          </a:xfrm>
        </p:grpSpPr>
        <p:sp>
          <p:nvSpPr>
            <p:cNvPr id="19" name="圆角矩形 50"/>
            <p:cNvSpPr/>
            <p:nvPr/>
          </p:nvSpPr>
          <p:spPr>
            <a:xfrm>
              <a:off x="2212508" y="3052737"/>
              <a:ext cx="8640000" cy="1368000"/>
            </a:xfrm>
            <a:prstGeom prst="roundRect">
              <a:avLst>
                <a:gd name="adj" fmla="val 7037"/>
              </a:avLst>
            </a:prstGeom>
            <a:solidFill>
              <a:sysClr val="window" lastClr="FFFFFF">
                <a:lumMod val="95000"/>
              </a:sysClr>
            </a:solidFill>
            <a:ln w="3175" cap="flat" cmpd="sng" algn="ctr">
              <a:solidFill>
                <a:sysClr val="window" lastClr="FFFFFF">
                  <a:lumMod val="75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流程图: 离页连接符 19"/>
            <p:cNvSpPr/>
            <p:nvPr/>
          </p:nvSpPr>
          <p:spPr>
            <a:xfrm rot="16200000">
              <a:off x="2003321" y="3358736"/>
              <a:ext cx="851242" cy="756000"/>
            </a:xfrm>
            <a:prstGeom prst="flowChartOffpageConnector">
              <a:avLst/>
            </a:prstGeom>
            <a:solidFill>
              <a:schemeClr val="accent1"/>
            </a:solidFill>
            <a:ln w="12700" cap="flat" cmpd="sng" algn="ctr">
              <a:noFill/>
              <a:prstDash val="solid"/>
              <a:miter lim="800000"/>
            </a:ln>
            <a:effectLst>
              <a:outerShdw blurRad="50800" dist="38100" algn="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1" name="矩形 20"/>
            <p:cNvSpPr/>
            <p:nvPr/>
          </p:nvSpPr>
          <p:spPr>
            <a:xfrm>
              <a:off x="2870575" y="3356301"/>
              <a:ext cx="1339660" cy="756000"/>
            </a:xfrm>
            <a:prstGeom prst="rect">
              <a:avLst/>
            </a:prstGeom>
            <a:noFill/>
            <a:ln w="12700" cap="flat" cmpd="sng" algn="ctr">
              <a:noFill/>
              <a:prstDash val="solid"/>
              <a:miter lim="800000"/>
            </a:ln>
            <a:effectLst/>
          </p:spPr>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3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Add the Title</a:t>
              </a:r>
            </a:p>
          </p:txBody>
        </p:sp>
        <p:sp>
          <p:nvSpPr>
            <p:cNvPr id="22" name="矩形 21"/>
            <p:cNvSpPr/>
            <p:nvPr/>
          </p:nvSpPr>
          <p:spPr>
            <a:xfrm>
              <a:off x="4210235" y="3137145"/>
              <a:ext cx="6489558" cy="119888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p:cNvSpPr txBox="1"/>
            <p:nvPr/>
          </p:nvSpPr>
          <p:spPr>
            <a:xfrm>
              <a:off x="2105908" y="3559148"/>
              <a:ext cx="65648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4" name="组合 23"/>
          <p:cNvGrpSpPr/>
          <p:nvPr/>
        </p:nvGrpSpPr>
        <p:grpSpPr>
          <a:xfrm>
            <a:off x="1550390" y="4706493"/>
            <a:ext cx="8801566" cy="1368000"/>
            <a:chOff x="1339492" y="4888571"/>
            <a:chExt cx="8801566" cy="1368000"/>
          </a:xfrm>
        </p:grpSpPr>
        <p:sp>
          <p:nvSpPr>
            <p:cNvPr id="25" name="圆角矩形 56"/>
            <p:cNvSpPr/>
            <p:nvPr/>
          </p:nvSpPr>
          <p:spPr>
            <a:xfrm>
              <a:off x="1501058" y="4888571"/>
              <a:ext cx="8640000" cy="1368000"/>
            </a:xfrm>
            <a:prstGeom prst="roundRect">
              <a:avLst>
                <a:gd name="adj" fmla="val 7037"/>
              </a:avLst>
            </a:prstGeom>
            <a:solidFill>
              <a:sysClr val="window" lastClr="FFFFFF">
                <a:lumMod val="95000"/>
              </a:sysClr>
            </a:solidFill>
            <a:ln w="3175" cap="flat" cmpd="sng" algn="ctr">
              <a:solidFill>
                <a:sysClr val="window" lastClr="FFFFFF">
                  <a:lumMod val="75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6" name="流程图: 离页连接符 25"/>
            <p:cNvSpPr/>
            <p:nvPr/>
          </p:nvSpPr>
          <p:spPr>
            <a:xfrm rot="16200000">
              <a:off x="1291871" y="5194570"/>
              <a:ext cx="851242" cy="756000"/>
            </a:xfrm>
            <a:prstGeom prst="flowChartOffpageConnector">
              <a:avLst/>
            </a:prstGeom>
            <a:solidFill>
              <a:schemeClr val="accent1"/>
            </a:solidFill>
            <a:ln w="12700" cap="flat" cmpd="sng" algn="ctr">
              <a:noFill/>
              <a:prstDash val="solid"/>
              <a:miter lim="800000"/>
            </a:ln>
            <a:effectLst>
              <a:outerShdw blurRad="50800" dist="38100" algn="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0" name="矩形 29"/>
            <p:cNvSpPr/>
            <p:nvPr/>
          </p:nvSpPr>
          <p:spPr>
            <a:xfrm>
              <a:off x="2159125" y="5192135"/>
              <a:ext cx="1339660" cy="756000"/>
            </a:xfrm>
            <a:prstGeom prst="rect">
              <a:avLst/>
            </a:prstGeom>
            <a:noFill/>
            <a:ln w="12700" cap="flat" cmpd="sng" algn="ctr">
              <a:noFill/>
              <a:prstDash val="solid"/>
              <a:miter lim="800000"/>
            </a:ln>
            <a:effectLst/>
          </p:spPr>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3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Add the Title</a:t>
              </a:r>
            </a:p>
          </p:txBody>
        </p:sp>
        <p:sp>
          <p:nvSpPr>
            <p:cNvPr id="31" name="矩形 30"/>
            <p:cNvSpPr/>
            <p:nvPr/>
          </p:nvSpPr>
          <p:spPr>
            <a:xfrm>
              <a:off x="3498785" y="5057453"/>
              <a:ext cx="6489558" cy="119888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32" name="文本框 31"/>
            <p:cNvSpPr txBox="1"/>
            <p:nvPr/>
          </p:nvSpPr>
          <p:spPr>
            <a:xfrm>
              <a:off x="1394458" y="5372515"/>
              <a:ext cx="65648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33" name="图片 32">
            <a:extLst>
              <a:ext uri="{FF2B5EF4-FFF2-40B4-BE49-F238E27FC236}">
                <a16:creationId xmlns:a16="http://schemas.microsoft.com/office/drawing/2014/main" id="{3355FF5B-849D-1997-41D9-4AC1EC2EBA22}"/>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12" name="组合 11"/>
          <p:cNvGrpSpPr/>
          <p:nvPr/>
        </p:nvGrpSpPr>
        <p:grpSpPr>
          <a:xfrm>
            <a:off x="6312024" y="2177274"/>
            <a:ext cx="1796232" cy="1976579"/>
            <a:chOff x="5987173" y="3044094"/>
            <a:chExt cx="1796700" cy="1976578"/>
          </a:xfrm>
        </p:grpSpPr>
        <p:sp>
          <p:nvSpPr>
            <p:cNvPr id="13" name="任意多边形 13"/>
            <p:cNvSpPr/>
            <p:nvPr/>
          </p:nvSpPr>
          <p:spPr>
            <a:xfrm>
              <a:off x="5987173" y="3044094"/>
              <a:ext cx="1796700" cy="1976578"/>
            </a:xfrm>
            <a:custGeom>
              <a:avLst/>
              <a:gdLst>
                <a:gd name="connsiteX0" fmla="*/ 898350 w 1796700"/>
                <a:gd name="connsiteY0" fmla="*/ 0 h 1976578"/>
                <a:gd name="connsiteX1" fmla="*/ 1796700 w 1796700"/>
                <a:gd name="connsiteY1" fmla="*/ 898350 h 1976578"/>
                <a:gd name="connsiteX2" fmla="*/ 1079399 w 1796700"/>
                <a:gd name="connsiteY2" fmla="*/ 1778449 h 1976578"/>
                <a:gd name="connsiteX3" fmla="*/ 1005825 w 1796700"/>
                <a:gd name="connsiteY3" fmla="*/ 1789678 h 1976578"/>
                <a:gd name="connsiteX4" fmla="*/ 910290 w 1796700"/>
                <a:gd name="connsiteY4" fmla="*/ 1976578 h 1976578"/>
                <a:gd name="connsiteX5" fmla="*/ 821270 w 1796700"/>
                <a:gd name="connsiteY5" fmla="*/ 1792808 h 1976578"/>
                <a:gd name="connsiteX6" fmla="*/ 806499 w 1796700"/>
                <a:gd name="connsiteY6" fmla="*/ 1792062 h 1976578"/>
                <a:gd name="connsiteX7" fmla="*/ 0 w 1796700"/>
                <a:gd name="connsiteY7" fmla="*/ 898350 h 1976578"/>
                <a:gd name="connsiteX8" fmla="*/ 898350 w 1796700"/>
                <a:gd name="connsiteY8" fmla="*/ 0 h 197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6700" h="1976578">
                  <a:moveTo>
                    <a:pt x="898350" y="0"/>
                  </a:moveTo>
                  <a:cubicBezTo>
                    <a:pt x="1394495" y="0"/>
                    <a:pt x="1796700" y="402205"/>
                    <a:pt x="1796700" y="898350"/>
                  </a:cubicBezTo>
                  <a:cubicBezTo>
                    <a:pt x="1796700" y="1332477"/>
                    <a:pt x="1488762" y="1694681"/>
                    <a:pt x="1079399" y="1778449"/>
                  </a:cubicBezTo>
                  <a:lnTo>
                    <a:pt x="1005825" y="1789678"/>
                  </a:lnTo>
                  <a:lnTo>
                    <a:pt x="910290" y="1976578"/>
                  </a:lnTo>
                  <a:lnTo>
                    <a:pt x="821270" y="1792808"/>
                  </a:lnTo>
                  <a:lnTo>
                    <a:pt x="806499" y="1792062"/>
                  </a:lnTo>
                  <a:cubicBezTo>
                    <a:pt x="353501" y="1746058"/>
                    <a:pt x="0" y="1363486"/>
                    <a:pt x="0" y="898350"/>
                  </a:cubicBezTo>
                  <a:cubicBezTo>
                    <a:pt x="0" y="402205"/>
                    <a:pt x="402205" y="0"/>
                    <a:pt x="898350" y="0"/>
                  </a:cubicBezTo>
                  <a:close/>
                </a:path>
              </a:pathLst>
            </a:custGeom>
            <a:solidFill>
              <a:schemeClr val="accent1">
                <a:alpha val="80000"/>
              </a:scheme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KSO_Shape"/>
            <p:cNvSpPr/>
            <p:nvPr/>
          </p:nvSpPr>
          <p:spPr bwMode="auto">
            <a:xfrm>
              <a:off x="6664272" y="3431336"/>
              <a:ext cx="453627" cy="453627"/>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rgbClr val="FFFFFF"/>
            </a:solidFill>
            <a:ln>
              <a:noFill/>
            </a:ln>
          </p:spPr>
          <p:txBody>
            <a:bodyPr anchor="ctr">
              <a:scene3d>
                <a:camera prst="orthographicFront"/>
                <a:lightRig rig="threePt" dir="t"/>
              </a:scene3d>
              <a:sp3d>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文本框 62"/>
            <p:cNvSpPr txBox="1"/>
            <p:nvPr/>
          </p:nvSpPr>
          <p:spPr>
            <a:xfrm>
              <a:off x="6329724" y="3989043"/>
              <a:ext cx="123755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Title</a:t>
              </a:r>
            </a:p>
          </p:txBody>
        </p:sp>
      </p:grpSp>
      <p:cxnSp>
        <p:nvCxnSpPr>
          <p:cNvPr id="16" name="直接连接符 15"/>
          <p:cNvCxnSpPr/>
          <p:nvPr/>
        </p:nvCxnSpPr>
        <p:spPr>
          <a:xfrm>
            <a:off x="1804795" y="4284170"/>
            <a:ext cx="8837900" cy="0"/>
          </a:xfrm>
          <a:prstGeom prst="line">
            <a:avLst/>
          </a:prstGeom>
          <a:noFill/>
          <a:ln w="9525" cap="flat" cmpd="sng" algn="ctr">
            <a:solidFill>
              <a:schemeClr val="tx1">
                <a:lumMod val="75000"/>
                <a:lumOff val="25000"/>
              </a:schemeClr>
            </a:solidFill>
            <a:prstDash val="dashDot"/>
          </a:ln>
          <a:effectLst/>
        </p:spPr>
      </p:cxnSp>
      <p:sp>
        <p:nvSpPr>
          <p:cNvPr id="17" name="椭圆 16"/>
          <p:cNvSpPr/>
          <p:nvPr/>
        </p:nvSpPr>
        <p:spPr>
          <a:xfrm>
            <a:off x="1704713" y="4210970"/>
            <a:ext cx="146361" cy="146400"/>
          </a:xfrm>
          <a:prstGeom prst="ellipse">
            <a:avLst/>
          </a:prstGeom>
          <a:solidFill>
            <a:schemeClr val="accent1"/>
          </a:solidFill>
          <a:ln w="25400" cap="flat" cmpd="sng" algn="ctr">
            <a:solidFill>
              <a:schemeClr val="accent1"/>
            </a:solidFill>
            <a:prstDash val="solid"/>
          </a:ln>
          <a:effectLst/>
        </p:spPr>
        <p:txBody>
          <a:bodyPr lIns="91416" tIns="45708" rIns="91416" bIns="4570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srgbClr val="93CDDD"/>
              </a:solidFill>
              <a:effectLst/>
              <a:uLnTx/>
              <a:uFillTx/>
              <a:latin typeface="微软雅黑" panose="020B0503020204020204" pitchFamily="34" charset="-122"/>
              <a:ea typeface="微软雅黑" panose="020B0503020204020204" pitchFamily="34" charset="-122"/>
              <a:cs typeface="+mn-cs"/>
            </a:endParaRPr>
          </a:p>
        </p:txBody>
      </p:sp>
      <p:sp>
        <p:nvSpPr>
          <p:cNvPr id="18" name="椭圆 17"/>
          <p:cNvSpPr/>
          <p:nvPr/>
        </p:nvSpPr>
        <p:spPr>
          <a:xfrm>
            <a:off x="10569516" y="4210970"/>
            <a:ext cx="146361" cy="146400"/>
          </a:xfrm>
          <a:prstGeom prst="ellipse">
            <a:avLst/>
          </a:prstGeom>
          <a:solidFill>
            <a:schemeClr val="accent1"/>
          </a:solidFill>
          <a:ln w="25400" cap="flat" cmpd="sng" algn="ctr">
            <a:solidFill>
              <a:schemeClr val="accent1"/>
            </a:solidFill>
            <a:prstDash val="solid"/>
          </a:ln>
          <a:effectLst/>
        </p:spPr>
        <p:txBody>
          <a:bodyPr lIns="91416" tIns="45708" rIns="91416" bIns="4570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srgbClr val="93CDDD"/>
              </a:solidFill>
              <a:effectLst/>
              <a:uLnTx/>
              <a:uFillTx/>
              <a:latin typeface="微软雅黑" panose="020B0503020204020204" pitchFamily="34" charset="-122"/>
              <a:ea typeface="微软雅黑" panose="020B0503020204020204" pitchFamily="34" charset="-122"/>
              <a:cs typeface="+mn-cs"/>
            </a:endParaRPr>
          </a:p>
        </p:txBody>
      </p:sp>
      <p:sp>
        <p:nvSpPr>
          <p:cNvPr id="19" name="椭圆 18"/>
          <p:cNvSpPr/>
          <p:nvPr/>
        </p:nvSpPr>
        <p:spPr>
          <a:xfrm>
            <a:off x="3122968" y="4210970"/>
            <a:ext cx="146361" cy="146400"/>
          </a:xfrm>
          <a:prstGeom prst="ellipse">
            <a:avLst/>
          </a:prstGeom>
          <a:solidFill>
            <a:schemeClr val="accent1"/>
          </a:solidFill>
          <a:ln w="25400" cap="flat" cmpd="sng" algn="ctr">
            <a:solidFill>
              <a:schemeClr val="accent1"/>
            </a:solidFill>
            <a:prstDash val="solid"/>
          </a:ln>
          <a:effectLst/>
        </p:spPr>
        <p:txBody>
          <a:bodyPr lIns="91416" tIns="45708" rIns="91416" bIns="4570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srgbClr val="93CDDD"/>
              </a:solidFill>
              <a:effectLst/>
              <a:uLnTx/>
              <a:uFillTx/>
              <a:latin typeface="微软雅黑" panose="020B0503020204020204" pitchFamily="34" charset="-122"/>
              <a:ea typeface="微软雅黑" panose="020B0503020204020204" pitchFamily="34" charset="-122"/>
              <a:cs typeface="+mn-cs"/>
            </a:endParaRPr>
          </a:p>
        </p:txBody>
      </p:sp>
      <p:sp>
        <p:nvSpPr>
          <p:cNvPr id="20" name="椭圆 19"/>
          <p:cNvSpPr/>
          <p:nvPr/>
        </p:nvSpPr>
        <p:spPr>
          <a:xfrm>
            <a:off x="5119760" y="4210970"/>
            <a:ext cx="146361" cy="146400"/>
          </a:xfrm>
          <a:prstGeom prst="ellipse">
            <a:avLst/>
          </a:prstGeom>
          <a:solidFill>
            <a:schemeClr val="accent1"/>
          </a:solidFill>
          <a:ln w="25400" cap="flat" cmpd="sng" algn="ctr">
            <a:solidFill>
              <a:schemeClr val="accent1"/>
            </a:solidFill>
            <a:prstDash val="solid"/>
          </a:ln>
          <a:effectLst/>
        </p:spPr>
        <p:txBody>
          <a:bodyPr lIns="91416" tIns="45708" rIns="91416" bIns="4570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srgbClr val="93CDDD"/>
              </a:solidFill>
              <a:effectLst/>
              <a:uLnTx/>
              <a:uFillTx/>
              <a:latin typeface="微软雅黑" panose="020B0503020204020204" pitchFamily="34" charset="-122"/>
              <a:ea typeface="微软雅黑" panose="020B0503020204020204" pitchFamily="34" charset="-122"/>
              <a:cs typeface="+mn-cs"/>
            </a:endParaRPr>
          </a:p>
        </p:txBody>
      </p:sp>
      <p:sp>
        <p:nvSpPr>
          <p:cNvPr id="21" name="椭圆 20"/>
          <p:cNvSpPr/>
          <p:nvPr/>
        </p:nvSpPr>
        <p:spPr>
          <a:xfrm>
            <a:off x="7151854" y="4210970"/>
            <a:ext cx="146361" cy="146400"/>
          </a:xfrm>
          <a:prstGeom prst="ellipse">
            <a:avLst/>
          </a:prstGeom>
          <a:solidFill>
            <a:schemeClr val="accent1"/>
          </a:solidFill>
          <a:ln w="25400" cap="flat" cmpd="sng" algn="ctr">
            <a:solidFill>
              <a:schemeClr val="accent1"/>
            </a:solidFill>
            <a:prstDash val="solid"/>
          </a:ln>
          <a:effectLst/>
        </p:spPr>
        <p:txBody>
          <a:bodyPr lIns="91416" tIns="45708" rIns="91416" bIns="4570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srgbClr val="93CDDD"/>
              </a:solidFill>
              <a:effectLst/>
              <a:uLnTx/>
              <a:uFillTx/>
              <a:latin typeface="微软雅黑" panose="020B0503020204020204" pitchFamily="34" charset="-122"/>
              <a:ea typeface="微软雅黑" panose="020B0503020204020204" pitchFamily="34" charset="-122"/>
              <a:cs typeface="+mn-cs"/>
            </a:endParaRPr>
          </a:p>
        </p:txBody>
      </p:sp>
      <p:sp>
        <p:nvSpPr>
          <p:cNvPr id="22" name="椭圆 21"/>
          <p:cNvSpPr/>
          <p:nvPr/>
        </p:nvSpPr>
        <p:spPr>
          <a:xfrm>
            <a:off x="8930865" y="4210970"/>
            <a:ext cx="146361" cy="146400"/>
          </a:xfrm>
          <a:prstGeom prst="ellipse">
            <a:avLst/>
          </a:prstGeom>
          <a:solidFill>
            <a:schemeClr val="accent1"/>
          </a:solidFill>
          <a:ln w="25400" cap="flat" cmpd="sng" algn="ctr">
            <a:solidFill>
              <a:schemeClr val="accent1"/>
            </a:solidFill>
            <a:prstDash val="solid"/>
          </a:ln>
          <a:effectLst/>
        </p:spPr>
        <p:txBody>
          <a:bodyPr lIns="91416" tIns="45708" rIns="91416" bIns="4570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srgbClr val="93CDDD"/>
              </a:solidFill>
              <a:effectLst/>
              <a:uLnTx/>
              <a:uFillTx/>
              <a:latin typeface="微软雅黑" panose="020B0503020204020204" pitchFamily="34" charset="-122"/>
              <a:ea typeface="微软雅黑" panose="020B0503020204020204" pitchFamily="34" charset="-122"/>
              <a:cs typeface="+mn-cs"/>
            </a:endParaRPr>
          </a:p>
        </p:txBody>
      </p:sp>
      <p:grpSp>
        <p:nvGrpSpPr>
          <p:cNvPr id="23" name="组合 22"/>
          <p:cNvGrpSpPr/>
          <p:nvPr/>
        </p:nvGrpSpPr>
        <p:grpSpPr>
          <a:xfrm>
            <a:off x="2424605" y="2405467"/>
            <a:ext cx="1575329" cy="1759852"/>
            <a:chOff x="2940476" y="3272285"/>
            <a:chExt cx="1575740" cy="1759852"/>
          </a:xfrm>
        </p:grpSpPr>
        <p:sp>
          <p:nvSpPr>
            <p:cNvPr id="24" name="任意多边形 24"/>
            <p:cNvSpPr/>
            <p:nvPr/>
          </p:nvSpPr>
          <p:spPr>
            <a:xfrm>
              <a:off x="2940476" y="3272285"/>
              <a:ext cx="1575740" cy="1759852"/>
            </a:xfrm>
            <a:custGeom>
              <a:avLst/>
              <a:gdLst>
                <a:gd name="connsiteX0" fmla="*/ 787870 w 1575740"/>
                <a:gd name="connsiteY0" fmla="*/ 0 h 1759852"/>
                <a:gd name="connsiteX1" fmla="*/ 1575740 w 1575740"/>
                <a:gd name="connsiteY1" fmla="*/ 787870 h 1759852"/>
                <a:gd name="connsiteX2" fmla="*/ 946654 w 1575740"/>
                <a:gd name="connsiteY2" fmla="*/ 1559734 h 1759852"/>
                <a:gd name="connsiteX3" fmla="*/ 870324 w 1575740"/>
                <a:gd name="connsiteY3" fmla="*/ 1567428 h 1759852"/>
                <a:gd name="connsiteX4" fmla="*/ 771966 w 1575740"/>
                <a:gd name="connsiteY4" fmla="*/ 1759852 h 1759852"/>
                <a:gd name="connsiteX5" fmla="*/ 677385 w 1575740"/>
                <a:gd name="connsiteY5" fmla="*/ 1564602 h 1759852"/>
                <a:gd name="connsiteX6" fmla="*/ 629087 w 1575740"/>
                <a:gd name="connsiteY6" fmla="*/ 1559734 h 1759852"/>
                <a:gd name="connsiteX7" fmla="*/ 0 w 1575740"/>
                <a:gd name="connsiteY7" fmla="*/ 787870 h 1759852"/>
                <a:gd name="connsiteX8" fmla="*/ 787870 w 1575740"/>
                <a:gd name="connsiteY8" fmla="*/ 0 h 1759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740" h="1759852">
                  <a:moveTo>
                    <a:pt x="787870" y="0"/>
                  </a:moveTo>
                  <a:cubicBezTo>
                    <a:pt x="1222999" y="0"/>
                    <a:pt x="1575740" y="352741"/>
                    <a:pt x="1575740" y="787870"/>
                  </a:cubicBezTo>
                  <a:cubicBezTo>
                    <a:pt x="1575740" y="1168608"/>
                    <a:pt x="1305673" y="1486268"/>
                    <a:pt x="946654" y="1559734"/>
                  </a:cubicBezTo>
                  <a:lnTo>
                    <a:pt x="870324" y="1567428"/>
                  </a:lnTo>
                  <a:lnTo>
                    <a:pt x="771966" y="1759852"/>
                  </a:lnTo>
                  <a:lnTo>
                    <a:pt x="677385" y="1564602"/>
                  </a:lnTo>
                  <a:lnTo>
                    <a:pt x="629087" y="1559734"/>
                  </a:lnTo>
                  <a:cubicBezTo>
                    <a:pt x="270067" y="1486268"/>
                    <a:pt x="0" y="1168608"/>
                    <a:pt x="0" y="787870"/>
                  </a:cubicBezTo>
                  <a:cubicBezTo>
                    <a:pt x="0" y="352741"/>
                    <a:pt x="352741" y="0"/>
                    <a:pt x="787870" y="0"/>
                  </a:cubicBezTo>
                  <a:close/>
                </a:path>
              </a:pathLst>
            </a:custGeom>
            <a:solidFill>
              <a:schemeClr val="accent1">
                <a:alpha val="80000"/>
              </a:scheme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KSO_Shape"/>
            <p:cNvSpPr/>
            <p:nvPr/>
          </p:nvSpPr>
          <p:spPr bwMode="auto">
            <a:xfrm>
              <a:off x="3513033" y="3586933"/>
              <a:ext cx="430626" cy="439414"/>
            </a:xfrm>
            <a:custGeom>
              <a:avLst/>
              <a:gdLst>
                <a:gd name="T0" fmla="*/ 1524318 w 3543300"/>
                <a:gd name="T1" fmla="*/ 1132523 h 3617913"/>
                <a:gd name="T2" fmla="*/ 1313498 w 3543300"/>
                <a:gd name="T3" fmla="*/ 1253173 h 3617913"/>
                <a:gd name="T4" fmla="*/ 1155382 w 3543300"/>
                <a:gd name="T5" fmla="*/ 1435418 h 3617913"/>
                <a:gd name="T6" fmla="*/ 1066122 w 3543300"/>
                <a:gd name="T7" fmla="*/ 1663327 h 3617913"/>
                <a:gd name="T8" fmla="*/ 1059774 w 3543300"/>
                <a:gd name="T9" fmla="*/ 1918696 h 3617913"/>
                <a:gd name="T10" fmla="*/ 1138484 w 3543300"/>
                <a:gd name="T11" fmla="*/ 2152467 h 3617913"/>
                <a:gd name="T12" fmla="*/ 1287651 w 3543300"/>
                <a:gd name="T13" fmla="*/ 2342088 h 3617913"/>
                <a:gd name="T14" fmla="*/ 1491724 w 3543300"/>
                <a:gd name="T15" fmla="*/ 2472632 h 3617913"/>
                <a:gd name="T16" fmla="*/ 1734517 w 3543300"/>
                <a:gd name="T17" fmla="*/ 2528533 h 3617913"/>
                <a:gd name="T18" fmla="*/ 1985879 w 3543300"/>
                <a:gd name="T19" fmla="*/ 2496771 h 3617913"/>
                <a:gd name="T20" fmla="*/ 2202647 w 3543300"/>
                <a:gd name="T21" fmla="*/ 2386238 h 3617913"/>
                <a:gd name="T22" fmla="*/ 2368635 w 3543300"/>
                <a:gd name="T23" fmla="*/ 2211863 h 3617913"/>
                <a:gd name="T24" fmla="*/ 2469244 w 3543300"/>
                <a:gd name="T25" fmla="*/ 1988891 h 3617913"/>
                <a:gd name="T26" fmla="*/ 2487969 w 3543300"/>
                <a:gd name="T27" fmla="*/ 1735110 h 3617913"/>
                <a:gd name="T28" fmla="*/ 2420685 w 3543300"/>
                <a:gd name="T29" fmla="*/ 1496257 h 3617913"/>
                <a:gd name="T30" fmla="*/ 2280920 w 3543300"/>
                <a:gd name="T31" fmla="*/ 1299528 h 3617913"/>
                <a:gd name="T32" fmla="*/ 2083752 w 3543300"/>
                <a:gd name="T33" fmla="*/ 1159510 h 3617913"/>
                <a:gd name="T34" fmla="*/ 1845310 w 3543300"/>
                <a:gd name="T35" fmla="*/ 1092518 h 3617913"/>
                <a:gd name="T36" fmla="*/ 1957705 w 3543300"/>
                <a:gd name="T37" fmla="*/ 6985 h 3617913"/>
                <a:gd name="T38" fmla="*/ 2011998 w 3543300"/>
                <a:gd name="T39" fmla="*/ 89217 h 3617913"/>
                <a:gd name="T40" fmla="*/ 2341562 w 3543300"/>
                <a:gd name="T41" fmla="*/ 485457 h 3617913"/>
                <a:gd name="T42" fmla="*/ 2646362 w 3543300"/>
                <a:gd name="T43" fmla="*/ 240665 h 3617913"/>
                <a:gd name="T44" fmla="*/ 2970848 w 3543300"/>
                <a:gd name="T45" fmla="*/ 446087 h 3617913"/>
                <a:gd name="T46" fmla="*/ 2979738 w 3543300"/>
                <a:gd name="T47" fmla="*/ 554990 h 3617913"/>
                <a:gd name="T48" fmla="*/ 2996248 w 3543300"/>
                <a:gd name="T49" fmla="*/ 1049655 h 3617913"/>
                <a:gd name="T50" fmla="*/ 3393440 w 3543300"/>
                <a:gd name="T51" fmla="*/ 1051243 h 3617913"/>
                <a:gd name="T52" fmla="*/ 3542030 w 3543300"/>
                <a:gd name="T53" fmla="*/ 1406843 h 3617913"/>
                <a:gd name="T54" fmla="*/ 3490278 w 3543300"/>
                <a:gd name="T55" fmla="*/ 1502728 h 3617913"/>
                <a:gd name="T56" fmla="*/ 3210242 w 3543300"/>
                <a:gd name="T57" fmla="*/ 1889125 h 3617913"/>
                <a:gd name="T58" fmla="*/ 3529330 w 3543300"/>
                <a:gd name="T59" fmla="*/ 2149158 h 3617913"/>
                <a:gd name="T60" fmla="*/ 3442335 w 3543300"/>
                <a:gd name="T61" fmla="*/ 2520315 h 3617913"/>
                <a:gd name="T62" fmla="*/ 3346450 w 3543300"/>
                <a:gd name="T63" fmla="*/ 2572068 h 3617913"/>
                <a:gd name="T64" fmla="*/ 2905125 w 3543300"/>
                <a:gd name="T65" fmla="*/ 2698115 h 3617913"/>
                <a:gd name="T66" fmla="*/ 2994025 w 3543300"/>
                <a:gd name="T67" fmla="*/ 3108643 h 3617913"/>
                <a:gd name="T68" fmla="*/ 2709228 w 3543300"/>
                <a:gd name="T69" fmla="*/ 3363913 h 3617913"/>
                <a:gd name="T70" fmla="*/ 2600325 w 3543300"/>
                <a:gd name="T71" fmla="*/ 3355023 h 3617913"/>
                <a:gd name="T72" fmla="*/ 2193608 w 3543300"/>
                <a:gd name="T73" fmla="*/ 3187066 h 3617913"/>
                <a:gd name="T74" fmla="*/ 2005012 w 3543300"/>
                <a:gd name="T75" fmla="*/ 3563621 h 3617913"/>
                <a:gd name="T76" fmla="*/ 1620520 w 3543300"/>
                <a:gd name="T77" fmla="*/ 3617913 h 3617913"/>
                <a:gd name="T78" fmla="*/ 1535430 w 3543300"/>
                <a:gd name="T79" fmla="*/ 3555366 h 3617913"/>
                <a:gd name="T80" fmla="*/ 1324928 w 3543300"/>
                <a:gd name="T81" fmla="*/ 3179128 h 3617913"/>
                <a:gd name="T82" fmla="*/ 935990 w 3543300"/>
                <a:gd name="T83" fmla="*/ 3361056 h 3617913"/>
                <a:gd name="T84" fmla="*/ 830262 w 3543300"/>
                <a:gd name="T85" fmla="*/ 3361056 h 3617913"/>
                <a:gd name="T86" fmla="*/ 550545 w 3543300"/>
                <a:gd name="T87" fmla="*/ 3100071 h 3617913"/>
                <a:gd name="T88" fmla="*/ 638492 w 3543300"/>
                <a:gd name="T89" fmla="*/ 2698115 h 3617913"/>
                <a:gd name="T90" fmla="*/ 196850 w 3543300"/>
                <a:gd name="T91" fmla="*/ 2572068 h 3617913"/>
                <a:gd name="T92" fmla="*/ 101282 w 3543300"/>
                <a:gd name="T93" fmla="*/ 2520315 h 3617913"/>
                <a:gd name="T94" fmla="*/ 13970 w 3543300"/>
                <a:gd name="T95" fmla="*/ 2149158 h 3617913"/>
                <a:gd name="T96" fmla="*/ 334962 w 3543300"/>
                <a:gd name="T97" fmla="*/ 1915478 h 3617913"/>
                <a:gd name="T98" fmla="*/ 57467 w 3543300"/>
                <a:gd name="T99" fmla="*/ 1504633 h 3617913"/>
                <a:gd name="T100" fmla="*/ 635 w 3543300"/>
                <a:gd name="T101" fmla="*/ 1411288 h 3617913"/>
                <a:gd name="T102" fmla="*/ 134620 w 3543300"/>
                <a:gd name="T103" fmla="*/ 1058863 h 3617913"/>
                <a:gd name="T104" fmla="*/ 520382 w 3543300"/>
                <a:gd name="T105" fmla="*/ 1095375 h 3617913"/>
                <a:gd name="T106" fmla="*/ 742632 w 3543300"/>
                <a:gd name="T107" fmla="*/ 801052 h 3617913"/>
                <a:gd name="T108" fmla="*/ 558482 w 3543300"/>
                <a:gd name="T109" fmla="*/ 467677 h 3617913"/>
                <a:gd name="T110" fmla="*/ 862648 w 3543300"/>
                <a:gd name="T111" fmla="*/ 242252 h 3617913"/>
                <a:gd name="T112" fmla="*/ 955040 w 3543300"/>
                <a:gd name="T113" fmla="*/ 276542 h 3617913"/>
                <a:gd name="T114" fmla="*/ 1452245 w 3543300"/>
                <a:gd name="T115" fmla="*/ 404177 h 3617913"/>
                <a:gd name="T116" fmla="*/ 1557655 w 3543300"/>
                <a:gd name="T117" fmla="*/ 26352 h 3617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43300" h="3617913">
                  <a:moveTo>
                    <a:pt x="1752918" y="1088708"/>
                  </a:moveTo>
                  <a:lnTo>
                    <a:pt x="1734502" y="1089660"/>
                  </a:lnTo>
                  <a:lnTo>
                    <a:pt x="1716088" y="1090613"/>
                  </a:lnTo>
                  <a:lnTo>
                    <a:pt x="1697990" y="1092518"/>
                  </a:lnTo>
                  <a:lnTo>
                    <a:pt x="1679892" y="1094423"/>
                  </a:lnTo>
                  <a:lnTo>
                    <a:pt x="1662112" y="1097280"/>
                  </a:lnTo>
                  <a:lnTo>
                    <a:pt x="1644332" y="1100138"/>
                  </a:lnTo>
                  <a:lnTo>
                    <a:pt x="1626552" y="1103630"/>
                  </a:lnTo>
                  <a:lnTo>
                    <a:pt x="1608772" y="1107440"/>
                  </a:lnTo>
                  <a:lnTo>
                    <a:pt x="1591628" y="1111568"/>
                  </a:lnTo>
                  <a:lnTo>
                    <a:pt x="1574800" y="1116013"/>
                  </a:lnTo>
                  <a:lnTo>
                    <a:pt x="1557338" y="1121093"/>
                  </a:lnTo>
                  <a:lnTo>
                    <a:pt x="1540828" y="1126490"/>
                  </a:lnTo>
                  <a:lnTo>
                    <a:pt x="1524318" y="1132523"/>
                  </a:lnTo>
                  <a:lnTo>
                    <a:pt x="1507808" y="1138555"/>
                  </a:lnTo>
                  <a:lnTo>
                    <a:pt x="1491615" y="1145223"/>
                  </a:lnTo>
                  <a:lnTo>
                    <a:pt x="1475422" y="1152525"/>
                  </a:lnTo>
                  <a:lnTo>
                    <a:pt x="1459548" y="1159510"/>
                  </a:lnTo>
                  <a:lnTo>
                    <a:pt x="1443672" y="1167448"/>
                  </a:lnTo>
                  <a:lnTo>
                    <a:pt x="1428432" y="1175703"/>
                  </a:lnTo>
                  <a:lnTo>
                    <a:pt x="1413192" y="1183958"/>
                  </a:lnTo>
                  <a:lnTo>
                    <a:pt x="1398270" y="1193165"/>
                  </a:lnTo>
                  <a:lnTo>
                    <a:pt x="1383665" y="1202055"/>
                  </a:lnTo>
                  <a:lnTo>
                    <a:pt x="1368742" y="1211898"/>
                  </a:lnTo>
                  <a:lnTo>
                    <a:pt x="1354772" y="1221740"/>
                  </a:lnTo>
                  <a:lnTo>
                    <a:pt x="1340485" y="1231900"/>
                  </a:lnTo>
                  <a:lnTo>
                    <a:pt x="1327150" y="1242378"/>
                  </a:lnTo>
                  <a:lnTo>
                    <a:pt x="1313498" y="1253173"/>
                  </a:lnTo>
                  <a:lnTo>
                    <a:pt x="1300480" y="1264285"/>
                  </a:lnTo>
                  <a:lnTo>
                    <a:pt x="1287462" y="1275715"/>
                  </a:lnTo>
                  <a:lnTo>
                    <a:pt x="1274762" y="1287463"/>
                  </a:lnTo>
                  <a:lnTo>
                    <a:pt x="1262380" y="1299528"/>
                  </a:lnTo>
                  <a:lnTo>
                    <a:pt x="1250315" y="1311910"/>
                  </a:lnTo>
                  <a:lnTo>
                    <a:pt x="1238568" y="1324928"/>
                  </a:lnTo>
                  <a:lnTo>
                    <a:pt x="1227138" y="1337628"/>
                  </a:lnTo>
                  <a:lnTo>
                    <a:pt x="1215708" y="1350645"/>
                  </a:lnTo>
                  <a:lnTo>
                    <a:pt x="1205230" y="1364298"/>
                  </a:lnTo>
                  <a:lnTo>
                    <a:pt x="1194752" y="1377950"/>
                  </a:lnTo>
                  <a:lnTo>
                    <a:pt x="1183958" y="1392238"/>
                  </a:lnTo>
                  <a:lnTo>
                    <a:pt x="1174432" y="1406525"/>
                  </a:lnTo>
                  <a:lnTo>
                    <a:pt x="1164908" y="1420813"/>
                  </a:lnTo>
                  <a:lnTo>
                    <a:pt x="1155382" y="1435418"/>
                  </a:lnTo>
                  <a:lnTo>
                    <a:pt x="1146810" y="1450340"/>
                  </a:lnTo>
                  <a:lnTo>
                    <a:pt x="1138391" y="1465309"/>
                  </a:lnTo>
                  <a:lnTo>
                    <a:pt x="1130549" y="1480376"/>
                  </a:lnTo>
                  <a:lnTo>
                    <a:pt x="1122615" y="1496257"/>
                  </a:lnTo>
                  <a:lnTo>
                    <a:pt x="1114998" y="1512138"/>
                  </a:lnTo>
                  <a:lnTo>
                    <a:pt x="1108333" y="1528337"/>
                  </a:lnTo>
                  <a:lnTo>
                    <a:pt x="1101668" y="1544536"/>
                  </a:lnTo>
                  <a:lnTo>
                    <a:pt x="1095321" y="1561052"/>
                  </a:lnTo>
                  <a:lnTo>
                    <a:pt x="1089608" y="1577568"/>
                  </a:lnTo>
                  <a:lnTo>
                    <a:pt x="1083895" y="1594402"/>
                  </a:lnTo>
                  <a:lnTo>
                    <a:pt x="1079134" y="1611554"/>
                  </a:lnTo>
                  <a:lnTo>
                    <a:pt x="1074056" y="1628388"/>
                  </a:lnTo>
                  <a:lnTo>
                    <a:pt x="1069931" y="1646175"/>
                  </a:lnTo>
                  <a:lnTo>
                    <a:pt x="1066122" y="1663327"/>
                  </a:lnTo>
                  <a:lnTo>
                    <a:pt x="1062948" y="1681114"/>
                  </a:lnTo>
                  <a:lnTo>
                    <a:pt x="1059774" y="1698901"/>
                  </a:lnTo>
                  <a:lnTo>
                    <a:pt x="1057553" y="1717005"/>
                  </a:lnTo>
                  <a:lnTo>
                    <a:pt x="1055331" y="1735110"/>
                  </a:lnTo>
                  <a:lnTo>
                    <a:pt x="1053744" y="1753532"/>
                  </a:lnTo>
                  <a:lnTo>
                    <a:pt x="1052792" y="1771319"/>
                  </a:lnTo>
                  <a:lnTo>
                    <a:pt x="1051840" y="1790376"/>
                  </a:lnTo>
                  <a:lnTo>
                    <a:pt x="1051523" y="1808798"/>
                  </a:lnTo>
                  <a:lnTo>
                    <a:pt x="1051840" y="1827221"/>
                  </a:lnTo>
                  <a:lnTo>
                    <a:pt x="1052792" y="1845960"/>
                  </a:lnTo>
                  <a:lnTo>
                    <a:pt x="1053744" y="1864065"/>
                  </a:lnTo>
                  <a:lnTo>
                    <a:pt x="1055331" y="1882487"/>
                  </a:lnTo>
                  <a:lnTo>
                    <a:pt x="1057553" y="1900592"/>
                  </a:lnTo>
                  <a:lnTo>
                    <a:pt x="1059774" y="1918696"/>
                  </a:lnTo>
                  <a:lnTo>
                    <a:pt x="1062948" y="1936483"/>
                  </a:lnTo>
                  <a:lnTo>
                    <a:pt x="1066122" y="1953952"/>
                  </a:lnTo>
                  <a:lnTo>
                    <a:pt x="1069931" y="1971739"/>
                  </a:lnTo>
                  <a:lnTo>
                    <a:pt x="1074056" y="1988891"/>
                  </a:lnTo>
                  <a:lnTo>
                    <a:pt x="1079134" y="2006043"/>
                  </a:lnTo>
                  <a:lnTo>
                    <a:pt x="1083895" y="2022877"/>
                  </a:lnTo>
                  <a:lnTo>
                    <a:pt x="1089608" y="2039711"/>
                  </a:lnTo>
                  <a:lnTo>
                    <a:pt x="1095321" y="2056545"/>
                  </a:lnTo>
                  <a:lnTo>
                    <a:pt x="1101668" y="2073061"/>
                  </a:lnTo>
                  <a:lnTo>
                    <a:pt x="1108333" y="2089260"/>
                  </a:lnTo>
                  <a:lnTo>
                    <a:pt x="1114998" y="2105459"/>
                  </a:lnTo>
                  <a:lnTo>
                    <a:pt x="1122615" y="2121022"/>
                  </a:lnTo>
                  <a:lnTo>
                    <a:pt x="1130549" y="2136904"/>
                  </a:lnTo>
                  <a:lnTo>
                    <a:pt x="1138484" y="2152467"/>
                  </a:lnTo>
                  <a:lnTo>
                    <a:pt x="1147053" y="2167395"/>
                  </a:lnTo>
                  <a:lnTo>
                    <a:pt x="1155622" y="2182641"/>
                  </a:lnTo>
                  <a:lnTo>
                    <a:pt x="1165144" y="2197252"/>
                  </a:lnTo>
                  <a:lnTo>
                    <a:pt x="1174665" y="2211863"/>
                  </a:lnTo>
                  <a:lnTo>
                    <a:pt x="1184186" y="2225838"/>
                  </a:lnTo>
                  <a:lnTo>
                    <a:pt x="1194977" y="2240131"/>
                  </a:lnTo>
                  <a:lnTo>
                    <a:pt x="1205450" y="2253789"/>
                  </a:lnTo>
                  <a:lnTo>
                    <a:pt x="1215924" y="2267129"/>
                  </a:lnTo>
                  <a:lnTo>
                    <a:pt x="1227349" y="2280469"/>
                  </a:lnTo>
                  <a:lnTo>
                    <a:pt x="1238775" y="2293174"/>
                  </a:lnTo>
                  <a:lnTo>
                    <a:pt x="1250518" y="2305879"/>
                  </a:lnTo>
                  <a:lnTo>
                    <a:pt x="1262578" y="2318267"/>
                  </a:lnTo>
                  <a:lnTo>
                    <a:pt x="1274956" y="2330336"/>
                  </a:lnTo>
                  <a:lnTo>
                    <a:pt x="1287651" y="2342088"/>
                  </a:lnTo>
                  <a:lnTo>
                    <a:pt x="1300663" y="2353840"/>
                  </a:lnTo>
                  <a:lnTo>
                    <a:pt x="1313676" y="2364640"/>
                  </a:lnTo>
                  <a:lnTo>
                    <a:pt x="1327323" y="2375756"/>
                  </a:lnTo>
                  <a:lnTo>
                    <a:pt x="1340653" y="2386238"/>
                  </a:lnTo>
                  <a:lnTo>
                    <a:pt x="1354935" y="2396402"/>
                  </a:lnTo>
                  <a:lnTo>
                    <a:pt x="1368899" y="2406566"/>
                  </a:lnTo>
                  <a:lnTo>
                    <a:pt x="1383816" y="2415777"/>
                  </a:lnTo>
                  <a:lnTo>
                    <a:pt x="1398415" y="2424988"/>
                  </a:lnTo>
                  <a:lnTo>
                    <a:pt x="1413332" y="2433882"/>
                  </a:lnTo>
                  <a:lnTo>
                    <a:pt x="1428566" y="2442775"/>
                  </a:lnTo>
                  <a:lnTo>
                    <a:pt x="1443800" y="2450398"/>
                  </a:lnTo>
                  <a:lnTo>
                    <a:pt x="1459669" y="2458339"/>
                  </a:lnTo>
                  <a:lnTo>
                    <a:pt x="1475538" y="2465644"/>
                  </a:lnTo>
                  <a:lnTo>
                    <a:pt x="1491724" y="2472632"/>
                  </a:lnTo>
                  <a:lnTo>
                    <a:pt x="1507910" y="2479619"/>
                  </a:lnTo>
                  <a:lnTo>
                    <a:pt x="1524414" y="2485654"/>
                  </a:lnTo>
                  <a:lnTo>
                    <a:pt x="1540917" y="2491689"/>
                  </a:lnTo>
                  <a:lnTo>
                    <a:pt x="1557421" y="2496771"/>
                  </a:lnTo>
                  <a:lnTo>
                    <a:pt x="1574877" y="2502171"/>
                  </a:lnTo>
                  <a:lnTo>
                    <a:pt x="1591698" y="2506617"/>
                  </a:lnTo>
                  <a:lnTo>
                    <a:pt x="1608836" y="2510746"/>
                  </a:lnTo>
                  <a:lnTo>
                    <a:pt x="1626609" y="2514876"/>
                  </a:lnTo>
                  <a:lnTo>
                    <a:pt x="1644382" y="2518369"/>
                  </a:lnTo>
                  <a:lnTo>
                    <a:pt x="1662155" y="2520910"/>
                  </a:lnTo>
                  <a:lnTo>
                    <a:pt x="1679928" y="2523451"/>
                  </a:lnTo>
                  <a:lnTo>
                    <a:pt x="1698019" y="2525675"/>
                  </a:lnTo>
                  <a:lnTo>
                    <a:pt x="1716109" y="2527263"/>
                  </a:lnTo>
                  <a:lnTo>
                    <a:pt x="1734517" y="2528533"/>
                  </a:lnTo>
                  <a:lnTo>
                    <a:pt x="1752925" y="2529169"/>
                  </a:lnTo>
                  <a:lnTo>
                    <a:pt x="1771967" y="2529169"/>
                  </a:lnTo>
                  <a:lnTo>
                    <a:pt x="1790375" y="2529169"/>
                  </a:lnTo>
                  <a:lnTo>
                    <a:pt x="1808783" y="2528533"/>
                  </a:lnTo>
                  <a:lnTo>
                    <a:pt x="1827191" y="2527263"/>
                  </a:lnTo>
                  <a:lnTo>
                    <a:pt x="1845281" y="2525675"/>
                  </a:lnTo>
                  <a:lnTo>
                    <a:pt x="1863372" y="2523451"/>
                  </a:lnTo>
                  <a:lnTo>
                    <a:pt x="1881145" y="2520910"/>
                  </a:lnTo>
                  <a:lnTo>
                    <a:pt x="1898918" y="2518369"/>
                  </a:lnTo>
                  <a:lnTo>
                    <a:pt x="1916691" y="2514876"/>
                  </a:lnTo>
                  <a:lnTo>
                    <a:pt x="1934464" y="2510746"/>
                  </a:lnTo>
                  <a:lnTo>
                    <a:pt x="1951602" y="2506617"/>
                  </a:lnTo>
                  <a:lnTo>
                    <a:pt x="1969058" y="2502171"/>
                  </a:lnTo>
                  <a:lnTo>
                    <a:pt x="1985879" y="2496771"/>
                  </a:lnTo>
                  <a:lnTo>
                    <a:pt x="2002383" y="2491689"/>
                  </a:lnTo>
                  <a:lnTo>
                    <a:pt x="2019204" y="2485654"/>
                  </a:lnTo>
                  <a:lnTo>
                    <a:pt x="2035390" y="2479619"/>
                  </a:lnTo>
                  <a:lnTo>
                    <a:pt x="2051894" y="2472632"/>
                  </a:lnTo>
                  <a:lnTo>
                    <a:pt x="2067762" y="2465644"/>
                  </a:lnTo>
                  <a:lnTo>
                    <a:pt x="2083631" y="2458339"/>
                  </a:lnTo>
                  <a:lnTo>
                    <a:pt x="2099500" y="2450398"/>
                  </a:lnTo>
                  <a:lnTo>
                    <a:pt x="2114734" y="2442775"/>
                  </a:lnTo>
                  <a:lnTo>
                    <a:pt x="2129968" y="2433882"/>
                  </a:lnTo>
                  <a:lnTo>
                    <a:pt x="2144885" y="2424988"/>
                  </a:lnTo>
                  <a:lnTo>
                    <a:pt x="2159484" y="2415777"/>
                  </a:lnTo>
                  <a:lnTo>
                    <a:pt x="2174401" y="2406566"/>
                  </a:lnTo>
                  <a:lnTo>
                    <a:pt x="2188683" y="2396402"/>
                  </a:lnTo>
                  <a:lnTo>
                    <a:pt x="2202647" y="2386238"/>
                  </a:lnTo>
                  <a:lnTo>
                    <a:pt x="2215977" y="2375756"/>
                  </a:lnTo>
                  <a:lnTo>
                    <a:pt x="2229624" y="2364640"/>
                  </a:lnTo>
                  <a:lnTo>
                    <a:pt x="2242637" y="2353840"/>
                  </a:lnTo>
                  <a:lnTo>
                    <a:pt x="2255966" y="2342088"/>
                  </a:lnTo>
                  <a:lnTo>
                    <a:pt x="2268344" y="2330336"/>
                  </a:lnTo>
                  <a:lnTo>
                    <a:pt x="2280722" y="2318267"/>
                  </a:lnTo>
                  <a:lnTo>
                    <a:pt x="2292782" y="2305879"/>
                  </a:lnTo>
                  <a:lnTo>
                    <a:pt x="2304525" y="2293174"/>
                  </a:lnTo>
                  <a:lnTo>
                    <a:pt x="2315951" y="2280469"/>
                  </a:lnTo>
                  <a:lnTo>
                    <a:pt x="2327376" y="2267129"/>
                  </a:lnTo>
                  <a:lnTo>
                    <a:pt x="2338167" y="2253789"/>
                  </a:lnTo>
                  <a:lnTo>
                    <a:pt x="2348958" y="2240131"/>
                  </a:lnTo>
                  <a:lnTo>
                    <a:pt x="2359114" y="2225838"/>
                  </a:lnTo>
                  <a:lnTo>
                    <a:pt x="2368635" y="2211863"/>
                  </a:lnTo>
                  <a:lnTo>
                    <a:pt x="2378156" y="2197252"/>
                  </a:lnTo>
                  <a:lnTo>
                    <a:pt x="2387678" y="2182641"/>
                  </a:lnTo>
                  <a:lnTo>
                    <a:pt x="2396247" y="2167395"/>
                  </a:lnTo>
                  <a:lnTo>
                    <a:pt x="2404816" y="2152467"/>
                  </a:lnTo>
                  <a:lnTo>
                    <a:pt x="2412750" y="2136904"/>
                  </a:lnTo>
                  <a:lnTo>
                    <a:pt x="2420685" y="2121022"/>
                  </a:lnTo>
                  <a:lnTo>
                    <a:pt x="2428302" y="2105459"/>
                  </a:lnTo>
                  <a:lnTo>
                    <a:pt x="2434967" y="2089260"/>
                  </a:lnTo>
                  <a:lnTo>
                    <a:pt x="2441632" y="2073061"/>
                  </a:lnTo>
                  <a:lnTo>
                    <a:pt x="2447979" y="2056545"/>
                  </a:lnTo>
                  <a:lnTo>
                    <a:pt x="2453692" y="2039711"/>
                  </a:lnTo>
                  <a:lnTo>
                    <a:pt x="2459405" y="2022877"/>
                  </a:lnTo>
                  <a:lnTo>
                    <a:pt x="2464166" y="2006043"/>
                  </a:lnTo>
                  <a:lnTo>
                    <a:pt x="2469244" y="1988891"/>
                  </a:lnTo>
                  <a:lnTo>
                    <a:pt x="2473370" y="1971739"/>
                  </a:lnTo>
                  <a:lnTo>
                    <a:pt x="2477178" y="1953952"/>
                  </a:lnTo>
                  <a:lnTo>
                    <a:pt x="2480352" y="1936483"/>
                  </a:lnTo>
                  <a:lnTo>
                    <a:pt x="2483526" y="1918696"/>
                  </a:lnTo>
                  <a:lnTo>
                    <a:pt x="2486064" y="1900592"/>
                  </a:lnTo>
                  <a:lnTo>
                    <a:pt x="2487969" y="1882487"/>
                  </a:lnTo>
                  <a:lnTo>
                    <a:pt x="2489556" y="1864065"/>
                  </a:lnTo>
                  <a:lnTo>
                    <a:pt x="2490508" y="1845960"/>
                  </a:lnTo>
                  <a:lnTo>
                    <a:pt x="2491460" y="1827221"/>
                  </a:lnTo>
                  <a:lnTo>
                    <a:pt x="2491777" y="1808798"/>
                  </a:lnTo>
                  <a:lnTo>
                    <a:pt x="2491460" y="1790376"/>
                  </a:lnTo>
                  <a:lnTo>
                    <a:pt x="2490508" y="1771319"/>
                  </a:lnTo>
                  <a:lnTo>
                    <a:pt x="2489556" y="1753532"/>
                  </a:lnTo>
                  <a:lnTo>
                    <a:pt x="2487969" y="1735110"/>
                  </a:lnTo>
                  <a:lnTo>
                    <a:pt x="2486064" y="1717005"/>
                  </a:lnTo>
                  <a:lnTo>
                    <a:pt x="2483526" y="1698901"/>
                  </a:lnTo>
                  <a:lnTo>
                    <a:pt x="2480352" y="1681114"/>
                  </a:lnTo>
                  <a:lnTo>
                    <a:pt x="2477178" y="1663327"/>
                  </a:lnTo>
                  <a:lnTo>
                    <a:pt x="2473370" y="1646175"/>
                  </a:lnTo>
                  <a:lnTo>
                    <a:pt x="2469244" y="1628388"/>
                  </a:lnTo>
                  <a:lnTo>
                    <a:pt x="2464166" y="1611554"/>
                  </a:lnTo>
                  <a:lnTo>
                    <a:pt x="2459405" y="1594402"/>
                  </a:lnTo>
                  <a:lnTo>
                    <a:pt x="2453692" y="1577568"/>
                  </a:lnTo>
                  <a:lnTo>
                    <a:pt x="2447979" y="1561052"/>
                  </a:lnTo>
                  <a:lnTo>
                    <a:pt x="2441632" y="1544536"/>
                  </a:lnTo>
                  <a:lnTo>
                    <a:pt x="2434967" y="1528337"/>
                  </a:lnTo>
                  <a:lnTo>
                    <a:pt x="2428302" y="1512138"/>
                  </a:lnTo>
                  <a:lnTo>
                    <a:pt x="2420685" y="1496257"/>
                  </a:lnTo>
                  <a:lnTo>
                    <a:pt x="2412750" y="1480376"/>
                  </a:lnTo>
                  <a:lnTo>
                    <a:pt x="2404909" y="1465308"/>
                  </a:lnTo>
                  <a:lnTo>
                    <a:pt x="2396490" y="1450340"/>
                  </a:lnTo>
                  <a:lnTo>
                    <a:pt x="2387918" y="1435418"/>
                  </a:lnTo>
                  <a:lnTo>
                    <a:pt x="2378392" y="1420813"/>
                  </a:lnTo>
                  <a:lnTo>
                    <a:pt x="2368868" y="1406525"/>
                  </a:lnTo>
                  <a:lnTo>
                    <a:pt x="2359342" y="1392238"/>
                  </a:lnTo>
                  <a:lnTo>
                    <a:pt x="2349182" y="1377950"/>
                  </a:lnTo>
                  <a:lnTo>
                    <a:pt x="2338388" y="1364298"/>
                  </a:lnTo>
                  <a:lnTo>
                    <a:pt x="2327592" y="1350645"/>
                  </a:lnTo>
                  <a:lnTo>
                    <a:pt x="2316162" y="1337628"/>
                  </a:lnTo>
                  <a:lnTo>
                    <a:pt x="2304732" y="1324928"/>
                  </a:lnTo>
                  <a:lnTo>
                    <a:pt x="2292985" y="1311910"/>
                  </a:lnTo>
                  <a:lnTo>
                    <a:pt x="2280920" y="1299528"/>
                  </a:lnTo>
                  <a:lnTo>
                    <a:pt x="2268538" y="1287463"/>
                  </a:lnTo>
                  <a:lnTo>
                    <a:pt x="2256155" y="1275715"/>
                  </a:lnTo>
                  <a:lnTo>
                    <a:pt x="2242820" y="1264285"/>
                  </a:lnTo>
                  <a:lnTo>
                    <a:pt x="2229802" y="1253173"/>
                  </a:lnTo>
                  <a:lnTo>
                    <a:pt x="2216150" y="1242378"/>
                  </a:lnTo>
                  <a:lnTo>
                    <a:pt x="2202815" y="1231900"/>
                  </a:lnTo>
                  <a:lnTo>
                    <a:pt x="2188845" y="1221740"/>
                  </a:lnTo>
                  <a:lnTo>
                    <a:pt x="2174558" y="1211898"/>
                  </a:lnTo>
                  <a:lnTo>
                    <a:pt x="2159635" y="1202055"/>
                  </a:lnTo>
                  <a:lnTo>
                    <a:pt x="2145030" y="1193165"/>
                  </a:lnTo>
                  <a:lnTo>
                    <a:pt x="2130108" y="1183958"/>
                  </a:lnTo>
                  <a:lnTo>
                    <a:pt x="2114868" y="1175703"/>
                  </a:lnTo>
                  <a:lnTo>
                    <a:pt x="2099628" y="1167448"/>
                  </a:lnTo>
                  <a:lnTo>
                    <a:pt x="2083752" y="1159510"/>
                  </a:lnTo>
                  <a:lnTo>
                    <a:pt x="2067878" y="1152525"/>
                  </a:lnTo>
                  <a:lnTo>
                    <a:pt x="2052002" y="1145223"/>
                  </a:lnTo>
                  <a:lnTo>
                    <a:pt x="2035492" y="1138555"/>
                  </a:lnTo>
                  <a:lnTo>
                    <a:pt x="2019300" y="1132523"/>
                  </a:lnTo>
                  <a:lnTo>
                    <a:pt x="2002472" y="1126490"/>
                  </a:lnTo>
                  <a:lnTo>
                    <a:pt x="1985962" y="1121093"/>
                  </a:lnTo>
                  <a:lnTo>
                    <a:pt x="1969135" y="1116013"/>
                  </a:lnTo>
                  <a:lnTo>
                    <a:pt x="1951672" y="1111568"/>
                  </a:lnTo>
                  <a:lnTo>
                    <a:pt x="1934528" y="1107440"/>
                  </a:lnTo>
                  <a:lnTo>
                    <a:pt x="1916748" y="1103630"/>
                  </a:lnTo>
                  <a:lnTo>
                    <a:pt x="1898968" y="1100138"/>
                  </a:lnTo>
                  <a:lnTo>
                    <a:pt x="1881188" y="1097280"/>
                  </a:lnTo>
                  <a:lnTo>
                    <a:pt x="1863408" y="1094423"/>
                  </a:lnTo>
                  <a:lnTo>
                    <a:pt x="1845310" y="1092518"/>
                  </a:lnTo>
                  <a:lnTo>
                    <a:pt x="1827212" y="1090613"/>
                  </a:lnTo>
                  <a:lnTo>
                    <a:pt x="1808798" y="1089660"/>
                  </a:lnTo>
                  <a:lnTo>
                    <a:pt x="1790382" y="1088708"/>
                  </a:lnTo>
                  <a:lnTo>
                    <a:pt x="1771968" y="1088708"/>
                  </a:lnTo>
                  <a:lnTo>
                    <a:pt x="1752918" y="1088708"/>
                  </a:lnTo>
                  <a:close/>
                  <a:moveTo>
                    <a:pt x="1615758" y="0"/>
                  </a:moveTo>
                  <a:lnTo>
                    <a:pt x="1620520" y="0"/>
                  </a:lnTo>
                  <a:lnTo>
                    <a:pt x="1922780" y="0"/>
                  </a:lnTo>
                  <a:lnTo>
                    <a:pt x="1927225" y="0"/>
                  </a:lnTo>
                  <a:lnTo>
                    <a:pt x="1931670" y="317"/>
                  </a:lnTo>
                  <a:lnTo>
                    <a:pt x="1936115" y="952"/>
                  </a:lnTo>
                  <a:lnTo>
                    <a:pt x="1940878" y="1905"/>
                  </a:lnTo>
                  <a:lnTo>
                    <a:pt x="1949450" y="4127"/>
                  </a:lnTo>
                  <a:lnTo>
                    <a:pt x="1957705" y="6985"/>
                  </a:lnTo>
                  <a:lnTo>
                    <a:pt x="1965325" y="10795"/>
                  </a:lnTo>
                  <a:lnTo>
                    <a:pt x="1972628" y="14922"/>
                  </a:lnTo>
                  <a:lnTo>
                    <a:pt x="1979612" y="20320"/>
                  </a:lnTo>
                  <a:lnTo>
                    <a:pt x="1985962" y="26035"/>
                  </a:lnTo>
                  <a:lnTo>
                    <a:pt x="1991678" y="32385"/>
                  </a:lnTo>
                  <a:lnTo>
                    <a:pt x="1996758" y="39052"/>
                  </a:lnTo>
                  <a:lnTo>
                    <a:pt x="2001202" y="46672"/>
                  </a:lnTo>
                  <a:lnTo>
                    <a:pt x="2005012" y="54610"/>
                  </a:lnTo>
                  <a:lnTo>
                    <a:pt x="2007870" y="62230"/>
                  </a:lnTo>
                  <a:lnTo>
                    <a:pt x="2010092" y="71120"/>
                  </a:lnTo>
                  <a:lnTo>
                    <a:pt x="2010728" y="75565"/>
                  </a:lnTo>
                  <a:lnTo>
                    <a:pt x="2011362" y="80010"/>
                  </a:lnTo>
                  <a:lnTo>
                    <a:pt x="2011998" y="84455"/>
                  </a:lnTo>
                  <a:lnTo>
                    <a:pt x="2011998" y="89217"/>
                  </a:lnTo>
                  <a:lnTo>
                    <a:pt x="2011998" y="388620"/>
                  </a:lnTo>
                  <a:lnTo>
                    <a:pt x="2038350" y="393065"/>
                  </a:lnTo>
                  <a:lnTo>
                    <a:pt x="2064702" y="398462"/>
                  </a:lnTo>
                  <a:lnTo>
                    <a:pt x="2091055" y="404177"/>
                  </a:lnTo>
                  <a:lnTo>
                    <a:pt x="2116772" y="410210"/>
                  </a:lnTo>
                  <a:lnTo>
                    <a:pt x="2142490" y="416877"/>
                  </a:lnTo>
                  <a:lnTo>
                    <a:pt x="2167890" y="423545"/>
                  </a:lnTo>
                  <a:lnTo>
                    <a:pt x="2193608" y="431165"/>
                  </a:lnTo>
                  <a:lnTo>
                    <a:pt x="2218690" y="439102"/>
                  </a:lnTo>
                  <a:lnTo>
                    <a:pt x="2243772" y="447675"/>
                  </a:lnTo>
                  <a:lnTo>
                    <a:pt x="2268538" y="456247"/>
                  </a:lnTo>
                  <a:lnTo>
                    <a:pt x="2292985" y="465772"/>
                  </a:lnTo>
                  <a:lnTo>
                    <a:pt x="2317432" y="475615"/>
                  </a:lnTo>
                  <a:lnTo>
                    <a:pt x="2341562" y="485457"/>
                  </a:lnTo>
                  <a:lnTo>
                    <a:pt x="2365692" y="496252"/>
                  </a:lnTo>
                  <a:lnTo>
                    <a:pt x="2388870" y="507047"/>
                  </a:lnTo>
                  <a:lnTo>
                    <a:pt x="2412682" y="518477"/>
                  </a:lnTo>
                  <a:lnTo>
                    <a:pt x="2588260" y="276542"/>
                  </a:lnTo>
                  <a:lnTo>
                    <a:pt x="2591435" y="272732"/>
                  </a:lnTo>
                  <a:lnTo>
                    <a:pt x="2593975" y="269240"/>
                  </a:lnTo>
                  <a:lnTo>
                    <a:pt x="2597468" y="266065"/>
                  </a:lnTo>
                  <a:lnTo>
                    <a:pt x="2600325" y="262890"/>
                  </a:lnTo>
                  <a:lnTo>
                    <a:pt x="2606992" y="257175"/>
                  </a:lnTo>
                  <a:lnTo>
                    <a:pt x="2614295" y="252412"/>
                  </a:lnTo>
                  <a:lnTo>
                    <a:pt x="2621915" y="248602"/>
                  </a:lnTo>
                  <a:lnTo>
                    <a:pt x="2629852" y="245110"/>
                  </a:lnTo>
                  <a:lnTo>
                    <a:pt x="2638108" y="242570"/>
                  </a:lnTo>
                  <a:lnTo>
                    <a:pt x="2646362" y="240665"/>
                  </a:lnTo>
                  <a:lnTo>
                    <a:pt x="2654935" y="240030"/>
                  </a:lnTo>
                  <a:lnTo>
                    <a:pt x="2663508" y="240030"/>
                  </a:lnTo>
                  <a:lnTo>
                    <a:pt x="2671762" y="240665"/>
                  </a:lnTo>
                  <a:lnTo>
                    <a:pt x="2680652" y="242252"/>
                  </a:lnTo>
                  <a:lnTo>
                    <a:pt x="2688908" y="244475"/>
                  </a:lnTo>
                  <a:lnTo>
                    <a:pt x="2697162" y="247967"/>
                  </a:lnTo>
                  <a:lnTo>
                    <a:pt x="2705100" y="251777"/>
                  </a:lnTo>
                  <a:lnTo>
                    <a:pt x="2709228" y="254317"/>
                  </a:lnTo>
                  <a:lnTo>
                    <a:pt x="2712720" y="256857"/>
                  </a:lnTo>
                  <a:lnTo>
                    <a:pt x="2957512" y="434022"/>
                  </a:lnTo>
                  <a:lnTo>
                    <a:pt x="2960688" y="437197"/>
                  </a:lnTo>
                  <a:lnTo>
                    <a:pt x="2964498" y="439737"/>
                  </a:lnTo>
                  <a:lnTo>
                    <a:pt x="2967672" y="443230"/>
                  </a:lnTo>
                  <a:lnTo>
                    <a:pt x="2970848" y="446087"/>
                  </a:lnTo>
                  <a:lnTo>
                    <a:pt x="2976245" y="453072"/>
                  </a:lnTo>
                  <a:lnTo>
                    <a:pt x="2981008" y="460375"/>
                  </a:lnTo>
                  <a:lnTo>
                    <a:pt x="2985452" y="467995"/>
                  </a:lnTo>
                  <a:lnTo>
                    <a:pt x="2988628" y="475932"/>
                  </a:lnTo>
                  <a:lnTo>
                    <a:pt x="2991168" y="484187"/>
                  </a:lnTo>
                  <a:lnTo>
                    <a:pt x="2992755" y="492442"/>
                  </a:lnTo>
                  <a:lnTo>
                    <a:pt x="2994025" y="501015"/>
                  </a:lnTo>
                  <a:lnTo>
                    <a:pt x="2994025" y="509270"/>
                  </a:lnTo>
                  <a:lnTo>
                    <a:pt x="2993072" y="518160"/>
                  </a:lnTo>
                  <a:lnTo>
                    <a:pt x="2991802" y="526732"/>
                  </a:lnTo>
                  <a:lnTo>
                    <a:pt x="2988945" y="534987"/>
                  </a:lnTo>
                  <a:lnTo>
                    <a:pt x="2986088" y="543242"/>
                  </a:lnTo>
                  <a:lnTo>
                    <a:pt x="2981960" y="551180"/>
                  </a:lnTo>
                  <a:lnTo>
                    <a:pt x="2979738" y="554990"/>
                  </a:lnTo>
                  <a:lnTo>
                    <a:pt x="2976880" y="558800"/>
                  </a:lnTo>
                  <a:lnTo>
                    <a:pt x="2800985" y="801052"/>
                  </a:lnTo>
                  <a:lnTo>
                    <a:pt x="2819082" y="819785"/>
                  </a:lnTo>
                  <a:lnTo>
                    <a:pt x="2837180" y="839470"/>
                  </a:lnTo>
                  <a:lnTo>
                    <a:pt x="2854642" y="858837"/>
                  </a:lnTo>
                  <a:lnTo>
                    <a:pt x="2871788" y="878840"/>
                  </a:lnTo>
                  <a:lnTo>
                    <a:pt x="2888615" y="899160"/>
                  </a:lnTo>
                  <a:lnTo>
                    <a:pt x="2905125" y="919797"/>
                  </a:lnTo>
                  <a:lnTo>
                    <a:pt x="2921318" y="940752"/>
                  </a:lnTo>
                  <a:lnTo>
                    <a:pt x="2937192" y="962025"/>
                  </a:lnTo>
                  <a:lnTo>
                    <a:pt x="2952432" y="983615"/>
                  </a:lnTo>
                  <a:lnTo>
                    <a:pt x="2967672" y="1005205"/>
                  </a:lnTo>
                  <a:lnTo>
                    <a:pt x="2981960" y="1027113"/>
                  </a:lnTo>
                  <a:lnTo>
                    <a:pt x="2996248" y="1049655"/>
                  </a:lnTo>
                  <a:lnTo>
                    <a:pt x="3010218" y="1072198"/>
                  </a:lnTo>
                  <a:lnTo>
                    <a:pt x="3023235" y="1095375"/>
                  </a:lnTo>
                  <a:lnTo>
                    <a:pt x="3036570" y="1118553"/>
                  </a:lnTo>
                  <a:lnTo>
                    <a:pt x="3048952" y="1142048"/>
                  </a:lnTo>
                  <a:lnTo>
                    <a:pt x="3333115" y="1049338"/>
                  </a:lnTo>
                  <a:lnTo>
                    <a:pt x="3337560" y="1048068"/>
                  </a:lnTo>
                  <a:lnTo>
                    <a:pt x="3342005" y="1047115"/>
                  </a:lnTo>
                  <a:lnTo>
                    <a:pt x="3346450" y="1046480"/>
                  </a:lnTo>
                  <a:lnTo>
                    <a:pt x="3350578" y="1045528"/>
                  </a:lnTo>
                  <a:lnTo>
                    <a:pt x="3359785" y="1044893"/>
                  </a:lnTo>
                  <a:lnTo>
                    <a:pt x="3368358" y="1045210"/>
                  </a:lnTo>
                  <a:lnTo>
                    <a:pt x="3376930" y="1046480"/>
                  </a:lnTo>
                  <a:lnTo>
                    <a:pt x="3385185" y="1048068"/>
                  </a:lnTo>
                  <a:lnTo>
                    <a:pt x="3393440" y="1051243"/>
                  </a:lnTo>
                  <a:lnTo>
                    <a:pt x="3401060" y="1054735"/>
                  </a:lnTo>
                  <a:lnTo>
                    <a:pt x="3408680" y="1058863"/>
                  </a:lnTo>
                  <a:lnTo>
                    <a:pt x="3415665" y="1063625"/>
                  </a:lnTo>
                  <a:lnTo>
                    <a:pt x="3422015" y="1069340"/>
                  </a:lnTo>
                  <a:lnTo>
                    <a:pt x="3428048" y="1075690"/>
                  </a:lnTo>
                  <a:lnTo>
                    <a:pt x="3433445" y="1082358"/>
                  </a:lnTo>
                  <a:lnTo>
                    <a:pt x="3438208" y="1089978"/>
                  </a:lnTo>
                  <a:lnTo>
                    <a:pt x="3442335" y="1097915"/>
                  </a:lnTo>
                  <a:lnTo>
                    <a:pt x="3443922" y="1102043"/>
                  </a:lnTo>
                  <a:lnTo>
                    <a:pt x="3445510" y="1106488"/>
                  </a:lnTo>
                  <a:lnTo>
                    <a:pt x="3538855" y="1393508"/>
                  </a:lnTo>
                  <a:lnTo>
                    <a:pt x="3539808" y="1397635"/>
                  </a:lnTo>
                  <a:lnTo>
                    <a:pt x="3541078" y="1402398"/>
                  </a:lnTo>
                  <a:lnTo>
                    <a:pt x="3542030" y="1406843"/>
                  </a:lnTo>
                  <a:lnTo>
                    <a:pt x="3542665" y="1411288"/>
                  </a:lnTo>
                  <a:lnTo>
                    <a:pt x="3543300" y="1419860"/>
                  </a:lnTo>
                  <a:lnTo>
                    <a:pt x="3542982" y="1428750"/>
                  </a:lnTo>
                  <a:lnTo>
                    <a:pt x="3541712" y="1437323"/>
                  </a:lnTo>
                  <a:lnTo>
                    <a:pt x="3539808" y="1445578"/>
                  </a:lnTo>
                  <a:lnTo>
                    <a:pt x="3537268" y="1453833"/>
                  </a:lnTo>
                  <a:lnTo>
                    <a:pt x="3533458" y="1461453"/>
                  </a:lnTo>
                  <a:lnTo>
                    <a:pt x="3529330" y="1468755"/>
                  </a:lnTo>
                  <a:lnTo>
                    <a:pt x="3524568" y="1476058"/>
                  </a:lnTo>
                  <a:lnTo>
                    <a:pt x="3518852" y="1482408"/>
                  </a:lnTo>
                  <a:lnTo>
                    <a:pt x="3512502" y="1488440"/>
                  </a:lnTo>
                  <a:lnTo>
                    <a:pt x="3505518" y="1494155"/>
                  </a:lnTo>
                  <a:lnTo>
                    <a:pt x="3498215" y="1498600"/>
                  </a:lnTo>
                  <a:lnTo>
                    <a:pt x="3490278" y="1502728"/>
                  </a:lnTo>
                  <a:lnTo>
                    <a:pt x="3486150" y="1504633"/>
                  </a:lnTo>
                  <a:lnTo>
                    <a:pt x="3481705" y="1506220"/>
                  </a:lnTo>
                  <a:lnTo>
                    <a:pt x="3197225" y="1598295"/>
                  </a:lnTo>
                  <a:lnTo>
                    <a:pt x="3200400" y="1624330"/>
                  </a:lnTo>
                  <a:lnTo>
                    <a:pt x="3203892" y="1650365"/>
                  </a:lnTo>
                  <a:lnTo>
                    <a:pt x="3206115" y="1676718"/>
                  </a:lnTo>
                  <a:lnTo>
                    <a:pt x="3208338" y="1703070"/>
                  </a:lnTo>
                  <a:lnTo>
                    <a:pt x="3210242" y="1729423"/>
                  </a:lnTo>
                  <a:lnTo>
                    <a:pt x="3211512" y="1755775"/>
                  </a:lnTo>
                  <a:lnTo>
                    <a:pt x="3212148" y="1782445"/>
                  </a:lnTo>
                  <a:lnTo>
                    <a:pt x="3212465" y="1809115"/>
                  </a:lnTo>
                  <a:lnTo>
                    <a:pt x="3212148" y="1835785"/>
                  </a:lnTo>
                  <a:lnTo>
                    <a:pt x="3211512" y="1862455"/>
                  </a:lnTo>
                  <a:lnTo>
                    <a:pt x="3210242" y="1889125"/>
                  </a:lnTo>
                  <a:lnTo>
                    <a:pt x="3208338" y="1915478"/>
                  </a:lnTo>
                  <a:lnTo>
                    <a:pt x="3206115" y="1941830"/>
                  </a:lnTo>
                  <a:lnTo>
                    <a:pt x="3203892" y="1967865"/>
                  </a:lnTo>
                  <a:lnTo>
                    <a:pt x="3200400" y="1993900"/>
                  </a:lnTo>
                  <a:lnTo>
                    <a:pt x="3197225" y="2019618"/>
                  </a:lnTo>
                  <a:lnTo>
                    <a:pt x="3481705" y="2112328"/>
                  </a:lnTo>
                  <a:lnTo>
                    <a:pt x="3486150" y="2113915"/>
                  </a:lnTo>
                  <a:lnTo>
                    <a:pt x="3490278" y="2115820"/>
                  </a:lnTo>
                  <a:lnTo>
                    <a:pt x="3498215" y="2119630"/>
                  </a:lnTo>
                  <a:lnTo>
                    <a:pt x="3505518" y="2124393"/>
                  </a:lnTo>
                  <a:lnTo>
                    <a:pt x="3512502" y="2129790"/>
                  </a:lnTo>
                  <a:lnTo>
                    <a:pt x="3518852" y="2135505"/>
                  </a:lnTo>
                  <a:lnTo>
                    <a:pt x="3524568" y="2142173"/>
                  </a:lnTo>
                  <a:lnTo>
                    <a:pt x="3529330" y="2149158"/>
                  </a:lnTo>
                  <a:lnTo>
                    <a:pt x="3533458" y="2156778"/>
                  </a:lnTo>
                  <a:lnTo>
                    <a:pt x="3537268" y="2164398"/>
                  </a:lnTo>
                  <a:lnTo>
                    <a:pt x="3539808" y="2172653"/>
                  </a:lnTo>
                  <a:lnTo>
                    <a:pt x="3541712" y="2180908"/>
                  </a:lnTo>
                  <a:lnTo>
                    <a:pt x="3542982" y="2189480"/>
                  </a:lnTo>
                  <a:lnTo>
                    <a:pt x="3543300" y="2198053"/>
                  </a:lnTo>
                  <a:lnTo>
                    <a:pt x="3542665" y="2206625"/>
                  </a:lnTo>
                  <a:lnTo>
                    <a:pt x="3542030" y="2211388"/>
                  </a:lnTo>
                  <a:lnTo>
                    <a:pt x="3541078" y="2215833"/>
                  </a:lnTo>
                  <a:lnTo>
                    <a:pt x="3539808" y="2220278"/>
                  </a:lnTo>
                  <a:lnTo>
                    <a:pt x="3538855" y="2224405"/>
                  </a:lnTo>
                  <a:lnTo>
                    <a:pt x="3445510" y="2512060"/>
                  </a:lnTo>
                  <a:lnTo>
                    <a:pt x="3443922" y="2516188"/>
                  </a:lnTo>
                  <a:lnTo>
                    <a:pt x="3442335" y="2520315"/>
                  </a:lnTo>
                  <a:lnTo>
                    <a:pt x="3438208" y="2528253"/>
                  </a:lnTo>
                  <a:lnTo>
                    <a:pt x="3433445" y="2535555"/>
                  </a:lnTo>
                  <a:lnTo>
                    <a:pt x="3428048" y="2542540"/>
                  </a:lnTo>
                  <a:lnTo>
                    <a:pt x="3422015" y="2548890"/>
                  </a:lnTo>
                  <a:lnTo>
                    <a:pt x="3415665" y="2554605"/>
                  </a:lnTo>
                  <a:lnTo>
                    <a:pt x="3408680" y="2559368"/>
                  </a:lnTo>
                  <a:lnTo>
                    <a:pt x="3401060" y="2563495"/>
                  </a:lnTo>
                  <a:lnTo>
                    <a:pt x="3393440" y="2567305"/>
                  </a:lnTo>
                  <a:lnTo>
                    <a:pt x="3385185" y="2569845"/>
                  </a:lnTo>
                  <a:lnTo>
                    <a:pt x="3376930" y="2571750"/>
                  </a:lnTo>
                  <a:lnTo>
                    <a:pt x="3368358" y="2573020"/>
                  </a:lnTo>
                  <a:lnTo>
                    <a:pt x="3359785" y="2573338"/>
                  </a:lnTo>
                  <a:lnTo>
                    <a:pt x="3350578" y="2573020"/>
                  </a:lnTo>
                  <a:lnTo>
                    <a:pt x="3346450" y="2572068"/>
                  </a:lnTo>
                  <a:lnTo>
                    <a:pt x="3342005" y="2571433"/>
                  </a:lnTo>
                  <a:lnTo>
                    <a:pt x="3337560" y="2570163"/>
                  </a:lnTo>
                  <a:lnTo>
                    <a:pt x="3333115" y="2568893"/>
                  </a:lnTo>
                  <a:lnTo>
                    <a:pt x="3048952" y="2476500"/>
                  </a:lnTo>
                  <a:lnTo>
                    <a:pt x="3035935" y="2499995"/>
                  </a:lnTo>
                  <a:lnTo>
                    <a:pt x="3023235" y="2523173"/>
                  </a:lnTo>
                  <a:lnTo>
                    <a:pt x="3009900" y="2546033"/>
                  </a:lnTo>
                  <a:lnTo>
                    <a:pt x="2996248" y="2568893"/>
                  </a:lnTo>
                  <a:lnTo>
                    <a:pt x="2981960" y="2590800"/>
                  </a:lnTo>
                  <a:lnTo>
                    <a:pt x="2967355" y="2613025"/>
                  </a:lnTo>
                  <a:lnTo>
                    <a:pt x="2952115" y="2634933"/>
                  </a:lnTo>
                  <a:lnTo>
                    <a:pt x="2936875" y="2656523"/>
                  </a:lnTo>
                  <a:lnTo>
                    <a:pt x="2921318" y="2677478"/>
                  </a:lnTo>
                  <a:lnTo>
                    <a:pt x="2905125" y="2698115"/>
                  </a:lnTo>
                  <a:lnTo>
                    <a:pt x="2888615" y="2718753"/>
                  </a:lnTo>
                  <a:lnTo>
                    <a:pt x="2871788" y="2739073"/>
                  </a:lnTo>
                  <a:lnTo>
                    <a:pt x="2854325" y="2759076"/>
                  </a:lnTo>
                  <a:lnTo>
                    <a:pt x="2837180" y="2778761"/>
                  </a:lnTo>
                  <a:lnTo>
                    <a:pt x="2819082" y="2797811"/>
                  </a:lnTo>
                  <a:lnTo>
                    <a:pt x="2800985" y="2817178"/>
                  </a:lnTo>
                  <a:lnTo>
                    <a:pt x="2976880" y="3059431"/>
                  </a:lnTo>
                  <a:lnTo>
                    <a:pt x="2979738" y="3063241"/>
                  </a:lnTo>
                  <a:lnTo>
                    <a:pt x="2981960" y="3067368"/>
                  </a:lnTo>
                  <a:lnTo>
                    <a:pt x="2986088" y="3075306"/>
                  </a:lnTo>
                  <a:lnTo>
                    <a:pt x="2988945" y="3083243"/>
                  </a:lnTo>
                  <a:lnTo>
                    <a:pt x="2991802" y="3091816"/>
                  </a:lnTo>
                  <a:lnTo>
                    <a:pt x="2993072" y="3100071"/>
                  </a:lnTo>
                  <a:lnTo>
                    <a:pt x="2994025" y="3108643"/>
                  </a:lnTo>
                  <a:lnTo>
                    <a:pt x="2994025" y="3117216"/>
                  </a:lnTo>
                  <a:lnTo>
                    <a:pt x="2992755" y="3125788"/>
                  </a:lnTo>
                  <a:lnTo>
                    <a:pt x="2991168" y="3134043"/>
                  </a:lnTo>
                  <a:lnTo>
                    <a:pt x="2988628" y="3142298"/>
                  </a:lnTo>
                  <a:lnTo>
                    <a:pt x="2985770" y="3150236"/>
                  </a:lnTo>
                  <a:lnTo>
                    <a:pt x="2981642" y="3157538"/>
                  </a:lnTo>
                  <a:lnTo>
                    <a:pt x="2976562" y="3165158"/>
                  </a:lnTo>
                  <a:lnTo>
                    <a:pt x="2970848" y="3171826"/>
                  </a:lnTo>
                  <a:lnTo>
                    <a:pt x="2967990" y="3175001"/>
                  </a:lnTo>
                  <a:lnTo>
                    <a:pt x="2964498" y="3177858"/>
                  </a:lnTo>
                  <a:lnTo>
                    <a:pt x="2961322" y="3181033"/>
                  </a:lnTo>
                  <a:lnTo>
                    <a:pt x="2957512" y="3183573"/>
                  </a:lnTo>
                  <a:lnTo>
                    <a:pt x="2712720" y="3361056"/>
                  </a:lnTo>
                  <a:lnTo>
                    <a:pt x="2709228" y="3363913"/>
                  </a:lnTo>
                  <a:lnTo>
                    <a:pt x="2705100" y="3366453"/>
                  </a:lnTo>
                  <a:lnTo>
                    <a:pt x="2697162" y="3370581"/>
                  </a:lnTo>
                  <a:lnTo>
                    <a:pt x="2688908" y="3373756"/>
                  </a:lnTo>
                  <a:lnTo>
                    <a:pt x="2680652" y="3376296"/>
                  </a:lnTo>
                  <a:lnTo>
                    <a:pt x="2671762" y="3377883"/>
                  </a:lnTo>
                  <a:lnTo>
                    <a:pt x="2663508" y="3378518"/>
                  </a:lnTo>
                  <a:lnTo>
                    <a:pt x="2654935" y="3378518"/>
                  </a:lnTo>
                  <a:lnTo>
                    <a:pt x="2646362" y="3377248"/>
                  </a:lnTo>
                  <a:lnTo>
                    <a:pt x="2638108" y="3375978"/>
                  </a:lnTo>
                  <a:lnTo>
                    <a:pt x="2629852" y="3373121"/>
                  </a:lnTo>
                  <a:lnTo>
                    <a:pt x="2621915" y="3369946"/>
                  </a:lnTo>
                  <a:lnTo>
                    <a:pt x="2614295" y="3365818"/>
                  </a:lnTo>
                  <a:lnTo>
                    <a:pt x="2606992" y="3360738"/>
                  </a:lnTo>
                  <a:lnTo>
                    <a:pt x="2600325" y="3355023"/>
                  </a:lnTo>
                  <a:lnTo>
                    <a:pt x="2597468" y="3352166"/>
                  </a:lnTo>
                  <a:lnTo>
                    <a:pt x="2593975" y="3348673"/>
                  </a:lnTo>
                  <a:lnTo>
                    <a:pt x="2591435" y="3345498"/>
                  </a:lnTo>
                  <a:lnTo>
                    <a:pt x="2588260" y="3341688"/>
                  </a:lnTo>
                  <a:lnTo>
                    <a:pt x="2412682" y="3099753"/>
                  </a:lnTo>
                  <a:lnTo>
                    <a:pt x="2388870" y="3110866"/>
                  </a:lnTo>
                  <a:lnTo>
                    <a:pt x="2365692" y="3122296"/>
                  </a:lnTo>
                  <a:lnTo>
                    <a:pt x="2341562" y="3132773"/>
                  </a:lnTo>
                  <a:lnTo>
                    <a:pt x="2317432" y="3142933"/>
                  </a:lnTo>
                  <a:lnTo>
                    <a:pt x="2292985" y="3152776"/>
                  </a:lnTo>
                  <a:lnTo>
                    <a:pt x="2268538" y="3161666"/>
                  </a:lnTo>
                  <a:lnTo>
                    <a:pt x="2243772" y="3170873"/>
                  </a:lnTo>
                  <a:lnTo>
                    <a:pt x="2218690" y="3179128"/>
                  </a:lnTo>
                  <a:lnTo>
                    <a:pt x="2193608" y="3187066"/>
                  </a:lnTo>
                  <a:lnTo>
                    <a:pt x="2167890" y="3194368"/>
                  </a:lnTo>
                  <a:lnTo>
                    <a:pt x="2142490" y="3201671"/>
                  </a:lnTo>
                  <a:lnTo>
                    <a:pt x="2116772" y="3208021"/>
                  </a:lnTo>
                  <a:lnTo>
                    <a:pt x="2091055" y="3214371"/>
                  </a:lnTo>
                  <a:lnTo>
                    <a:pt x="2064702" y="3220086"/>
                  </a:lnTo>
                  <a:lnTo>
                    <a:pt x="2038350" y="3225483"/>
                  </a:lnTo>
                  <a:lnTo>
                    <a:pt x="2011998" y="3229928"/>
                  </a:lnTo>
                  <a:lnTo>
                    <a:pt x="2011998" y="3529013"/>
                  </a:lnTo>
                  <a:lnTo>
                    <a:pt x="2011998" y="3533458"/>
                  </a:lnTo>
                  <a:lnTo>
                    <a:pt x="2011362" y="3537903"/>
                  </a:lnTo>
                  <a:lnTo>
                    <a:pt x="2010728" y="3542666"/>
                  </a:lnTo>
                  <a:lnTo>
                    <a:pt x="2010092" y="3547111"/>
                  </a:lnTo>
                  <a:lnTo>
                    <a:pt x="2007870" y="3555366"/>
                  </a:lnTo>
                  <a:lnTo>
                    <a:pt x="2005012" y="3563621"/>
                  </a:lnTo>
                  <a:lnTo>
                    <a:pt x="2001202" y="3571558"/>
                  </a:lnTo>
                  <a:lnTo>
                    <a:pt x="1996758" y="3578543"/>
                  </a:lnTo>
                  <a:lnTo>
                    <a:pt x="1991678" y="3585846"/>
                  </a:lnTo>
                  <a:lnTo>
                    <a:pt x="1985962" y="3591878"/>
                  </a:lnTo>
                  <a:lnTo>
                    <a:pt x="1979612" y="3597911"/>
                  </a:lnTo>
                  <a:lnTo>
                    <a:pt x="1972628" y="3602673"/>
                  </a:lnTo>
                  <a:lnTo>
                    <a:pt x="1965325" y="3607118"/>
                  </a:lnTo>
                  <a:lnTo>
                    <a:pt x="1957705" y="3610928"/>
                  </a:lnTo>
                  <a:lnTo>
                    <a:pt x="1949450" y="3614103"/>
                  </a:lnTo>
                  <a:lnTo>
                    <a:pt x="1940878" y="3616326"/>
                  </a:lnTo>
                  <a:lnTo>
                    <a:pt x="1931670" y="3617278"/>
                  </a:lnTo>
                  <a:lnTo>
                    <a:pt x="1927225" y="3617913"/>
                  </a:lnTo>
                  <a:lnTo>
                    <a:pt x="1922780" y="3617913"/>
                  </a:lnTo>
                  <a:lnTo>
                    <a:pt x="1620520" y="3617913"/>
                  </a:lnTo>
                  <a:lnTo>
                    <a:pt x="1615758" y="3617913"/>
                  </a:lnTo>
                  <a:lnTo>
                    <a:pt x="1611630" y="3617278"/>
                  </a:lnTo>
                  <a:lnTo>
                    <a:pt x="1602422" y="3616326"/>
                  </a:lnTo>
                  <a:lnTo>
                    <a:pt x="1594168" y="3614103"/>
                  </a:lnTo>
                  <a:lnTo>
                    <a:pt x="1585912" y="3610928"/>
                  </a:lnTo>
                  <a:lnTo>
                    <a:pt x="1577975" y="3607118"/>
                  </a:lnTo>
                  <a:lnTo>
                    <a:pt x="1570990" y="3602673"/>
                  </a:lnTo>
                  <a:lnTo>
                    <a:pt x="1563688" y="3597911"/>
                  </a:lnTo>
                  <a:lnTo>
                    <a:pt x="1557655" y="3591878"/>
                  </a:lnTo>
                  <a:lnTo>
                    <a:pt x="1551622" y="3585846"/>
                  </a:lnTo>
                  <a:lnTo>
                    <a:pt x="1546860" y="3578543"/>
                  </a:lnTo>
                  <a:lnTo>
                    <a:pt x="1542415" y="3571558"/>
                  </a:lnTo>
                  <a:lnTo>
                    <a:pt x="1538605" y="3563621"/>
                  </a:lnTo>
                  <a:lnTo>
                    <a:pt x="1535430" y="3555366"/>
                  </a:lnTo>
                  <a:lnTo>
                    <a:pt x="1533208" y="3547111"/>
                  </a:lnTo>
                  <a:lnTo>
                    <a:pt x="1532572" y="3542666"/>
                  </a:lnTo>
                  <a:lnTo>
                    <a:pt x="1531620" y="3537903"/>
                  </a:lnTo>
                  <a:lnTo>
                    <a:pt x="1531302" y="3533458"/>
                  </a:lnTo>
                  <a:lnTo>
                    <a:pt x="1531302" y="3529013"/>
                  </a:lnTo>
                  <a:lnTo>
                    <a:pt x="1531302" y="3229928"/>
                  </a:lnTo>
                  <a:lnTo>
                    <a:pt x="1504950" y="3225483"/>
                  </a:lnTo>
                  <a:lnTo>
                    <a:pt x="1478598" y="3220086"/>
                  </a:lnTo>
                  <a:lnTo>
                    <a:pt x="1452245" y="3214371"/>
                  </a:lnTo>
                  <a:lnTo>
                    <a:pt x="1426845" y="3208021"/>
                  </a:lnTo>
                  <a:lnTo>
                    <a:pt x="1400810" y="3201671"/>
                  </a:lnTo>
                  <a:lnTo>
                    <a:pt x="1375092" y="3194368"/>
                  </a:lnTo>
                  <a:lnTo>
                    <a:pt x="1350010" y="3187066"/>
                  </a:lnTo>
                  <a:lnTo>
                    <a:pt x="1324928" y="3179128"/>
                  </a:lnTo>
                  <a:lnTo>
                    <a:pt x="1299528" y="3170873"/>
                  </a:lnTo>
                  <a:lnTo>
                    <a:pt x="1274762" y="3161666"/>
                  </a:lnTo>
                  <a:lnTo>
                    <a:pt x="1250315" y="3152776"/>
                  </a:lnTo>
                  <a:lnTo>
                    <a:pt x="1225868" y="3142933"/>
                  </a:lnTo>
                  <a:lnTo>
                    <a:pt x="1201738" y="3132773"/>
                  </a:lnTo>
                  <a:lnTo>
                    <a:pt x="1177925" y="3122296"/>
                  </a:lnTo>
                  <a:lnTo>
                    <a:pt x="1154430" y="3110866"/>
                  </a:lnTo>
                  <a:lnTo>
                    <a:pt x="1130618" y="3099753"/>
                  </a:lnTo>
                  <a:lnTo>
                    <a:pt x="955040" y="3342006"/>
                  </a:lnTo>
                  <a:lnTo>
                    <a:pt x="952182" y="3345816"/>
                  </a:lnTo>
                  <a:lnTo>
                    <a:pt x="949325" y="3349308"/>
                  </a:lnTo>
                  <a:lnTo>
                    <a:pt x="946150" y="3352483"/>
                  </a:lnTo>
                  <a:lnTo>
                    <a:pt x="942975" y="3355658"/>
                  </a:lnTo>
                  <a:lnTo>
                    <a:pt x="935990" y="3361056"/>
                  </a:lnTo>
                  <a:lnTo>
                    <a:pt x="929005" y="3366136"/>
                  </a:lnTo>
                  <a:lnTo>
                    <a:pt x="921385" y="3369946"/>
                  </a:lnTo>
                  <a:lnTo>
                    <a:pt x="913448" y="3373121"/>
                  </a:lnTo>
                  <a:lnTo>
                    <a:pt x="905192" y="3375978"/>
                  </a:lnTo>
                  <a:lnTo>
                    <a:pt x="896938" y="3377248"/>
                  </a:lnTo>
                  <a:lnTo>
                    <a:pt x="888365" y="3378518"/>
                  </a:lnTo>
                  <a:lnTo>
                    <a:pt x="879792" y="3378518"/>
                  </a:lnTo>
                  <a:lnTo>
                    <a:pt x="870902" y="3377883"/>
                  </a:lnTo>
                  <a:lnTo>
                    <a:pt x="862648" y="3376296"/>
                  </a:lnTo>
                  <a:lnTo>
                    <a:pt x="854075" y="3373756"/>
                  </a:lnTo>
                  <a:lnTo>
                    <a:pt x="846138" y="3370581"/>
                  </a:lnTo>
                  <a:lnTo>
                    <a:pt x="837882" y="3366453"/>
                  </a:lnTo>
                  <a:lnTo>
                    <a:pt x="834072" y="3363913"/>
                  </a:lnTo>
                  <a:lnTo>
                    <a:pt x="830262" y="3361056"/>
                  </a:lnTo>
                  <a:lnTo>
                    <a:pt x="586105" y="3183573"/>
                  </a:lnTo>
                  <a:lnTo>
                    <a:pt x="582930" y="3181033"/>
                  </a:lnTo>
                  <a:lnTo>
                    <a:pt x="579438" y="3177858"/>
                  </a:lnTo>
                  <a:lnTo>
                    <a:pt x="575945" y="3175001"/>
                  </a:lnTo>
                  <a:lnTo>
                    <a:pt x="573088" y="3171826"/>
                  </a:lnTo>
                  <a:lnTo>
                    <a:pt x="567372" y="3165158"/>
                  </a:lnTo>
                  <a:lnTo>
                    <a:pt x="562610" y="3157538"/>
                  </a:lnTo>
                  <a:lnTo>
                    <a:pt x="558482" y="3150236"/>
                  </a:lnTo>
                  <a:lnTo>
                    <a:pt x="554990" y="3142298"/>
                  </a:lnTo>
                  <a:lnTo>
                    <a:pt x="552450" y="3134043"/>
                  </a:lnTo>
                  <a:lnTo>
                    <a:pt x="550862" y="3125788"/>
                  </a:lnTo>
                  <a:lnTo>
                    <a:pt x="549592" y="3117216"/>
                  </a:lnTo>
                  <a:lnTo>
                    <a:pt x="549592" y="3108643"/>
                  </a:lnTo>
                  <a:lnTo>
                    <a:pt x="550545" y="3100071"/>
                  </a:lnTo>
                  <a:lnTo>
                    <a:pt x="551815" y="3091816"/>
                  </a:lnTo>
                  <a:lnTo>
                    <a:pt x="554355" y="3083243"/>
                  </a:lnTo>
                  <a:lnTo>
                    <a:pt x="557530" y="3075306"/>
                  </a:lnTo>
                  <a:lnTo>
                    <a:pt x="559435" y="3071178"/>
                  </a:lnTo>
                  <a:lnTo>
                    <a:pt x="561340" y="3067368"/>
                  </a:lnTo>
                  <a:lnTo>
                    <a:pt x="563880" y="3063241"/>
                  </a:lnTo>
                  <a:lnTo>
                    <a:pt x="566738" y="3059431"/>
                  </a:lnTo>
                  <a:lnTo>
                    <a:pt x="742632" y="2817178"/>
                  </a:lnTo>
                  <a:lnTo>
                    <a:pt x="724218" y="2797811"/>
                  </a:lnTo>
                  <a:lnTo>
                    <a:pt x="706755" y="2778761"/>
                  </a:lnTo>
                  <a:lnTo>
                    <a:pt x="688975" y="2759076"/>
                  </a:lnTo>
                  <a:lnTo>
                    <a:pt x="671512" y="2739073"/>
                  </a:lnTo>
                  <a:lnTo>
                    <a:pt x="655002" y="2718753"/>
                  </a:lnTo>
                  <a:lnTo>
                    <a:pt x="638492" y="2698115"/>
                  </a:lnTo>
                  <a:lnTo>
                    <a:pt x="622300" y="2677478"/>
                  </a:lnTo>
                  <a:lnTo>
                    <a:pt x="606425" y="2656523"/>
                  </a:lnTo>
                  <a:lnTo>
                    <a:pt x="591185" y="2634933"/>
                  </a:lnTo>
                  <a:lnTo>
                    <a:pt x="576580" y="2613025"/>
                  </a:lnTo>
                  <a:lnTo>
                    <a:pt x="561658" y="2590800"/>
                  </a:lnTo>
                  <a:lnTo>
                    <a:pt x="547370" y="2568893"/>
                  </a:lnTo>
                  <a:lnTo>
                    <a:pt x="534035" y="2546033"/>
                  </a:lnTo>
                  <a:lnTo>
                    <a:pt x="520382" y="2523173"/>
                  </a:lnTo>
                  <a:lnTo>
                    <a:pt x="507682" y="2499995"/>
                  </a:lnTo>
                  <a:lnTo>
                    <a:pt x="494665" y="2476500"/>
                  </a:lnTo>
                  <a:lnTo>
                    <a:pt x="209868" y="2568893"/>
                  </a:lnTo>
                  <a:lnTo>
                    <a:pt x="205740" y="2570163"/>
                  </a:lnTo>
                  <a:lnTo>
                    <a:pt x="201295" y="2571433"/>
                  </a:lnTo>
                  <a:lnTo>
                    <a:pt x="196850" y="2572068"/>
                  </a:lnTo>
                  <a:lnTo>
                    <a:pt x="192722" y="2573020"/>
                  </a:lnTo>
                  <a:lnTo>
                    <a:pt x="183515" y="2573338"/>
                  </a:lnTo>
                  <a:lnTo>
                    <a:pt x="174942" y="2573020"/>
                  </a:lnTo>
                  <a:lnTo>
                    <a:pt x="166688" y="2571750"/>
                  </a:lnTo>
                  <a:lnTo>
                    <a:pt x="158115" y="2569845"/>
                  </a:lnTo>
                  <a:lnTo>
                    <a:pt x="150177" y="2567305"/>
                  </a:lnTo>
                  <a:lnTo>
                    <a:pt x="142240" y="2563495"/>
                  </a:lnTo>
                  <a:lnTo>
                    <a:pt x="134620" y="2559368"/>
                  </a:lnTo>
                  <a:lnTo>
                    <a:pt x="127952" y="2554605"/>
                  </a:lnTo>
                  <a:lnTo>
                    <a:pt x="121602" y="2548890"/>
                  </a:lnTo>
                  <a:lnTo>
                    <a:pt x="115570" y="2542540"/>
                  </a:lnTo>
                  <a:lnTo>
                    <a:pt x="109855" y="2535555"/>
                  </a:lnTo>
                  <a:lnTo>
                    <a:pt x="105410" y="2528253"/>
                  </a:lnTo>
                  <a:lnTo>
                    <a:pt x="101282" y="2520315"/>
                  </a:lnTo>
                  <a:lnTo>
                    <a:pt x="99377" y="2516188"/>
                  </a:lnTo>
                  <a:lnTo>
                    <a:pt x="97790" y="2512060"/>
                  </a:lnTo>
                  <a:lnTo>
                    <a:pt x="4445" y="2224405"/>
                  </a:lnTo>
                  <a:lnTo>
                    <a:pt x="3492" y="2220278"/>
                  </a:lnTo>
                  <a:lnTo>
                    <a:pt x="2222" y="2215833"/>
                  </a:lnTo>
                  <a:lnTo>
                    <a:pt x="1587" y="2211388"/>
                  </a:lnTo>
                  <a:lnTo>
                    <a:pt x="635" y="2206625"/>
                  </a:lnTo>
                  <a:lnTo>
                    <a:pt x="0" y="2198053"/>
                  </a:lnTo>
                  <a:lnTo>
                    <a:pt x="317" y="2189480"/>
                  </a:lnTo>
                  <a:lnTo>
                    <a:pt x="1587" y="2180908"/>
                  </a:lnTo>
                  <a:lnTo>
                    <a:pt x="3810" y="2172653"/>
                  </a:lnTo>
                  <a:lnTo>
                    <a:pt x="6350" y="2164398"/>
                  </a:lnTo>
                  <a:lnTo>
                    <a:pt x="9842" y="2156778"/>
                  </a:lnTo>
                  <a:lnTo>
                    <a:pt x="13970" y="2149158"/>
                  </a:lnTo>
                  <a:lnTo>
                    <a:pt x="19050" y="2142173"/>
                  </a:lnTo>
                  <a:lnTo>
                    <a:pt x="24447" y="2135505"/>
                  </a:lnTo>
                  <a:lnTo>
                    <a:pt x="30797" y="2129790"/>
                  </a:lnTo>
                  <a:lnTo>
                    <a:pt x="37465" y="2124393"/>
                  </a:lnTo>
                  <a:lnTo>
                    <a:pt x="45085" y="2119630"/>
                  </a:lnTo>
                  <a:lnTo>
                    <a:pt x="49212" y="2117725"/>
                  </a:lnTo>
                  <a:lnTo>
                    <a:pt x="53340" y="2115820"/>
                  </a:lnTo>
                  <a:lnTo>
                    <a:pt x="57467" y="2113915"/>
                  </a:lnTo>
                  <a:lnTo>
                    <a:pt x="61595" y="2112328"/>
                  </a:lnTo>
                  <a:lnTo>
                    <a:pt x="346392" y="2019618"/>
                  </a:lnTo>
                  <a:lnTo>
                    <a:pt x="342900" y="1993900"/>
                  </a:lnTo>
                  <a:lnTo>
                    <a:pt x="339725" y="1967865"/>
                  </a:lnTo>
                  <a:lnTo>
                    <a:pt x="337185" y="1941830"/>
                  </a:lnTo>
                  <a:lnTo>
                    <a:pt x="334962" y="1915478"/>
                  </a:lnTo>
                  <a:lnTo>
                    <a:pt x="333375" y="1889125"/>
                  </a:lnTo>
                  <a:lnTo>
                    <a:pt x="331788" y="1862455"/>
                  </a:lnTo>
                  <a:lnTo>
                    <a:pt x="331152" y="1835785"/>
                  </a:lnTo>
                  <a:lnTo>
                    <a:pt x="331152" y="1809115"/>
                  </a:lnTo>
                  <a:lnTo>
                    <a:pt x="331152" y="1782445"/>
                  </a:lnTo>
                  <a:lnTo>
                    <a:pt x="331788" y="1755775"/>
                  </a:lnTo>
                  <a:lnTo>
                    <a:pt x="333375" y="1729423"/>
                  </a:lnTo>
                  <a:lnTo>
                    <a:pt x="334962" y="1703070"/>
                  </a:lnTo>
                  <a:lnTo>
                    <a:pt x="337185" y="1676718"/>
                  </a:lnTo>
                  <a:lnTo>
                    <a:pt x="339725" y="1650365"/>
                  </a:lnTo>
                  <a:lnTo>
                    <a:pt x="342900" y="1624330"/>
                  </a:lnTo>
                  <a:lnTo>
                    <a:pt x="346392" y="1598295"/>
                  </a:lnTo>
                  <a:lnTo>
                    <a:pt x="61595" y="1506220"/>
                  </a:lnTo>
                  <a:lnTo>
                    <a:pt x="57467" y="1504633"/>
                  </a:lnTo>
                  <a:lnTo>
                    <a:pt x="53340" y="1502728"/>
                  </a:lnTo>
                  <a:lnTo>
                    <a:pt x="45085" y="1498600"/>
                  </a:lnTo>
                  <a:lnTo>
                    <a:pt x="37465" y="1494155"/>
                  </a:lnTo>
                  <a:lnTo>
                    <a:pt x="30797" y="1488440"/>
                  </a:lnTo>
                  <a:lnTo>
                    <a:pt x="24447" y="1482408"/>
                  </a:lnTo>
                  <a:lnTo>
                    <a:pt x="19050" y="1476058"/>
                  </a:lnTo>
                  <a:lnTo>
                    <a:pt x="13970" y="1468755"/>
                  </a:lnTo>
                  <a:lnTo>
                    <a:pt x="9842" y="1461453"/>
                  </a:lnTo>
                  <a:lnTo>
                    <a:pt x="6350" y="1453833"/>
                  </a:lnTo>
                  <a:lnTo>
                    <a:pt x="3810" y="1445578"/>
                  </a:lnTo>
                  <a:lnTo>
                    <a:pt x="1587" y="1437323"/>
                  </a:lnTo>
                  <a:lnTo>
                    <a:pt x="317" y="1428750"/>
                  </a:lnTo>
                  <a:lnTo>
                    <a:pt x="0" y="1419860"/>
                  </a:lnTo>
                  <a:lnTo>
                    <a:pt x="635" y="1411288"/>
                  </a:lnTo>
                  <a:lnTo>
                    <a:pt x="1587" y="1406843"/>
                  </a:lnTo>
                  <a:lnTo>
                    <a:pt x="2222" y="1402398"/>
                  </a:lnTo>
                  <a:lnTo>
                    <a:pt x="3492" y="1397635"/>
                  </a:lnTo>
                  <a:lnTo>
                    <a:pt x="4445" y="1393508"/>
                  </a:lnTo>
                  <a:lnTo>
                    <a:pt x="97790" y="1106488"/>
                  </a:lnTo>
                  <a:lnTo>
                    <a:pt x="99377" y="1102043"/>
                  </a:lnTo>
                  <a:lnTo>
                    <a:pt x="101282" y="1097915"/>
                  </a:lnTo>
                  <a:lnTo>
                    <a:pt x="103187" y="1093788"/>
                  </a:lnTo>
                  <a:lnTo>
                    <a:pt x="105410" y="1089978"/>
                  </a:lnTo>
                  <a:lnTo>
                    <a:pt x="109855" y="1082358"/>
                  </a:lnTo>
                  <a:lnTo>
                    <a:pt x="115570" y="1075690"/>
                  </a:lnTo>
                  <a:lnTo>
                    <a:pt x="121602" y="1069340"/>
                  </a:lnTo>
                  <a:lnTo>
                    <a:pt x="127952" y="1063625"/>
                  </a:lnTo>
                  <a:lnTo>
                    <a:pt x="134620" y="1058863"/>
                  </a:lnTo>
                  <a:lnTo>
                    <a:pt x="142240" y="1054735"/>
                  </a:lnTo>
                  <a:lnTo>
                    <a:pt x="150177" y="1051243"/>
                  </a:lnTo>
                  <a:lnTo>
                    <a:pt x="158115" y="1048068"/>
                  </a:lnTo>
                  <a:lnTo>
                    <a:pt x="166688" y="1046480"/>
                  </a:lnTo>
                  <a:lnTo>
                    <a:pt x="174942" y="1045210"/>
                  </a:lnTo>
                  <a:lnTo>
                    <a:pt x="183515" y="1044893"/>
                  </a:lnTo>
                  <a:lnTo>
                    <a:pt x="192722" y="1045528"/>
                  </a:lnTo>
                  <a:lnTo>
                    <a:pt x="196850" y="1046480"/>
                  </a:lnTo>
                  <a:lnTo>
                    <a:pt x="201295" y="1047115"/>
                  </a:lnTo>
                  <a:lnTo>
                    <a:pt x="205740" y="1048068"/>
                  </a:lnTo>
                  <a:lnTo>
                    <a:pt x="209868" y="1049338"/>
                  </a:lnTo>
                  <a:lnTo>
                    <a:pt x="494665" y="1141413"/>
                  </a:lnTo>
                  <a:lnTo>
                    <a:pt x="507682" y="1118235"/>
                  </a:lnTo>
                  <a:lnTo>
                    <a:pt x="520382" y="1095375"/>
                  </a:lnTo>
                  <a:lnTo>
                    <a:pt x="534035" y="1072198"/>
                  </a:lnTo>
                  <a:lnTo>
                    <a:pt x="547370" y="1049655"/>
                  </a:lnTo>
                  <a:lnTo>
                    <a:pt x="561658" y="1027113"/>
                  </a:lnTo>
                  <a:lnTo>
                    <a:pt x="576580" y="1005205"/>
                  </a:lnTo>
                  <a:lnTo>
                    <a:pt x="591185" y="983615"/>
                  </a:lnTo>
                  <a:lnTo>
                    <a:pt x="606425" y="961707"/>
                  </a:lnTo>
                  <a:lnTo>
                    <a:pt x="622300" y="940752"/>
                  </a:lnTo>
                  <a:lnTo>
                    <a:pt x="638492" y="919797"/>
                  </a:lnTo>
                  <a:lnTo>
                    <a:pt x="655002" y="899160"/>
                  </a:lnTo>
                  <a:lnTo>
                    <a:pt x="671512" y="878840"/>
                  </a:lnTo>
                  <a:lnTo>
                    <a:pt x="688975" y="858837"/>
                  </a:lnTo>
                  <a:lnTo>
                    <a:pt x="706755" y="839470"/>
                  </a:lnTo>
                  <a:lnTo>
                    <a:pt x="724218" y="819785"/>
                  </a:lnTo>
                  <a:lnTo>
                    <a:pt x="742632" y="801052"/>
                  </a:lnTo>
                  <a:lnTo>
                    <a:pt x="566420" y="558800"/>
                  </a:lnTo>
                  <a:lnTo>
                    <a:pt x="563562" y="554990"/>
                  </a:lnTo>
                  <a:lnTo>
                    <a:pt x="561340" y="551180"/>
                  </a:lnTo>
                  <a:lnTo>
                    <a:pt x="559118" y="547370"/>
                  </a:lnTo>
                  <a:lnTo>
                    <a:pt x="557212" y="543242"/>
                  </a:lnTo>
                  <a:lnTo>
                    <a:pt x="554355" y="534987"/>
                  </a:lnTo>
                  <a:lnTo>
                    <a:pt x="551498" y="526732"/>
                  </a:lnTo>
                  <a:lnTo>
                    <a:pt x="550228" y="518160"/>
                  </a:lnTo>
                  <a:lnTo>
                    <a:pt x="549592" y="509270"/>
                  </a:lnTo>
                  <a:lnTo>
                    <a:pt x="549592" y="500697"/>
                  </a:lnTo>
                  <a:lnTo>
                    <a:pt x="550862" y="492442"/>
                  </a:lnTo>
                  <a:lnTo>
                    <a:pt x="552450" y="483870"/>
                  </a:lnTo>
                  <a:lnTo>
                    <a:pt x="554990" y="475932"/>
                  </a:lnTo>
                  <a:lnTo>
                    <a:pt x="558482" y="467677"/>
                  </a:lnTo>
                  <a:lnTo>
                    <a:pt x="562610" y="460057"/>
                  </a:lnTo>
                  <a:lnTo>
                    <a:pt x="567372" y="453072"/>
                  </a:lnTo>
                  <a:lnTo>
                    <a:pt x="573088" y="446087"/>
                  </a:lnTo>
                  <a:lnTo>
                    <a:pt x="575945" y="442912"/>
                  </a:lnTo>
                  <a:lnTo>
                    <a:pt x="579438" y="439737"/>
                  </a:lnTo>
                  <a:lnTo>
                    <a:pt x="582930" y="436880"/>
                  </a:lnTo>
                  <a:lnTo>
                    <a:pt x="586105" y="434022"/>
                  </a:lnTo>
                  <a:lnTo>
                    <a:pt x="830898" y="256857"/>
                  </a:lnTo>
                  <a:lnTo>
                    <a:pt x="834708" y="254317"/>
                  </a:lnTo>
                  <a:lnTo>
                    <a:pt x="838200" y="251777"/>
                  </a:lnTo>
                  <a:lnTo>
                    <a:pt x="842328" y="249872"/>
                  </a:lnTo>
                  <a:lnTo>
                    <a:pt x="846138" y="247967"/>
                  </a:lnTo>
                  <a:lnTo>
                    <a:pt x="854392" y="244475"/>
                  </a:lnTo>
                  <a:lnTo>
                    <a:pt x="862648" y="242252"/>
                  </a:lnTo>
                  <a:lnTo>
                    <a:pt x="871538" y="240665"/>
                  </a:lnTo>
                  <a:lnTo>
                    <a:pt x="880110" y="240030"/>
                  </a:lnTo>
                  <a:lnTo>
                    <a:pt x="888365" y="240030"/>
                  </a:lnTo>
                  <a:lnTo>
                    <a:pt x="896938" y="240665"/>
                  </a:lnTo>
                  <a:lnTo>
                    <a:pt x="905192" y="242570"/>
                  </a:lnTo>
                  <a:lnTo>
                    <a:pt x="913448" y="245110"/>
                  </a:lnTo>
                  <a:lnTo>
                    <a:pt x="921385" y="248602"/>
                  </a:lnTo>
                  <a:lnTo>
                    <a:pt x="929005" y="252412"/>
                  </a:lnTo>
                  <a:lnTo>
                    <a:pt x="935990" y="257175"/>
                  </a:lnTo>
                  <a:lnTo>
                    <a:pt x="942975" y="262890"/>
                  </a:lnTo>
                  <a:lnTo>
                    <a:pt x="946150" y="266065"/>
                  </a:lnTo>
                  <a:lnTo>
                    <a:pt x="949325" y="269240"/>
                  </a:lnTo>
                  <a:lnTo>
                    <a:pt x="952182" y="272732"/>
                  </a:lnTo>
                  <a:lnTo>
                    <a:pt x="955040" y="276542"/>
                  </a:lnTo>
                  <a:lnTo>
                    <a:pt x="1130618" y="518477"/>
                  </a:lnTo>
                  <a:lnTo>
                    <a:pt x="1154430" y="507047"/>
                  </a:lnTo>
                  <a:lnTo>
                    <a:pt x="1177925" y="496252"/>
                  </a:lnTo>
                  <a:lnTo>
                    <a:pt x="1201738" y="485457"/>
                  </a:lnTo>
                  <a:lnTo>
                    <a:pt x="1225868" y="475615"/>
                  </a:lnTo>
                  <a:lnTo>
                    <a:pt x="1250315" y="465772"/>
                  </a:lnTo>
                  <a:lnTo>
                    <a:pt x="1274762" y="456247"/>
                  </a:lnTo>
                  <a:lnTo>
                    <a:pt x="1299528" y="447675"/>
                  </a:lnTo>
                  <a:lnTo>
                    <a:pt x="1324928" y="439102"/>
                  </a:lnTo>
                  <a:lnTo>
                    <a:pt x="1350010" y="431165"/>
                  </a:lnTo>
                  <a:lnTo>
                    <a:pt x="1375092" y="423545"/>
                  </a:lnTo>
                  <a:lnTo>
                    <a:pt x="1400810" y="416877"/>
                  </a:lnTo>
                  <a:lnTo>
                    <a:pt x="1426845" y="410210"/>
                  </a:lnTo>
                  <a:lnTo>
                    <a:pt x="1452245" y="404177"/>
                  </a:lnTo>
                  <a:lnTo>
                    <a:pt x="1478598" y="398462"/>
                  </a:lnTo>
                  <a:lnTo>
                    <a:pt x="1504950" y="393065"/>
                  </a:lnTo>
                  <a:lnTo>
                    <a:pt x="1531302" y="388620"/>
                  </a:lnTo>
                  <a:lnTo>
                    <a:pt x="1531302" y="89217"/>
                  </a:lnTo>
                  <a:lnTo>
                    <a:pt x="1531302" y="84455"/>
                  </a:lnTo>
                  <a:lnTo>
                    <a:pt x="1531620" y="80010"/>
                  </a:lnTo>
                  <a:lnTo>
                    <a:pt x="1532572" y="75565"/>
                  </a:lnTo>
                  <a:lnTo>
                    <a:pt x="1533208" y="71120"/>
                  </a:lnTo>
                  <a:lnTo>
                    <a:pt x="1535430" y="62865"/>
                  </a:lnTo>
                  <a:lnTo>
                    <a:pt x="1538605" y="54610"/>
                  </a:lnTo>
                  <a:lnTo>
                    <a:pt x="1542415" y="46672"/>
                  </a:lnTo>
                  <a:lnTo>
                    <a:pt x="1546860" y="39370"/>
                  </a:lnTo>
                  <a:lnTo>
                    <a:pt x="1551622" y="32385"/>
                  </a:lnTo>
                  <a:lnTo>
                    <a:pt x="1557655" y="26352"/>
                  </a:lnTo>
                  <a:lnTo>
                    <a:pt x="1563688" y="20320"/>
                  </a:lnTo>
                  <a:lnTo>
                    <a:pt x="1570990" y="15240"/>
                  </a:lnTo>
                  <a:lnTo>
                    <a:pt x="1577975" y="10795"/>
                  </a:lnTo>
                  <a:lnTo>
                    <a:pt x="1585912" y="6985"/>
                  </a:lnTo>
                  <a:lnTo>
                    <a:pt x="1594168" y="4127"/>
                  </a:lnTo>
                  <a:lnTo>
                    <a:pt x="1602422" y="1905"/>
                  </a:lnTo>
                  <a:lnTo>
                    <a:pt x="1607185" y="952"/>
                  </a:lnTo>
                  <a:lnTo>
                    <a:pt x="1611630" y="317"/>
                  </a:lnTo>
                  <a:lnTo>
                    <a:pt x="1615758" y="0"/>
                  </a:lnTo>
                  <a:close/>
                </a:path>
              </a:pathLst>
            </a:custGeom>
            <a:solidFill>
              <a:sysClr val="window" lastClr="FFFFFF"/>
            </a:solidFill>
            <a:ln>
              <a:noFill/>
            </a:ln>
          </p:spPr>
          <p:txBody>
            <a:bodyPr anchor="ctr">
              <a:scene3d>
                <a:camera prst="orthographicFront"/>
                <a:lightRig rig="threePt" dir="t"/>
              </a:scene3d>
              <a:sp3d>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6" name="文本框 59"/>
            <p:cNvSpPr txBox="1"/>
            <p:nvPr/>
          </p:nvSpPr>
          <p:spPr>
            <a:xfrm>
              <a:off x="3102007" y="4128108"/>
              <a:ext cx="1357226"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Title</a:t>
              </a:r>
            </a:p>
          </p:txBody>
        </p:sp>
      </p:grpSp>
      <p:grpSp>
        <p:nvGrpSpPr>
          <p:cNvPr id="30" name="组合 29"/>
          <p:cNvGrpSpPr/>
          <p:nvPr/>
        </p:nvGrpSpPr>
        <p:grpSpPr>
          <a:xfrm>
            <a:off x="3965543" y="1611836"/>
            <a:ext cx="2368741" cy="2553483"/>
            <a:chOff x="4078604" y="2478655"/>
            <a:chExt cx="2369358" cy="2553482"/>
          </a:xfrm>
        </p:grpSpPr>
        <p:sp>
          <p:nvSpPr>
            <p:cNvPr id="31" name="任意多边形 28"/>
            <p:cNvSpPr/>
            <p:nvPr/>
          </p:nvSpPr>
          <p:spPr>
            <a:xfrm>
              <a:off x="4078604" y="2478655"/>
              <a:ext cx="2369358" cy="2553482"/>
            </a:xfrm>
            <a:custGeom>
              <a:avLst/>
              <a:gdLst>
                <a:gd name="connsiteX0" fmla="*/ 1184679 w 2369358"/>
                <a:gd name="connsiteY0" fmla="*/ 0 h 2553482"/>
                <a:gd name="connsiteX1" fmla="*/ 2369358 w 2369358"/>
                <a:gd name="connsiteY1" fmla="*/ 1184679 h 2553482"/>
                <a:gd name="connsiteX2" fmla="*/ 1423433 w 2369358"/>
                <a:gd name="connsiteY2" fmla="*/ 2345290 h 2553482"/>
                <a:gd name="connsiteX3" fmla="*/ 1321945 w 2369358"/>
                <a:gd name="connsiteY3" fmla="*/ 2360779 h 2553482"/>
                <a:gd name="connsiteX4" fmla="*/ 1223444 w 2369358"/>
                <a:gd name="connsiteY4" fmla="*/ 2553482 h 2553482"/>
                <a:gd name="connsiteX5" fmla="*/ 1132988 w 2369358"/>
                <a:gd name="connsiteY5" fmla="*/ 2366748 h 2553482"/>
                <a:gd name="connsiteX6" fmla="*/ 1063553 w 2369358"/>
                <a:gd name="connsiteY6" fmla="*/ 2363242 h 2553482"/>
                <a:gd name="connsiteX7" fmla="*/ 0 w 2369358"/>
                <a:gd name="connsiteY7" fmla="*/ 1184679 h 2553482"/>
                <a:gd name="connsiteX8" fmla="*/ 1184679 w 2369358"/>
                <a:gd name="connsiteY8" fmla="*/ 0 h 2553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9358" h="2553482">
                  <a:moveTo>
                    <a:pt x="1184679" y="0"/>
                  </a:moveTo>
                  <a:cubicBezTo>
                    <a:pt x="1838959" y="0"/>
                    <a:pt x="2369358" y="530399"/>
                    <a:pt x="2369358" y="1184679"/>
                  </a:cubicBezTo>
                  <a:cubicBezTo>
                    <a:pt x="2369358" y="1757174"/>
                    <a:pt x="1963272" y="2234823"/>
                    <a:pt x="1423433" y="2345290"/>
                  </a:cubicBezTo>
                  <a:lnTo>
                    <a:pt x="1321945" y="2360779"/>
                  </a:lnTo>
                  <a:lnTo>
                    <a:pt x="1223444" y="2553482"/>
                  </a:lnTo>
                  <a:lnTo>
                    <a:pt x="1132988" y="2366748"/>
                  </a:lnTo>
                  <a:lnTo>
                    <a:pt x="1063553" y="2363242"/>
                  </a:lnTo>
                  <a:cubicBezTo>
                    <a:pt x="466171" y="2302574"/>
                    <a:pt x="0" y="1798067"/>
                    <a:pt x="0" y="1184679"/>
                  </a:cubicBezTo>
                  <a:cubicBezTo>
                    <a:pt x="0" y="530399"/>
                    <a:pt x="530399" y="0"/>
                    <a:pt x="1184679" y="0"/>
                  </a:cubicBezTo>
                  <a:close/>
                </a:path>
              </a:pathLst>
            </a:custGeom>
            <a:solidFill>
              <a:schemeClr val="accent1"/>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32" name="组合 31"/>
            <p:cNvGrpSpPr/>
            <p:nvPr/>
          </p:nvGrpSpPr>
          <p:grpSpPr>
            <a:xfrm>
              <a:off x="4614176" y="3268683"/>
              <a:ext cx="1562853" cy="1002876"/>
              <a:chOff x="4716874" y="2621791"/>
              <a:chExt cx="1562853" cy="1002876"/>
            </a:xfrm>
          </p:grpSpPr>
          <p:sp>
            <p:nvSpPr>
              <p:cNvPr id="33" name="KSO_Shape"/>
              <p:cNvSpPr/>
              <p:nvPr/>
            </p:nvSpPr>
            <p:spPr bwMode="auto">
              <a:xfrm>
                <a:off x="5143687" y="2621791"/>
                <a:ext cx="441100" cy="441836"/>
              </a:xfrm>
              <a:custGeom>
                <a:avLst/>
                <a:gdLst>
                  <a:gd name="T0" fmla="*/ 923363 w 1752600"/>
                  <a:gd name="T1" fmla="*/ 1417153 h 1754188"/>
                  <a:gd name="T2" fmla="*/ 958587 w 1752600"/>
                  <a:gd name="T3" fmla="*/ 1476612 h 1754188"/>
                  <a:gd name="T4" fmla="*/ 945181 w 1752600"/>
                  <a:gd name="T5" fmla="*/ 1530763 h 1754188"/>
                  <a:gd name="T6" fmla="*/ 886299 w 1752600"/>
                  <a:gd name="T7" fmla="*/ 1566067 h 1754188"/>
                  <a:gd name="T8" fmla="*/ 832675 w 1752600"/>
                  <a:gd name="T9" fmla="*/ 1552795 h 1754188"/>
                  <a:gd name="T10" fmla="*/ 797714 w 1752600"/>
                  <a:gd name="T11" fmla="*/ 1493335 h 1754188"/>
                  <a:gd name="T12" fmla="*/ 810857 w 1752600"/>
                  <a:gd name="T13" fmla="*/ 1439185 h 1754188"/>
                  <a:gd name="T14" fmla="*/ 869739 w 1752600"/>
                  <a:gd name="T15" fmla="*/ 1403616 h 1754188"/>
                  <a:gd name="T16" fmla="*/ 1526266 w 1752600"/>
                  <a:gd name="T17" fmla="*/ 809406 h 1754188"/>
                  <a:gd name="T18" fmla="*/ 1561836 w 1752600"/>
                  <a:gd name="T19" fmla="*/ 868866 h 1754188"/>
                  <a:gd name="T20" fmla="*/ 1548298 w 1752600"/>
                  <a:gd name="T21" fmla="*/ 923016 h 1754188"/>
                  <a:gd name="T22" fmla="*/ 1488839 w 1752600"/>
                  <a:gd name="T23" fmla="*/ 958586 h 1754188"/>
                  <a:gd name="T24" fmla="*/ 1434954 w 1752600"/>
                  <a:gd name="T25" fmla="*/ 945048 h 1754188"/>
                  <a:gd name="T26" fmla="*/ 1399385 w 1752600"/>
                  <a:gd name="T27" fmla="*/ 885589 h 1754188"/>
                  <a:gd name="T28" fmla="*/ 1412922 w 1752600"/>
                  <a:gd name="T29" fmla="*/ 831438 h 1754188"/>
                  <a:gd name="T30" fmla="*/ 1472116 w 1752600"/>
                  <a:gd name="T31" fmla="*/ 795869 h 1754188"/>
                  <a:gd name="T32" fmla="*/ 931422 w 1752600"/>
                  <a:gd name="T33" fmla="*/ 210375 h 1754188"/>
                  <a:gd name="T34" fmla="*/ 985331 w 1752600"/>
                  <a:gd name="T35" fmla="*/ 812351 h 1754188"/>
                  <a:gd name="T36" fmla="*/ 997223 w 1752600"/>
                  <a:gd name="T37" fmla="*/ 915108 h 1754188"/>
                  <a:gd name="T38" fmla="*/ 946749 w 1752600"/>
                  <a:gd name="T39" fmla="*/ 982906 h 1754188"/>
                  <a:gd name="T40" fmla="*/ 857693 w 1752600"/>
                  <a:gd name="T41" fmla="*/ 1003564 h 1754188"/>
                  <a:gd name="T42" fmla="*/ 763351 w 1752600"/>
                  <a:gd name="T43" fmla="*/ 937354 h 1754188"/>
                  <a:gd name="T44" fmla="*/ 353480 w 1752600"/>
                  <a:gd name="T45" fmla="*/ 893921 h 1754188"/>
                  <a:gd name="T46" fmla="*/ 383342 w 1752600"/>
                  <a:gd name="T47" fmla="*/ 820296 h 1754188"/>
                  <a:gd name="T48" fmla="*/ 815147 w 1752600"/>
                  <a:gd name="T49" fmla="*/ 764945 h 1754188"/>
                  <a:gd name="T50" fmla="*/ 858486 w 1752600"/>
                  <a:gd name="T51" fmla="*/ 180713 h 1754188"/>
                  <a:gd name="T52" fmla="*/ 670516 w 1752600"/>
                  <a:gd name="T53" fmla="*/ 152975 h 1754188"/>
                  <a:gd name="T54" fmla="*/ 441192 w 1752600"/>
                  <a:gd name="T55" fmla="*/ 263340 h 1754188"/>
                  <a:gd name="T56" fmla="*/ 263181 w 1752600"/>
                  <a:gd name="T57" fmla="*/ 441458 h 1754188"/>
                  <a:gd name="T58" fmla="*/ 152883 w 1752600"/>
                  <a:gd name="T59" fmla="*/ 670921 h 1754188"/>
                  <a:gd name="T60" fmla="*/ 126168 w 1752600"/>
                  <a:gd name="T61" fmla="*/ 934791 h 1754188"/>
                  <a:gd name="T62" fmla="*/ 190707 w 1752600"/>
                  <a:gd name="T63" fmla="*/ 1186485 h 1754188"/>
                  <a:gd name="T64" fmla="*/ 332216 w 1752600"/>
                  <a:gd name="T65" fmla="*/ 1396099 h 1754188"/>
                  <a:gd name="T66" fmla="*/ 534297 w 1752600"/>
                  <a:gd name="T67" fmla="*/ 1547221 h 1754188"/>
                  <a:gd name="T68" fmla="*/ 780550 w 1752600"/>
                  <a:gd name="T69" fmla="*/ 1623709 h 1754188"/>
                  <a:gd name="T70" fmla="*/ 1045847 w 1752600"/>
                  <a:gd name="T71" fmla="*/ 1610476 h 1754188"/>
                  <a:gd name="T72" fmla="*/ 1281255 w 1752600"/>
                  <a:gd name="T73" fmla="*/ 1511227 h 1754188"/>
                  <a:gd name="T74" fmla="*/ 1467730 w 1752600"/>
                  <a:gd name="T75" fmla="*/ 1341578 h 1754188"/>
                  <a:gd name="T76" fmla="*/ 1588873 w 1752600"/>
                  <a:gd name="T77" fmla="*/ 1118202 h 1754188"/>
                  <a:gd name="T78" fmla="*/ 1628019 w 1752600"/>
                  <a:gd name="T79" fmla="*/ 857509 h 1754188"/>
                  <a:gd name="T80" fmla="*/ 1576176 w 1752600"/>
                  <a:gd name="T81" fmla="*/ 601315 h 1754188"/>
                  <a:gd name="T82" fmla="*/ 1444718 w 1752600"/>
                  <a:gd name="T83" fmla="*/ 384820 h 1754188"/>
                  <a:gd name="T84" fmla="*/ 1250573 w 1752600"/>
                  <a:gd name="T85" fmla="*/ 224170 h 1754188"/>
                  <a:gd name="T86" fmla="*/ 1009345 w 1752600"/>
                  <a:gd name="T87" fmla="*/ 136037 h 1754188"/>
                  <a:gd name="T88" fmla="*/ 987656 w 1752600"/>
                  <a:gd name="T89" fmla="*/ 7146 h 1754188"/>
                  <a:gd name="T90" fmla="*/ 1274907 w 1752600"/>
                  <a:gd name="T91" fmla="*/ 96337 h 1754188"/>
                  <a:gd name="T92" fmla="*/ 1510315 w 1752600"/>
                  <a:gd name="T93" fmla="*/ 272074 h 1754188"/>
                  <a:gd name="T94" fmla="*/ 1675101 w 1752600"/>
                  <a:gd name="T95" fmla="*/ 516358 h 1754188"/>
                  <a:gd name="T96" fmla="*/ 1749955 w 1752600"/>
                  <a:gd name="T97" fmla="*/ 809605 h 1754188"/>
                  <a:gd name="T98" fmla="*/ 1719273 w 1752600"/>
                  <a:gd name="T99" fmla="*/ 1116879 h 1754188"/>
                  <a:gd name="T100" fmla="*/ 1590724 w 1752600"/>
                  <a:gd name="T101" fmla="*/ 1384453 h 1754188"/>
                  <a:gd name="T102" fmla="*/ 1383353 w 1752600"/>
                  <a:gd name="T103" fmla="*/ 1591949 h 1754188"/>
                  <a:gd name="T104" fmla="*/ 1115940 w 1752600"/>
                  <a:gd name="T105" fmla="*/ 1720576 h 1754188"/>
                  <a:gd name="T106" fmla="*/ 809116 w 1752600"/>
                  <a:gd name="T107" fmla="*/ 1751277 h 1754188"/>
                  <a:gd name="T108" fmla="*/ 516046 w 1752600"/>
                  <a:gd name="T109" fmla="*/ 1676377 h 1754188"/>
                  <a:gd name="T110" fmla="*/ 271909 w 1752600"/>
                  <a:gd name="T111" fmla="*/ 1511492 h 1754188"/>
                  <a:gd name="T112" fmla="*/ 95750 w 1752600"/>
                  <a:gd name="T113" fmla="*/ 1275941 h 1754188"/>
                  <a:gd name="T114" fmla="*/ 6877 w 1752600"/>
                  <a:gd name="T115" fmla="*/ 988782 h 1754188"/>
                  <a:gd name="T116" fmla="*/ 22483 w 1752600"/>
                  <a:gd name="T117" fmla="*/ 679126 h 1754188"/>
                  <a:gd name="T118" fmla="*/ 138071 w 1752600"/>
                  <a:gd name="T119" fmla="*/ 404935 h 1754188"/>
                  <a:gd name="T120" fmla="*/ 335655 w 1752600"/>
                  <a:gd name="T121" fmla="*/ 187117 h 1754188"/>
                  <a:gd name="T122" fmla="*/ 595662 w 1752600"/>
                  <a:gd name="T123" fmla="*/ 46051 h 1754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52600" h="1754188">
                    <a:moveTo>
                      <a:pt x="873945" y="1403350"/>
                    </a:moveTo>
                    <a:lnTo>
                      <a:pt x="877888" y="1403350"/>
                    </a:lnTo>
                    <a:lnTo>
                      <a:pt x="882356" y="1403350"/>
                    </a:lnTo>
                    <a:lnTo>
                      <a:pt x="886299" y="1403616"/>
                    </a:lnTo>
                    <a:lnTo>
                      <a:pt x="890505" y="1404146"/>
                    </a:lnTo>
                    <a:lnTo>
                      <a:pt x="894448" y="1404943"/>
                    </a:lnTo>
                    <a:lnTo>
                      <a:pt x="898128" y="1405739"/>
                    </a:lnTo>
                    <a:lnTo>
                      <a:pt x="901808" y="1406801"/>
                    </a:lnTo>
                    <a:lnTo>
                      <a:pt x="906014" y="1408393"/>
                    </a:lnTo>
                    <a:lnTo>
                      <a:pt x="909432" y="1409455"/>
                    </a:lnTo>
                    <a:lnTo>
                      <a:pt x="913112" y="1411048"/>
                    </a:lnTo>
                    <a:lnTo>
                      <a:pt x="916529" y="1412906"/>
                    </a:lnTo>
                    <a:lnTo>
                      <a:pt x="919946" y="1415030"/>
                    </a:lnTo>
                    <a:lnTo>
                      <a:pt x="923363" y="1417153"/>
                    </a:lnTo>
                    <a:lnTo>
                      <a:pt x="929672" y="1421931"/>
                    </a:lnTo>
                    <a:lnTo>
                      <a:pt x="935192" y="1427240"/>
                    </a:lnTo>
                    <a:lnTo>
                      <a:pt x="940450" y="1432814"/>
                    </a:lnTo>
                    <a:lnTo>
                      <a:pt x="945181" y="1439185"/>
                    </a:lnTo>
                    <a:lnTo>
                      <a:pt x="947284" y="1442636"/>
                    </a:lnTo>
                    <a:lnTo>
                      <a:pt x="949124" y="1446086"/>
                    </a:lnTo>
                    <a:lnTo>
                      <a:pt x="951227" y="1449537"/>
                    </a:lnTo>
                    <a:lnTo>
                      <a:pt x="952804" y="1452988"/>
                    </a:lnTo>
                    <a:lnTo>
                      <a:pt x="953856" y="1456704"/>
                    </a:lnTo>
                    <a:lnTo>
                      <a:pt x="955433" y="1460420"/>
                    </a:lnTo>
                    <a:lnTo>
                      <a:pt x="956484" y="1464667"/>
                    </a:lnTo>
                    <a:lnTo>
                      <a:pt x="957273" y="1468384"/>
                    </a:lnTo>
                    <a:lnTo>
                      <a:pt x="958062" y="1472365"/>
                    </a:lnTo>
                    <a:lnTo>
                      <a:pt x="958587" y="1476612"/>
                    </a:lnTo>
                    <a:lnTo>
                      <a:pt x="958850" y="1480594"/>
                    </a:lnTo>
                    <a:lnTo>
                      <a:pt x="958850" y="1485107"/>
                    </a:lnTo>
                    <a:lnTo>
                      <a:pt x="958850" y="1489088"/>
                    </a:lnTo>
                    <a:lnTo>
                      <a:pt x="958587" y="1493335"/>
                    </a:lnTo>
                    <a:lnTo>
                      <a:pt x="958062" y="1497317"/>
                    </a:lnTo>
                    <a:lnTo>
                      <a:pt x="957273" y="1501299"/>
                    </a:lnTo>
                    <a:lnTo>
                      <a:pt x="956484" y="1505546"/>
                    </a:lnTo>
                    <a:lnTo>
                      <a:pt x="955433" y="1509262"/>
                    </a:lnTo>
                    <a:lnTo>
                      <a:pt x="953856" y="1512978"/>
                    </a:lnTo>
                    <a:lnTo>
                      <a:pt x="952804" y="1516694"/>
                    </a:lnTo>
                    <a:lnTo>
                      <a:pt x="951227" y="1520145"/>
                    </a:lnTo>
                    <a:lnTo>
                      <a:pt x="949124" y="1524127"/>
                    </a:lnTo>
                    <a:lnTo>
                      <a:pt x="947284" y="1527312"/>
                    </a:lnTo>
                    <a:lnTo>
                      <a:pt x="945181" y="1530763"/>
                    </a:lnTo>
                    <a:lnTo>
                      <a:pt x="940450" y="1536868"/>
                    </a:lnTo>
                    <a:lnTo>
                      <a:pt x="935192" y="1542973"/>
                    </a:lnTo>
                    <a:lnTo>
                      <a:pt x="929672" y="1548017"/>
                    </a:lnTo>
                    <a:lnTo>
                      <a:pt x="923363" y="1552795"/>
                    </a:lnTo>
                    <a:lnTo>
                      <a:pt x="919946" y="1554918"/>
                    </a:lnTo>
                    <a:lnTo>
                      <a:pt x="916529" y="1556776"/>
                    </a:lnTo>
                    <a:lnTo>
                      <a:pt x="913112" y="1558634"/>
                    </a:lnTo>
                    <a:lnTo>
                      <a:pt x="909432" y="1560227"/>
                    </a:lnTo>
                    <a:lnTo>
                      <a:pt x="906014" y="1561820"/>
                    </a:lnTo>
                    <a:lnTo>
                      <a:pt x="901808" y="1563147"/>
                    </a:lnTo>
                    <a:lnTo>
                      <a:pt x="898128" y="1564209"/>
                    </a:lnTo>
                    <a:lnTo>
                      <a:pt x="894448" y="1565005"/>
                    </a:lnTo>
                    <a:lnTo>
                      <a:pt x="890505" y="1565801"/>
                    </a:lnTo>
                    <a:lnTo>
                      <a:pt x="886299" y="1566067"/>
                    </a:lnTo>
                    <a:lnTo>
                      <a:pt x="882356" y="1566598"/>
                    </a:lnTo>
                    <a:lnTo>
                      <a:pt x="877888" y="1566863"/>
                    </a:lnTo>
                    <a:lnTo>
                      <a:pt x="873945" y="1566598"/>
                    </a:lnTo>
                    <a:lnTo>
                      <a:pt x="869739" y="1566067"/>
                    </a:lnTo>
                    <a:lnTo>
                      <a:pt x="865796" y="1565801"/>
                    </a:lnTo>
                    <a:lnTo>
                      <a:pt x="861853" y="1565005"/>
                    </a:lnTo>
                    <a:lnTo>
                      <a:pt x="857647" y="1564209"/>
                    </a:lnTo>
                    <a:lnTo>
                      <a:pt x="853967" y="1563147"/>
                    </a:lnTo>
                    <a:lnTo>
                      <a:pt x="850287" y="1561820"/>
                    </a:lnTo>
                    <a:lnTo>
                      <a:pt x="846607" y="1560227"/>
                    </a:lnTo>
                    <a:lnTo>
                      <a:pt x="842664" y="1558634"/>
                    </a:lnTo>
                    <a:lnTo>
                      <a:pt x="839247" y="1556776"/>
                    </a:lnTo>
                    <a:lnTo>
                      <a:pt x="835829" y="1554918"/>
                    </a:lnTo>
                    <a:lnTo>
                      <a:pt x="832675" y="1552795"/>
                    </a:lnTo>
                    <a:lnTo>
                      <a:pt x="826629" y="1548017"/>
                    </a:lnTo>
                    <a:lnTo>
                      <a:pt x="820583" y="1542973"/>
                    </a:lnTo>
                    <a:lnTo>
                      <a:pt x="815589" y="1536868"/>
                    </a:lnTo>
                    <a:lnTo>
                      <a:pt x="810857" y="1530763"/>
                    </a:lnTo>
                    <a:lnTo>
                      <a:pt x="808754" y="1527312"/>
                    </a:lnTo>
                    <a:lnTo>
                      <a:pt x="806914" y="1524127"/>
                    </a:lnTo>
                    <a:lnTo>
                      <a:pt x="805074" y="1520145"/>
                    </a:lnTo>
                    <a:lnTo>
                      <a:pt x="803497" y="1516694"/>
                    </a:lnTo>
                    <a:lnTo>
                      <a:pt x="801920" y="1512978"/>
                    </a:lnTo>
                    <a:lnTo>
                      <a:pt x="800605" y="1509262"/>
                    </a:lnTo>
                    <a:lnTo>
                      <a:pt x="799554" y="1505546"/>
                    </a:lnTo>
                    <a:lnTo>
                      <a:pt x="798765" y="1501299"/>
                    </a:lnTo>
                    <a:lnTo>
                      <a:pt x="797977" y="1497317"/>
                    </a:lnTo>
                    <a:lnTo>
                      <a:pt x="797714" y="1493335"/>
                    </a:lnTo>
                    <a:lnTo>
                      <a:pt x="797188" y="1489088"/>
                    </a:lnTo>
                    <a:lnTo>
                      <a:pt x="796925" y="1485107"/>
                    </a:lnTo>
                    <a:lnTo>
                      <a:pt x="797188" y="1480594"/>
                    </a:lnTo>
                    <a:lnTo>
                      <a:pt x="797714" y="1476612"/>
                    </a:lnTo>
                    <a:lnTo>
                      <a:pt x="797977" y="1472365"/>
                    </a:lnTo>
                    <a:lnTo>
                      <a:pt x="798765" y="1468384"/>
                    </a:lnTo>
                    <a:lnTo>
                      <a:pt x="799554" y="1464667"/>
                    </a:lnTo>
                    <a:lnTo>
                      <a:pt x="800605" y="1460420"/>
                    </a:lnTo>
                    <a:lnTo>
                      <a:pt x="801920" y="1456704"/>
                    </a:lnTo>
                    <a:lnTo>
                      <a:pt x="803497" y="1452988"/>
                    </a:lnTo>
                    <a:lnTo>
                      <a:pt x="805074" y="1449537"/>
                    </a:lnTo>
                    <a:lnTo>
                      <a:pt x="806914" y="1446086"/>
                    </a:lnTo>
                    <a:lnTo>
                      <a:pt x="808754" y="1442636"/>
                    </a:lnTo>
                    <a:lnTo>
                      <a:pt x="810857" y="1439185"/>
                    </a:lnTo>
                    <a:lnTo>
                      <a:pt x="815589" y="1432814"/>
                    </a:lnTo>
                    <a:lnTo>
                      <a:pt x="820583" y="1427240"/>
                    </a:lnTo>
                    <a:lnTo>
                      <a:pt x="826629" y="1421931"/>
                    </a:lnTo>
                    <a:lnTo>
                      <a:pt x="832675" y="1417153"/>
                    </a:lnTo>
                    <a:lnTo>
                      <a:pt x="835829" y="1415030"/>
                    </a:lnTo>
                    <a:lnTo>
                      <a:pt x="839247" y="1412906"/>
                    </a:lnTo>
                    <a:lnTo>
                      <a:pt x="842664" y="1411048"/>
                    </a:lnTo>
                    <a:lnTo>
                      <a:pt x="846607" y="1409455"/>
                    </a:lnTo>
                    <a:lnTo>
                      <a:pt x="850287" y="1408393"/>
                    </a:lnTo>
                    <a:lnTo>
                      <a:pt x="853967" y="1406801"/>
                    </a:lnTo>
                    <a:lnTo>
                      <a:pt x="857647" y="1405739"/>
                    </a:lnTo>
                    <a:lnTo>
                      <a:pt x="861853" y="1404943"/>
                    </a:lnTo>
                    <a:lnTo>
                      <a:pt x="865796" y="1404146"/>
                    </a:lnTo>
                    <a:lnTo>
                      <a:pt x="869739" y="1403616"/>
                    </a:lnTo>
                    <a:lnTo>
                      <a:pt x="873945" y="1403350"/>
                    </a:lnTo>
                    <a:close/>
                    <a:moveTo>
                      <a:pt x="1480345" y="795338"/>
                    </a:moveTo>
                    <a:lnTo>
                      <a:pt x="1484857" y="795603"/>
                    </a:lnTo>
                    <a:lnTo>
                      <a:pt x="1488839" y="795869"/>
                    </a:lnTo>
                    <a:lnTo>
                      <a:pt x="1493086" y="796134"/>
                    </a:lnTo>
                    <a:lnTo>
                      <a:pt x="1497068" y="797196"/>
                    </a:lnTo>
                    <a:lnTo>
                      <a:pt x="1500784" y="797727"/>
                    </a:lnTo>
                    <a:lnTo>
                      <a:pt x="1505031" y="799054"/>
                    </a:lnTo>
                    <a:lnTo>
                      <a:pt x="1508747" y="800381"/>
                    </a:lnTo>
                    <a:lnTo>
                      <a:pt x="1512198" y="801974"/>
                    </a:lnTo>
                    <a:lnTo>
                      <a:pt x="1515914" y="803567"/>
                    </a:lnTo>
                    <a:lnTo>
                      <a:pt x="1519365" y="805425"/>
                    </a:lnTo>
                    <a:lnTo>
                      <a:pt x="1522816" y="807283"/>
                    </a:lnTo>
                    <a:lnTo>
                      <a:pt x="1526266" y="809406"/>
                    </a:lnTo>
                    <a:lnTo>
                      <a:pt x="1532637" y="814184"/>
                    </a:lnTo>
                    <a:lnTo>
                      <a:pt x="1538211" y="819228"/>
                    </a:lnTo>
                    <a:lnTo>
                      <a:pt x="1543520" y="825068"/>
                    </a:lnTo>
                    <a:lnTo>
                      <a:pt x="1548298" y="831438"/>
                    </a:lnTo>
                    <a:lnTo>
                      <a:pt x="1550422" y="834624"/>
                    </a:lnTo>
                    <a:lnTo>
                      <a:pt x="1552545" y="838074"/>
                    </a:lnTo>
                    <a:lnTo>
                      <a:pt x="1554403" y="841791"/>
                    </a:lnTo>
                    <a:lnTo>
                      <a:pt x="1555996" y="845241"/>
                    </a:lnTo>
                    <a:lnTo>
                      <a:pt x="1557589" y="848958"/>
                    </a:lnTo>
                    <a:lnTo>
                      <a:pt x="1558650" y="852939"/>
                    </a:lnTo>
                    <a:lnTo>
                      <a:pt x="1559712" y="856655"/>
                    </a:lnTo>
                    <a:lnTo>
                      <a:pt x="1560509" y="860637"/>
                    </a:lnTo>
                    <a:lnTo>
                      <a:pt x="1561305" y="864884"/>
                    </a:lnTo>
                    <a:lnTo>
                      <a:pt x="1561836" y="868866"/>
                    </a:lnTo>
                    <a:lnTo>
                      <a:pt x="1562101" y="872847"/>
                    </a:lnTo>
                    <a:lnTo>
                      <a:pt x="1562101" y="877094"/>
                    </a:lnTo>
                    <a:lnTo>
                      <a:pt x="1562101" y="881342"/>
                    </a:lnTo>
                    <a:lnTo>
                      <a:pt x="1561836" y="885589"/>
                    </a:lnTo>
                    <a:lnTo>
                      <a:pt x="1561305" y="889570"/>
                    </a:lnTo>
                    <a:lnTo>
                      <a:pt x="1560509" y="893817"/>
                    </a:lnTo>
                    <a:lnTo>
                      <a:pt x="1559712" y="897534"/>
                    </a:lnTo>
                    <a:lnTo>
                      <a:pt x="1558650" y="901515"/>
                    </a:lnTo>
                    <a:lnTo>
                      <a:pt x="1557589" y="905497"/>
                    </a:lnTo>
                    <a:lnTo>
                      <a:pt x="1555996" y="908948"/>
                    </a:lnTo>
                    <a:lnTo>
                      <a:pt x="1554403" y="912664"/>
                    </a:lnTo>
                    <a:lnTo>
                      <a:pt x="1552545" y="916115"/>
                    </a:lnTo>
                    <a:lnTo>
                      <a:pt x="1550422" y="919565"/>
                    </a:lnTo>
                    <a:lnTo>
                      <a:pt x="1548298" y="923016"/>
                    </a:lnTo>
                    <a:lnTo>
                      <a:pt x="1543520" y="929387"/>
                    </a:lnTo>
                    <a:lnTo>
                      <a:pt x="1538211" y="934961"/>
                    </a:lnTo>
                    <a:lnTo>
                      <a:pt x="1532637" y="940270"/>
                    </a:lnTo>
                    <a:lnTo>
                      <a:pt x="1526266" y="945048"/>
                    </a:lnTo>
                    <a:lnTo>
                      <a:pt x="1522816" y="947171"/>
                    </a:lnTo>
                    <a:lnTo>
                      <a:pt x="1519365" y="949030"/>
                    </a:lnTo>
                    <a:lnTo>
                      <a:pt x="1515914" y="950888"/>
                    </a:lnTo>
                    <a:lnTo>
                      <a:pt x="1512198" y="952480"/>
                    </a:lnTo>
                    <a:lnTo>
                      <a:pt x="1508747" y="953808"/>
                    </a:lnTo>
                    <a:lnTo>
                      <a:pt x="1505031" y="955400"/>
                    </a:lnTo>
                    <a:lnTo>
                      <a:pt x="1500784" y="956197"/>
                    </a:lnTo>
                    <a:lnTo>
                      <a:pt x="1497068" y="957258"/>
                    </a:lnTo>
                    <a:lnTo>
                      <a:pt x="1493086" y="957789"/>
                    </a:lnTo>
                    <a:lnTo>
                      <a:pt x="1488839" y="958586"/>
                    </a:lnTo>
                    <a:lnTo>
                      <a:pt x="1484857" y="958851"/>
                    </a:lnTo>
                    <a:lnTo>
                      <a:pt x="1480345" y="958851"/>
                    </a:lnTo>
                    <a:lnTo>
                      <a:pt x="1476363" y="958851"/>
                    </a:lnTo>
                    <a:lnTo>
                      <a:pt x="1472116" y="958586"/>
                    </a:lnTo>
                    <a:lnTo>
                      <a:pt x="1468134" y="957789"/>
                    </a:lnTo>
                    <a:lnTo>
                      <a:pt x="1464153" y="957258"/>
                    </a:lnTo>
                    <a:lnTo>
                      <a:pt x="1459906" y="956197"/>
                    </a:lnTo>
                    <a:lnTo>
                      <a:pt x="1456189" y="955400"/>
                    </a:lnTo>
                    <a:lnTo>
                      <a:pt x="1452473" y="953808"/>
                    </a:lnTo>
                    <a:lnTo>
                      <a:pt x="1448757" y="952480"/>
                    </a:lnTo>
                    <a:lnTo>
                      <a:pt x="1445306" y="950888"/>
                    </a:lnTo>
                    <a:lnTo>
                      <a:pt x="1441325" y="949030"/>
                    </a:lnTo>
                    <a:lnTo>
                      <a:pt x="1437874" y="947171"/>
                    </a:lnTo>
                    <a:lnTo>
                      <a:pt x="1434954" y="945048"/>
                    </a:lnTo>
                    <a:lnTo>
                      <a:pt x="1428583" y="940270"/>
                    </a:lnTo>
                    <a:lnTo>
                      <a:pt x="1422478" y="934961"/>
                    </a:lnTo>
                    <a:lnTo>
                      <a:pt x="1417435" y="929387"/>
                    </a:lnTo>
                    <a:lnTo>
                      <a:pt x="1412922" y="923016"/>
                    </a:lnTo>
                    <a:lnTo>
                      <a:pt x="1410533" y="919565"/>
                    </a:lnTo>
                    <a:lnTo>
                      <a:pt x="1408675" y="916115"/>
                    </a:lnTo>
                    <a:lnTo>
                      <a:pt x="1406817" y="912664"/>
                    </a:lnTo>
                    <a:lnTo>
                      <a:pt x="1405224" y="908948"/>
                    </a:lnTo>
                    <a:lnTo>
                      <a:pt x="1403632" y="905497"/>
                    </a:lnTo>
                    <a:lnTo>
                      <a:pt x="1402304" y="901515"/>
                    </a:lnTo>
                    <a:lnTo>
                      <a:pt x="1401243" y="897534"/>
                    </a:lnTo>
                    <a:lnTo>
                      <a:pt x="1400446" y="893817"/>
                    </a:lnTo>
                    <a:lnTo>
                      <a:pt x="1399650" y="889570"/>
                    </a:lnTo>
                    <a:lnTo>
                      <a:pt x="1399385" y="885589"/>
                    </a:lnTo>
                    <a:lnTo>
                      <a:pt x="1398854" y="881342"/>
                    </a:lnTo>
                    <a:lnTo>
                      <a:pt x="1398588" y="877094"/>
                    </a:lnTo>
                    <a:lnTo>
                      <a:pt x="1398854" y="872847"/>
                    </a:lnTo>
                    <a:lnTo>
                      <a:pt x="1399385" y="868866"/>
                    </a:lnTo>
                    <a:lnTo>
                      <a:pt x="1399650" y="864884"/>
                    </a:lnTo>
                    <a:lnTo>
                      <a:pt x="1400446" y="860637"/>
                    </a:lnTo>
                    <a:lnTo>
                      <a:pt x="1401243" y="856655"/>
                    </a:lnTo>
                    <a:lnTo>
                      <a:pt x="1402304" y="852939"/>
                    </a:lnTo>
                    <a:lnTo>
                      <a:pt x="1403632" y="848958"/>
                    </a:lnTo>
                    <a:lnTo>
                      <a:pt x="1405224" y="845241"/>
                    </a:lnTo>
                    <a:lnTo>
                      <a:pt x="1406817" y="841791"/>
                    </a:lnTo>
                    <a:lnTo>
                      <a:pt x="1408675" y="838074"/>
                    </a:lnTo>
                    <a:lnTo>
                      <a:pt x="1410533" y="834624"/>
                    </a:lnTo>
                    <a:lnTo>
                      <a:pt x="1412922" y="831438"/>
                    </a:lnTo>
                    <a:lnTo>
                      <a:pt x="1417435" y="825068"/>
                    </a:lnTo>
                    <a:lnTo>
                      <a:pt x="1422478" y="819228"/>
                    </a:lnTo>
                    <a:lnTo>
                      <a:pt x="1428583" y="814184"/>
                    </a:lnTo>
                    <a:lnTo>
                      <a:pt x="1434954" y="809406"/>
                    </a:lnTo>
                    <a:lnTo>
                      <a:pt x="1437874" y="807283"/>
                    </a:lnTo>
                    <a:lnTo>
                      <a:pt x="1441325" y="805425"/>
                    </a:lnTo>
                    <a:lnTo>
                      <a:pt x="1445306" y="803567"/>
                    </a:lnTo>
                    <a:lnTo>
                      <a:pt x="1448757" y="801974"/>
                    </a:lnTo>
                    <a:lnTo>
                      <a:pt x="1452473" y="800381"/>
                    </a:lnTo>
                    <a:lnTo>
                      <a:pt x="1456189" y="799054"/>
                    </a:lnTo>
                    <a:lnTo>
                      <a:pt x="1459906" y="797727"/>
                    </a:lnTo>
                    <a:lnTo>
                      <a:pt x="1464153" y="797196"/>
                    </a:lnTo>
                    <a:lnTo>
                      <a:pt x="1468134" y="796134"/>
                    </a:lnTo>
                    <a:lnTo>
                      <a:pt x="1472116" y="795869"/>
                    </a:lnTo>
                    <a:lnTo>
                      <a:pt x="1476363" y="795603"/>
                    </a:lnTo>
                    <a:lnTo>
                      <a:pt x="1480345" y="795338"/>
                    </a:lnTo>
                    <a:close/>
                    <a:moveTo>
                      <a:pt x="876984" y="177800"/>
                    </a:moveTo>
                    <a:lnTo>
                      <a:pt x="883326" y="178065"/>
                    </a:lnTo>
                    <a:lnTo>
                      <a:pt x="889669" y="179124"/>
                    </a:lnTo>
                    <a:lnTo>
                      <a:pt x="895482" y="180713"/>
                    </a:lnTo>
                    <a:lnTo>
                      <a:pt x="901032" y="182832"/>
                    </a:lnTo>
                    <a:lnTo>
                      <a:pt x="906581" y="185215"/>
                    </a:lnTo>
                    <a:lnTo>
                      <a:pt x="911867" y="188393"/>
                    </a:lnTo>
                    <a:lnTo>
                      <a:pt x="916359" y="191836"/>
                    </a:lnTo>
                    <a:lnTo>
                      <a:pt x="920851" y="196074"/>
                    </a:lnTo>
                    <a:lnTo>
                      <a:pt x="924815" y="200311"/>
                    </a:lnTo>
                    <a:lnTo>
                      <a:pt x="928251" y="205078"/>
                    </a:lnTo>
                    <a:lnTo>
                      <a:pt x="931422" y="210375"/>
                    </a:lnTo>
                    <a:lnTo>
                      <a:pt x="934065" y="215672"/>
                    </a:lnTo>
                    <a:lnTo>
                      <a:pt x="936179" y="221498"/>
                    </a:lnTo>
                    <a:lnTo>
                      <a:pt x="937764" y="227325"/>
                    </a:lnTo>
                    <a:lnTo>
                      <a:pt x="938821" y="233681"/>
                    </a:lnTo>
                    <a:lnTo>
                      <a:pt x="939086" y="240037"/>
                    </a:lnTo>
                    <a:lnTo>
                      <a:pt x="939086" y="766534"/>
                    </a:lnTo>
                    <a:lnTo>
                      <a:pt x="945956" y="770772"/>
                    </a:lnTo>
                    <a:lnTo>
                      <a:pt x="952827" y="775539"/>
                    </a:lnTo>
                    <a:lnTo>
                      <a:pt x="959169" y="780835"/>
                    </a:lnTo>
                    <a:lnTo>
                      <a:pt x="964983" y="786397"/>
                    </a:lnTo>
                    <a:lnTo>
                      <a:pt x="971061" y="792488"/>
                    </a:lnTo>
                    <a:lnTo>
                      <a:pt x="976082" y="798844"/>
                    </a:lnTo>
                    <a:lnTo>
                      <a:pt x="980839" y="805465"/>
                    </a:lnTo>
                    <a:lnTo>
                      <a:pt x="985331" y="812351"/>
                    </a:lnTo>
                    <a:lnTo>
                      <a:pt x="989295" y="819502"/>
                    </a:lnTo>
                    <a:lnTo>
                      <a:pt x="992995" y="826917"/>
                    </a:lnTo>
                    <a:lnTo>
                      <a:pt x="995902" y="834862"/>
                    </a:lnTo>
                    <a:lnTo>
                      <a:pt x="998545" y="843072"/>
                    </a:lnTo>
                    <a:lnTo>
                      <a:pt x="1000394" y="851282"/>
                    </a:lnTo>
                    <a:lnTo>
                      <a:pt x="1001980" y="859757"/>
                    </a:lnTo>
                    <a:lnTo>
                      <a:pt x="1002773" y="868497"/>
                    </a:lnTo>
                    <a:lnTo>
                      <a:pt x="1003301" y="877236"/>
                    </a:lnTo>
                    <a:lnTo>
                      <a:pt x="1002773" y="883857"/>
                    </a:lnTo>
                    <a:lnTo>
                      <a:pt x="1002244" y="889948"/>
                    </a:lnTo>
                    <a:lnTo>
                      <a:pt x="1001716" y="896569"/>
                    </a:lnTo>
                    <a:lnTo>
                      <a:pt x="1000394" y="902925"/>
                    </a:lnTo>
                    <a:lnTo>
                      <a:pt x="999073" y="909017"/>
                    </a:lnTo>
                    <a:lnTo>
                      <a:pt x="997223" y="915108"/>
                    </a:lnTo>
                    <a:lnTo>
                      <a:pt x="995373" y="921199"/>
                    </a:lnTo>
                    <a:lnTo>
                      <a:pt x="993259" y="926761"/>
                    </a:lnTo>
                    <a:lnTo>
                      <a:pt x="990352" y="932322"/>
                    </a:lnTo>
                    <a:lnTo>
                      <a:pt x="987445" y="938149"/>
                    </a:lnTo>
                    <a:lnTo>
                      <a:pt x="984803" y="943446"/>
                    </a:lnTo>
                    <a:lnTo>
                      <a:pt x="981367" y="948478"/>
                    </a:lnTo>
                    <a:lnTo>
                      <a:pt x="977932" y="953509"/>
                    </a:lnTo>
                    <a:lnTo>
                      <a:pt x="973968" y="958541"/>
                    </a:lnTo>
                    <a:lnTo>
                      <a:pt x="970004" y="962779"/>
                    </a:lnTo>
                    <a:lnTo>
                      <a:pt x="965512" y="967281"/>
                    </a:lnTo>
                    <a:lnTo>
                      <a:pt x="961284" y="971783"/>
                    </a:lnTo>
                    <a:lnTo>
                      <a:pt x="956527" y="975756"/>
                    </a:lnTo>
                    <a:lnTo>
                      <a:pt x="951770" y="979464"/>
                    </a:lnTo>
                    <a:lnTo>
                      <a:pt x="946749" y="982906"/>
                    </a:lnTo>
                    <a:lnTo>
                      <a:pt x="941728" y="986349"/>
                    </a:lnTo>
                    <a:lnTo>
                      <a:pt x="936443" y="989527"/>
                    </a:lnTo>
                    <a:lnTo>
                      <a:pt x="930893" y="992441"/>
                    </a:lnTo>
                    <a:lnTo>
                      <a:pt x="925344" y="994824"/>
                    </a:lnTo>
                    <a:lnTo>
                      <a:pt x="919530" y="996943"/>
                    </a:lnTo>
                    <a:lnTo>
                      <a:pt x="913716" y="999062"/>
                    </a:lnTo>
                    <a:lnTo>
                      <a:pt x="907374" y="1000915"/>
                    </a:lnTo>
                    <a:lnTo>
                      <a:pt x="901560" y="1001975"/>
                    </a:lnTo>
                    <a:lnTo>
                      <a:pt x="895218" y="1003299"/>
                    </a:lnTo>
                    <a:lnTo>
                      <a:pt x="888611" y="1004358"/>
                    </a:lnTo>
                    <a:lnTo>
                      <a:pt x="882269" y="1004623"/>
                    </a:lnTo>
                    <a:lnTo>
                      <a:pt x="875663" y="1004888"/>
                    </a:lnTo>
                    <a:lnTo>
                      <a:pt x="866678" y="1004623"/>
                    </a:lnTo>
                    <a:lnTo>
                      <a:pt x="857693" y="1003564"/>
                    </a:lnTo>
                    <a:lnTo>
                      <a:pt x="849236" y="1001975"/>
                    </a:lnTo>
                    <a:lnTo>
                      <a:pt x="840780" y="999856"/>
                    </a:lnTo>
                    <a:lnTo>
                      <a:pt x="832324" y="997473"/>
                    </a:lnTo>
                    <a:lnTo>
                      <a:pt x="824396" y="994030"/>
                    </a:lnTo>
                    <a:lnTo>
                      <a:pt x="816732" y="990587"/>
                    </a:lnTo>
                    <a:lnTo>
                      <a:pt x="809333" y="986084"/>
                    </a:lnTo>
                    <a:lnTo>
                      <a:pt x="802198" y="981317"/>
                    </a:lnTo>
                    <a:lnTo>
                      <a:pt x="795591" y="976286"/>
                    </a:lnTo>
                    <a:lnTo>
                      <a:pt x="788984" y="970724"/>
                    </a:lnTo>
                    <a:lnTo>
                      <a:pt x="783170" y="964633"/>
                    </a:lnTo>
                    <a:lnTo>
                      <a:pt x="777357" y="958541"/>
                    </a:lnTo>
                    <a:lnTo>
                      <a:pt x="772600" y="951920"/>
                    </a:lnTo>
                    <a:lnTo>
                      <a:pt x="767843" y="944770"/>
                    </a:lnTo>
                    <a:lnTo>
                      <a:pt x="763351" y="937354"/>
                    </a:lnTo>
                    <a:lnTo>
                      <a:pt x="413204" y="937354"/>
                    </a:lnTo>
                    <a:lnTo>
                      <a:pt x="406597" y="937090"/>
                    </a:lnTo>
                    <a:lnTo>
                      <a:pt x="400519" y="936295"/>
                    </a:lnTo>
                    <a:lnTo>
                      <a:pt x="394705" y="934706"/>
                    </a:lnTo>
                    <a:lnTo>
                      <a:pt x="388627" y="932322"/>
                    </a:lnTo>
                    <a:lnTo>
                      <a:pt x="383342" y="929939"/>
                    </a:lnTo>
                    <a:lnTo>
                      <a:pt x="378321" y="926761"/>
                    </a:lnTo>
                    <a:lnTo>
                      <a:pt x="373564" y="923053"/>
                    </a:lnTo>
                    <a:lnTo>
                      <a:pt x="368808" y="919345"/>
                    </a:lnTo>
                    <a:lnTo>
                      <a:pt x="365108" y="914843"/>
                    </a:lnTo>
                    <a:lnTo>
                      <a:pt x="361408" y="909811"/>
                    </a:lnTo>
                    <a:lnTo>
                      <a:pt x="358237" y="904779"/>
                    </a:lnTo>
                    <a:lnTo>
                      <a:pt x="355859" y="899483"/>
                    </a:lnTo>
                    <a:lnTo>
                      <a:pt x="353480" y="893921"/>
                    </a:lnTo>
                    <a:lnTo>
                      <a:pt x="352159" y="887830"/>
                    </a:lnTo>
                    <a:lnTo>
                      <a:pt x="351102" y="881474"/>
                    </a:lnTo>
                    <a:lnTo>
                      <a:pt x="350838" y="875382"/>
                    </a:lnTo>
                    <a:lnTo>
                      <a:pt x="351102" y="868761"/>
                    </a:lnTo>
                    <a:lnTo>
                      <a:pt x="352159" y="862670"/>
                    </a:lnTo>
                    <a:lnTo>
                      <a:pt x="353480" y="856844"/>
                    </a:lnTo>
                    <a:lnTo>
                      <a:pt x="355859" y="850752"/>
                    </a:lnTo>
                    <a:lnTo>
                      <a:pt x="358237" y="845456"/>
                    </a:lnTo>
                    <a:lnTo>
                      <a:pt x="361408" y="840424"/>
                    </a:lnTo>
                    <a:lnTo>
                      <a:pt x="365108" y="835392"/>
                    </a:lnTo>
                    <a:lnTo>
                      <a:pt x="368808" y="831154"/>
                    </a:lnTo>
                    <a:lnTo>
                      <a:pt x="373564" y="827447"/>
                    </a:lnTo>
                    <a:lnTo>
                      <a:pt x="378321" y="823474"/>
                    </a:lnTo>
                    <a:lnTo>
                      <a:pt x="383342" y="820296"/>
                    </a:lnTo>
                    <a:lnTo>
                      <a:pt x="388627" y="817913"/>
                    </a:lnTo>
                    <a:lnTo>
                      <a:pt x="394705" y="815794"/>
                    </a:lnTo>
                    <a:lnTo>
                      <a:pt x="400519" y="814205"/>
                    </a:lnTo>
                    <a:lnTo>
                      <a:pt x="406597" y="813146"/>
                    </a:lnTo>
                    <a:lnTo>
                      <a:pt x="413204" y="812881"/>
                    </a:lnTo>
                    <a:lnTo>
                      <a:pt x="765465" y="812881"/>
                    </a:lnTo>
                    <a:lnTo>
                      <a:pt x="770222" y="805730"/>
                    </a:lnTo>
                    <a:lnTo>
                      <a:pt x="775507" y="798579"/>
                    </a:lnTo>
                    <a:lnTo>
                      <a:pt x="780792" y="791959"/>
                    </a:lnTo>
                    <a:lnTo>
                      <a:pt x="786870" y="785602"/>
                    </a:lnTo>
                    <a:lnTo>
                      <a:pt x="793477" y="779511"/>
                    </a:lnTo>
                    <a:lnTo>
                      <a:pt x="800348" y="774214"/>
                    </a:lnTo>
                    <a:lnTo>
                      <a:pt x="807483" y="769183"/>
                    </a:lnTo>
                    <a:lnTo>
                      <a:pt x="815147" y="764945"/>
                    </a:lnTo>
                    <a:lnTo>
                      <a:pt x="815147" y="240037"/>
                    </a:lnTo>
                    <a:lnTo>
                      <a:pt x="815411" y="233681"/>
                    </a:lnTo>
                    <a:lnTo>
                      <a:pt x="816204" y="227325"/>
                    </a:lnTo>
                    <a:lnTo>
                      <a:pt x="817789" y="221498"/>
                    </a:lnTo>
                    <a:lnTo>
                      <a:pt x="819639" y="215672"/>
                    </a:lnTo>
                    <a:lnTo>
                      <a:pt x="822546" y="210375"/>
                    </a:lnTo>
                    <a:lnTo>
                      <a:pt x="825717" y="205078"/>
                    </a:lnTo>
                    <a:lnTo>
                      <a:pt x="829153" y="200311"/>
                    </a:lnTo>
                    <a:lnTo>
                      <a:pt x="833116" y="196074"/>
                    </a:lnTo>
                    <a:lnTo>
                      <a:pt x="837609" y="191836"/>
                    </a:lnTo>
                    <a:lnTo>
                      <a:pt x="842366" y="188393"/>
                    </a:lnTo>
                    <a:lnTo>
                      <a:pt x="847387" y="185215"/>
                    </a:lnTo>
                    <a:lnTo>
                      <a:pt x="852936" y="182832"/>
                    </a:lnTo>
                    <a:lnTo>
                      <a:pt x="858486" y="180713"/>
                    </a:lnTo>
                    <a:lnTo>
                      <a:pt x="864564" y="179124"/>
                    </a:lnTo>
                    <a:lnTo>
                      <a:pt x="870642" y="178065"/>
                    </a:lnTo>
                    <a:lnTo>
                      <a:pt x="876984" y="177800"/>
                    </a:lnTo>
                    <a:close/>
                    <a:moveTo>
                      <a:pt x="856991" y="124392"/>
                    </a:moveTo>
                    <a:lnTo>
                      <a:pt x="837683" y="125450"/>
                    </a:lnTo>
                    <a:lnTo>
                      <a:pt x="818374" y="126774"/>
                    </a:lnTo>
                    <a:lnTo>
                      <a:pt x="799594" y="128362"/>
                    </a:lnTo>
                    <a:lnTo>
                      <a:pt x="780550" y="130479"/>
                    </a:lnTo>
                    <a:lnTo>
                      <a:pt x="762034" y="132861"/>
                    </a:lnTo>
                    <a:lnTo>
                      <a:pt x="743255" y="136037"/>
                    </a:lnTo>
                    <a:lnTo>
                      <a:pt x="725004" y="139478"/>
                    </a:lnTo>
                    <a:lnTo>
                      <a:pt x="706489" y="143712"/>
                    </a:lnTo>
                    <a:lnTo>
                      <a:pt x="688502" y="147947"/>
                    </a:lnTo>
                    <a:lnTo>
                      <a:pt x="670516" y="152975"/>
                    </a:lnTo>
                    <a:lnTo>
                      <a:pt x="653059" y="158269"/>
                    </a:lnTo>
                    <a:lnTo>
                      <a:pt x="635337" y="164091"/>
                    </a:lnTo>
                    <a:lnTo>
                      <a:pt x="617880" y="169914"/>
                    </a:lnTo>
                    <a:lnTo>
                      <a:pt x="600687" y="176530"/>
                    </a:lnTo>
                    <a:lnTo>
                      <a:pt x="583759" y="183412"/>
                    </a:lnTo>
                    <a:lnTo>
                      <a:pt x="567095" y="191087"/>
                    </a:lnTo>
                    <a:lnTo>
                      <a:pt x="550432" y="198762"/>
                    </a:lnTo>
                    <a:lnTo>
                      <a:pt x="534297" y="206967"/>
                    </a:lnTo>
                    <a:lnTo>
                      <a:pt x="517898" y="215436"/>
                    </a:lnTo>
                    <a:lnTo>
                      <a:pt x="502292" y="224170"/>
                    </a:lnTo>
                    <a:lnTo>
                      <a:pt x="486686" y="233698"/>
                    </a:lnTo>
                    <a:lnTo>
                      <a:pt x="471345" y="242961"/>
                    </a:lnTo>
                    <a:lnTo>
                      <a:pt x="456268" y="253018"/>
                    </a:lnTo>
                    <a:lnTo>
                      <a:pt x="441192" y="263340"/>
                    </a:lnTo>
                    <a:lnTo>
                      <a:pt x="426379" y="274191"/>
                    </a:lnTo>
                    <a:lnTo>
                      <a:pt x="412361" y="285042"/>
                    </a:lnTo>
                    <a:lnTo>
                      <a:pt x="398342" y="296423"/>
                    </a:lnTo>
                    <a:lnTo>
                      <a:pt x="384588" y="308333"/>
                    </a:lnTo>
                    <a:lnTo>
                      <a:pt x="371098" y="320243"/>
                    </a:lnTo>
                    <a:lnTo>
                      <a:pt x="357608" y="332417"/>
                    </a:lnTo>
                    <a:lnTo>
                      <a:pt x="344648" y="344856"/>
                    </a:lnTo>
                    <a:lnTo>
                      <a:pt x="332216" y="358089"/>
                    </a:lnTo>
                    <a:lnTo>
                      <a:pt x="319784" y="371323"/>
                    </a:lnTo>
                    <a:lnTo>
                      <a:pt x="307617" y="384820"/>
                    </a:lnTo>
                    <a:lnTo>
                      <a:pt x="295979" y="398583"/>
                    </a:lnTo>
                    <a:lnTo>
                      <a:pt x="284870" y="412610"/>
                    </a:lnTo>
                    <a:lnTo>
                      <a:pt x="273761" y="427167"/>
                    </a:lnTo>
                    <a:lnTo>
                      <a:pt x="263181" y="441458"/>
                    </a:lnTo>
                    <a:lnTo>
                      <a:pt x="252865" y="456544"/>
                    </a:lnTo>
                    <a:lnTo>
                      <a:pt x="242814" y="471630"/>
                    </a:lnTo>
                    <a:lnTo>
                      <a:pt x="233027" y="486980"/>
                    </a:lnTo>
                    <a:lnTo>
                      <a:pt x="224034" y="502596"/>
                    </a:lnTo>
                    <a:lnTo>
                      <a:pt x="215041" y="518740"/>
                    </a:lnTo>
                    <a:lnTo>
                      <a:pt x="206577" y="534620"/>
                    </a:lnTo>
                    <a:lnTo>
                      <a:pt x="198377" y="551029"/>
                    </a:lnTo>
                    <a:lnTo>
                      <a:pt x="190707" y="567438"/>
                    </a:lnTo>
                    <a:lnTo>
                      <a:pt x="183301" y="584112"/>
                    </a:lnTo>
                    <a:lnTo>
                      <a:pt x="176424" y="601315"/>
                    </a:lnTo>
                    <a:lnTo>
                      <a:pt x="169811" y="618253"/>
                    </a:lnTo>
                    <a:lnTo>
                      <a:pt x="163992" y="635986"/>
                    </a:lnTo>
                    <a:lnTo>
                      <a:pt x="157908" y="653454"/>
                    </a:lnTo>
                    <a:lnTo>
                      <a:pt x="152883" y="670921"/>
                    </a:lnTo>
                    <a:lnTo>
                      <a:pt x="147857" y="689183"/>
                    </a:lnTo>
                    <a:lnTo>
                      <a:pt x="143625" y="707180"/>
                    </a:lnTo>
                    <a:lnTo>
                      <a:pt x="139393" y="725707"/>
                    </a:lnTo>
                    <a:lnTo>
                      <a:pt x="135955" y="743704"/>
                    </a:lnTo>
                    <a:lnTo>
                      <a:pt x="132781" y="762495"/>
                    </a:lnTo>
                    <a:lnTo>
                      <a:pt x="130400" y="781551"/>
                    </a:lnTo>
                    <a:lnTo>
                      <a:pt x="128019" y="800342"/>
                    </a:lnTo>
                    <a:lnTo>
                      <a:pt x="126168" y="819133"/>
                    </a:lnTo>
                    <a:lnTo>
                      <a:pt x="125110" y="838189"/>
                    </a:lnTo>
                    <a:lnTo>
                      <a:pt x="124316" y="857509"/>
                    </a:lnTo>
                    <a:lnTo>
                      <a:pt x="124052" y="877094"/>
                    </a:lnTo>
                    <a:lnTo>
                      <a:pt x="124316" y="896414"/>
                    </a:lnTo>
                    <a:lnTo>
                      <a:pt x="125110" y="915735"/>
                    </a:lnTo>
                    <a:lnTo>
                      <a:pt x="126168" y="934791"/>
                    </a:lnTo>
                    <a:lnTo>
                      <a:pt x="128019" y="953846"/>
                    </a:lnTo>
                    <a:lnTo>
                      <a:pt x="130400" y="972637"/>
                    </a:lnTo>
                    <a:lnTo>
                      <a:pt x="132781" y="991428"/>
                    </a:lnTo>
                    <a:lnTo>
                      <a:pt x="135955" y="1009955"/>
                    </a:lnTo>
                    <a:lnTo>
                      <a:pt x="139393" y="1028481"/>
                    </a:lnTo>
                    <a:lnTo>
                      <a:pt x="143625" y="1046743"/>
                    </a:lnTo>
                    <a:lnTo>
                      <a:pt x="147857" y="1065005"/>
                    </a:lnTo>
                    <a:lnTo>
                      <a:pt x="152883" y="1082737"/>
                    </a:lnTo>
                    <a:lnTo>
                      <a:pt x="157908" y="1100734"/>
                    </a:lnTo>
                    <a:lnTo>
                      <a:pt x="163992" y="1118202"/>
                    </a:lnTo>
                    <a:lnTo>
                      <a:pt x="169811" y="1135405"/>
                    </a:lnTo>
                    <a:lnTo>
                      <a:pt x="176424" y="1152608"/>
                    </a:lnTo>
                    <a:lnTo>
                      <a:pt x="183301" y="1169547"/>
                    </a:lnTo>
                    <a:lnTo>
                      <a:pt x="190707" y="1186485"/>
                    </a:lnTo>
                    <a:lnTo>
                      <a:pt x="198377" y="1203159"/>
                    </a:lnTo>
                    <a:lnTo>
                      <a:pt x="206577" y="1219568"/>
                    </a:lnTo>
                    <a:lnTo>
                      <a:pt x="215041" y="1235448"/>
                    </a:lnTo>
                    <a:lnTo>
                      <a:pt x="224034" y="1251592"/>
                    </a:lnTo>
                    <a:lnTo>
                      <a:pt x="233027" y="1267208"/>
                    </a:lnTo>
                    <a:lnTo>
                      <a:pt x="242814" y="1282558"/>
                    </a:lnTo>
                    <a:lnTo>
                      <a:pt x="252865" y="1297644"/>
                    </a:lnTo>
                    <a:lnTo>
                      <a:pt x="263181" y="1312200"/>
                    </a:lnTo>
                    <a:lnTo>
                      <a:pt x="273761" y="1327021"/>
                    </a:lnTo>
                    <a:lnTo>
                      <a:pt x="284870" y="1341578"/>
                    </a:lnTo>
                    <a:lnTo>
                      <a:pt x="295979" y="1355605"/>
                    </a:lnTo>
                    <a:lnTo>
                      <a:pt x="307617" y="1369368"/>
                    </a:lnTo>
                    <a:lnTo>
                      <a:pt x="319784" y="1382865"/>
                    </a:lnTo>
                    <a:lnTo>
                      <a:pt x="332216" y="1396099"/>
                    </a:lnTo>
                    <a:lnTo>
                      <a:pt x="344648" y="1408803"/>
                    </a:lnTo>
                    <a:lnTo>
                      <a:pt x="357608" y="1421771"/>
                    </a:lnTo>
                    <a:lnTo>
                      <a:pt x="371098" y="1433946"/>
                    </a:lnTo>
                    <a:lnTo>
                      <a:pt x="384588" y="1445855"/>
                    </a:lnTo>
                    <a:lnTo>
                      <a:pt x="398342" y="1457501"/>
                    </a:lnTo>
                    <a:lnTo>
                      <a:pt x="412361" y="1469146"/>
                    </a:lnTo>
                    <a:lnTo>
                      <a:pt x="426379" y="1479997"/>
                    </a:lnTo>
                    <a:lnTo>
                      <a:pt x="441192" y="1490848"/>
                    </a:lnTo>
                    <a:lnTo>
                      <a:pt x="456268" y="1501170"/>
                    </a:lnTo>
                    <a:lnTo>
                      <a:pt x="471345" y="1511227"/>
                    </a:lnTo>
                    <a:lnTo>
                      <a:pt x="486686" y="1520490"/>
                    </a:lnTo>
                    <a:lnTo>
                      <a:pt x="502292" y="1530018"/>
                    </a:lnTo>
                    <a:lnTo>
                      <a:pt x="517898" y="1538752"/>
                    </a:lnTo>
                    <a:lnTo>
                      <a:pt x="534297" y="1547221"/>
                    </a:lnTo>
                    <a:lnTo>
                      <a:pt x="550432" y="1555426"/>
                    </a:lnTo>
                    <a:lnTo>
                      <a:pt x="567095" y="1563101"/>
                    </a:lnTo>
                    <a:lnTo>
                      <a:pt x="583759" y="1570512"/>
                    </a:lnTo>
                    <a:lnTo>
                      <a:pt x="600687" y="1577393"/>
                    </a:lnTo>
                    <a:lnTo>
                      <a:pt x="617880" y="1583745"/>
                    </a:lnTo>
                    <a:lnTo>
                      <a:pt x="635337" y="1590097"/>
                    </a:lnTo>
                    <a:lnTo>
                      <a:pt x="653059" y="1595655"/>
                    </a:lnTo>
                    <a:lnTo>
                      <a:pt x="670516" y="1601213"/>
                    </a:lnTo>
                    <a:lnTo>
                      <a:pt x="688502" y="1605712"/>
                    </a:lnTo>
                    <a:lnTo>
                      <a:pt x="706489" y="1610476"/>
                    </a:lnTo>
                    <a:lnTo>
                      <a:pt x="725004" y="1614181"/>
                    </a:lnTo>
                    <a:lnTo>
                      <a:pt x="743255" y="1618151"/>
                    </a:lnTo>
                    <a:lnTo>
                      <a:pt x="762034" y="1620798"/>
                    </a:lnTo>
                    <a:lnTo>
                      <a:pt x="780550" y="1623709"/>
                    </a:lnTo>
                    <a:lnTo>
                      <a:pt x="799594" y="1625826"/>
                    </a:lnTo>
                    <a:lnTo>
                      <a:pt x="818374" y="1627414"/>
                    </a:lnTo>
                    <a:lnTo>
                      <a:pt x="837683" y="1628738"/>
                    </a:lnTo>
                    <a:lnTo>
                      <a:pt x="856991" y="1629267"/>
                    </a:lnTo>
                    <a:lnTo>
                      <a:pt x="876300" y="1629532"/>
                    </a:lnTo>
                    <a:lnTo>
                      <a:pt x="895873" y="1629267"/>
                    </a:lnTo>
                    <a:lnTo>
                      <a:pt x="914918" y="1628738"/>
                    </a:lnTo>
                    <a:lnTo>
                      <a:pt x="933962" y="1627414"/>
                    </a:lnTo>
                    <a:lnTo>
                      <a:pt x="953271" y="1625826"/>
                    </a:lnTo>
                    <a:lnTo>
                      <a:pt x="972050" y="1623709"/>
                    </a:lnTo>
                    <a:lnTo>
                      <a:pt x="990830" y="1620798"/>
                    </a:lnTo>
                    <a:lnTo>
                      <a:pt x="1009345" y="1618151"/>
                    </a:lnTo>
                    <a:lnTo>
                      <a:pt x="1027861" y="1614181"/>
                    </a:lnTo>
                    <a:lnTo>
                      <a:pt x="1045847" y="1610476"/>
                    </a:lnTo>
                    <a:lnTo>
                      <a:pt x="1064098" y="1605712"/>
                    </a:lnTo>
                    <a:lnTo>
                      <a:pt x="1082084" y="1601213"/>
                    </a:lnTo>
                    <a:lnTo>
                      <a:pt x="1099806" y="1595655"/>
                    </a:lnTo>
                    <a:lnTo>
                      <a:pt x="1117263" y="1590097"/>
                    </a:lnTo>
                    <a:lnTo>
                      <a:pt x="1134720" y="1583745"/>
                    </a:lnTo>
                    <a:lnTo>
                      <a:pt x="1151913" y="1577393"/>
                    </a:lnTo>
                    <a:lnTo>
                      <a:pt x="1168841" y="1570512"/>
                    </a:lnTo>
                    <a:lnTo>
                      <a:pt x="1185769" y="1563101"/>
                    </a:lnTo>
                    <a:lnTo>
                      <a:pt x="1201904" y="1555426"/>
                    </a:lnTo>
                    <a:lnTo>
                      <a:pt x="1218568" y="1547221"/>
                    </a:lnTo>
                    <a:lnTo>
                      <a:pt x="1234702" y="1538752"/>
                    </a:lnTo>
                    <a:lnTo>
                      <a:pt x="1250573" y="1530018"/>
                    </a:lnTo>
                    <a:lnTo>
                      <a:pt x="1265914" y="1520490"/>
                    </a:lnTo>
                    <a:lnTo>
                      <a:pt x="1281255" y="1511227"/>
                    </a:lnTo>
                    <a:lnTo>
                      <a:pt x="1296596" y="1501170"/>
                    </a:lnTo>
                    <a:lnTo>
                      <a:pt x="1311408" y="1490848"/>
                    </a:lnTo>
                    <a:lnTo>
                      <a:pt x="1325956" y="1479997"/>
                    </a:lnTo>
                    <a:lnTo>
                      <a:pt x="1340504" y="1469146"/>
                    </a:lnTo>
                    <a:lnTo>
                      <a:pt x="1354522" y="1457501"/>
                    </a:lnTo>
                    <a:lnTo>
                      <a:pt x="1368277" y="1445855"/>
                    </a:lnTo>
                    <a:lnTo>
                      <a:pt x="1381766" y="1433946"/>
                    </a:lnTo>
                    <a:lnTo>
                      <a:pt x="1394991" y="1421771"/>
                    </a:lnTo>
                    <a:lnTo>
                      <a:pt x="1407952" y="1408803"/>
                    </a:lnTo>
                    <a:lnTo>
                      <a:pt x="1420384" y="1396099"/>
                    </a:lnTo>
                    <a:lnTo>
                      <a:pt x="1432815" y="1382865"/>
                    </a:lnTo>
                    <a:lnTo>
                      <a:pt x="1444718" y="1369368"/>
                    </a:lnTo>
                    <a:lnTo>
                      <a:pt x="1456356" y="1355605"/>
                    </a:lnTo>
                    <a:lnTo>
                      <a:pt x="1467730" y="1341578"/>
                    </a:lnTo>
                    <a:lnTo>
                      <a:pt x="1479104" y="1327021"/>
                    </a:lnTo>
                    <a:lnTo>
                      <a:pt x="1489684" y="1312200"/>
                    </a:lnTo>
                    <a:lnTo>
                      <a:pt x="1499735" y="1297644"/>
                    </a:lnTo>
                    <a:lnTo>
                      <a:pt x="1509786" y="1282558"/>
                    </a:lnTo>
                    <a:lnTo>
                      <a:pt x="1519308" y="1267208"/>
                    </a:lnTo>
                    <a:lnTo>
                      <a:pt x="1528830" y="1251592"/>
                    </a:lnTo>
                    <a:lnTo>
                      <a:pt x="1537559" y="1235448"/>
                    </a:lnTo>
                    <a:lnTo>
                      <a:pt x="1546023" y="1219568"/>
                    </a:lnTo>
                    <a:lnTo>
                      <a:pt x="1554223" y="1203159"/>
                    </a:lnTo>
                    <a:lnTo>
                      <a:pt x="1561893" y="1186485"/>
                    </a:lnTo>
                    <a:lnTo>
                      <a:pt x="1569299" y="1169547"/>
                    </a:lnTo>
                    <a:lnTo>
                      <a:pt x="1576176" y="1152608"/>
                    </a:lnTo>
                    <a:lnTo>
                      <a:pt x="1582789" y="1135405"/>
                    </a:lnTo>
                    <a:lnTo>
                      <a:pt x="1588873" y="1118202"/>
                    </a:lnTo>
                    <a:lnTo>
                      <a:pt x="1594692" y="1100734"/>
                    </a:lnTo>
                    <a:lnTo>
                      <a:pt x="1599982" y="1082737"/>
                    </a:lnTo>
                    <a:lnTo>
                      <a:pt x="1604743" y="1065005"/>
                    </a:lnTo>
                    <a:lnTo>
                      <a:pt x="1608975" y="1046743"/>
                    </a:lnTo>
                    <a:lnTo>
                      <a:pt x="1613207" y="1028481"/>
                    </a:lnTo>
                    <a:lnTo>
                      <a:pt x="1616645" y="1009955"/>
                    </a:lnTo>
                    <a:lnTo>
                      <a:pt x="1619555" y="991428"/>
                    </a:lnTo>
                    <a:lnTo>
                      <a:pt x="1622464" y="972637"/>
                    </a:lnTo>
                    <a:lnTo>
                      <a:pt x="1624581" y="953846"/>
                    </a:lnTo>
                    <a:lnTo>
                      <a:pt x="1626168" y="934791"/>
                    </a:lnTo>
                    <a:lnTo>
                      <a:pt x="1627490" y="915735"/>
                    </a:lnTo>
                    <a:lnTo>
                      <a:pt x="1628019" y="896414"/>
                    </a:lnTo>
                    <a:lnTo>
                      <a:pt x="1628548" y="877094"/>
                    </a:lnTo>
                    <a:lnTo>
                      <a:pt x="1628019" y="857509"/>
                    </a:lnTo>
                    <a:lnTo>
                      <a:pt x="1627490" y="838189"/>
                    </a:lnTo>
                    <a:lnTo>
                      <a:pt x="1626168" y="819133"/>
                    </a:lnTo>
                    <a:lnTo>
                      <a:pt x="1624581" y="800342"/>
                    </a:lnTo>
                    <a:lnTo>
                      <a:pt x="1622464" y="781551"/>
                    </a:lnTo>
                    <a:lnTo>
                      <a:pt x="1619555" y="762495"/>
                    </a:lnTo>
                    <a:lnTo>
                      <a:pt x="1616645" y="743704"/>
                    </a:lnTo>
                    <a:lnTo>
                      <a:pt x="1613207" y="725707"/>
                    </a:lnTo>
                    <a:lnTo>
                      <a:pt x="1608975" y="707180"/>
                    </a:lnTo>
                    <a:lnTo>
                      <a:pt x="1604743" y="689183"/>
                    </a:lnTo>
                    <a:lnTo>
                      <a:pt x="1599982" y="670921"/>
                    </a:lnTo>
                    <a:lnTo>
                      <a:pt x="1594692" y="653454"/>
                    </a:lnTo>
                    <a:lnTo>
                      <a:pt x="1588873" y="635986"/>
                    </a:lnTo>
                    <a:lnTo>
                      <a:pt x="1582789" y="618253"/>
                    </a:lnTo>
                    <a:lnTo>
                      <a:pt x="1576176" y="601315"/>
                    </a:lnTo>
                    <a:lnTo>
                      <a:pt x="1569299" y="584112"/>
                    </a:lnTo>
                    <a:lnTo>
                      <a:pt x="1561893" y="567438"/>
                    </a:lnTo>
                    <a:lnTo>
                      <a:pt x="1554223" y="551029"/>
                    </a:lnTo>
                    <a:lnTo>
                      <a:pt x="1546023" y="534620"/>
                    </a:lnTo>
                    <a:lnTo>
                      <a:pt x="1537559" y="518740"/>
                    </a:lnTo>
                    <a:lnTo>
                      <a:pt x="1528830" y="502596"/>
                    </a:lnTo>
                    <a:lnTo>
                      <a:pt x="1519308" y="486980"/>
                    </a:lnTo>
                    <a:lnTo>
                      <a:pt x="1509786" y="471630"/>
                    </a:lnTo>
                    <a:lnTo>
                      <a:pt x="1499735" y="456544"/>
                    </a:lnTo>
                    <a:lnTo>
                      <a:pt x="1489684" y="441458"/>
                    </a:lnTo>
                    <a:lnTo>
                      <a:pt x="1479104" y="427167"/>
                    </a:lnTo>
                    <a:lnTo>
                      <a:pt x="1467730" y="412610"/>
                    </a:lnTo>
                    <a:lnTo>
                      <a:pt x="1456356" y="398583"/>
                    </a:lnTo>
                    <a:lnTo>
                      <a:pt x="1444718" y="384820"/>
                    </a:lnTo>
                    <a:lnTo>
                      <a:pt x="1432815" y="371323"/>
                    </a:lnTo>
                    <a:lnTo>
                      <a:pt x="1420384" y="358089"/>
                    </a:lnTo>
                    <a:lnTo>
                      <a:pt x="1407952" y="344856"/>
                    </a:lnTo>
                    <a:lnTo>
                      <a:pt x="1394991" y="332417"/>
                    </a:lnTo>
                    <a:lnTo>
                      <a:pt x="1381766" y="320243"/>
                    </a:lnTo>
                    <a:lnTo>
                      <a:pt x="1368277" y="308333"/>
                    </a:lnTo>
                    <a:lnTo>
                      <a:pt x="1354522" y="296423"/>
                    </a:lnTo>
                    <a:lnTo>
                      <a:pt x="1340504" y="285042"/>
                    </a:lnTo>
                    <a:lnTo>
                      <a:pt x="1325956" y="274191"/>
                    </a:lnTo>
                    <a:lnTo>
                      <a:pt x="1311408" y="263340"/>
                    </a:lnTo>
                    <a:lnTo>
                      <a:pt x="1296596" y="253018"/>
                    </a:lnTo>
                    <a:lnTo>
                      <a:pt x="1281255" y="242961"/>
                    </a:lnTo>
                    <a:lnTo>
                      <a:pt x="1265914" y="233698"/>
                    </a:lnTo>
                    <a:lnTo>
                      <a:pt x="1250573" y="224170"/>
                    </a:lnTo>
                    <a:lnTo>
                      <a:pt x="1234702" y="215436"/>
                    </a:lnTo>
                    <a:lnTo>
                      <a:pt x="1218568" y="206967"/>
                    </a:lnTo>
                    <a:lnTo>
                      <a:pt x="1201904" y="198762"/>
                    </a:lnTo>
                    <a:lnTo>
                      <a:pt x="1185769" y="191087"/>
                    </a:lnTo>
                    <a:lnTo>
                      <a:pt x="1168841" y="183412"/>
                    </a:lnTo>
                    <a:lnTo>
                      <a:pt x="1151913" y="176530"/>
                    </a:lnTo>
                    <a:lnTo>
                      <a:pt x="1134720" y="169914"/>
                    </a:lnTo>
                    <a:lnTo>
                      <a:pt x="1117263" y="164091"/>
                    </a:lnTo>
                    <a:lnTo>
                      <a:pt x="1099806" y="158269"/>
                    </a:lnTo>
                    <a:lnTo>
                      <a:pt x="1082084" y="152975"/>
                    </a:lnTo>
                    <a:lnTo>
                      <a:pt x="1064098" y="147947"/>
                    </a:lnTo>
                    <a:lnTo>
                      <a:pt x="1045847" y="143712"/>
                    </a:lnTo>
                    <a:lnTo>
                      <a:pt x="1027861" y="139478"/>
                    </a:lnTo>
                    <a:lnTo>
                      <a:pt x="1009345" y="136037"/>
                    </a:lnTo>
                    <a:lnTo>
                      <a:pt x="990830" y="132861"/>
                    </a:lnTo>
                    <a:lnTo>
                      <a:pt x="972050" y="130479"/>
                    </a:lnTo>
                    <a:lnTo>
                      <a:pt x="953271" y="128362"/>
                    </a:lnTo>
                    <a:lnTo>
                      <a:pt x="933962" y="126774"/>
                    </a:lnTo>
                    <a:lnTo>
                      <a:pt x="914918" y="125450"/>
                    </a:lnTo>
                    <a:lnTo>
                      <a:pt x="895873" y="124392"/>
                    </a:lnTo>
                    <a:lnTo>
                      <a:pt x="876300" y="124392"/>
                    </a:lnTo>
                    <a:lnTo>
                      <a:pt x="856991" y="124392"/>
                    </a:lnTo>
                    <a:close/>
                    <a:moveTo>
                      <a:pt x="876300" y="0"/>
                    </a:moveTo>
                    <a:lnTo>
                      <a:pt x="899048" y="265"/>
                    </a:lnTo>
                    <a:lnTo>
                      <a:pt x="921266" y="1323"/>
                    </a:lnTo>
                    <a:lnTo>
                      <a:pt x="943749" y="2382"/>
                    </a:lnTo>
                    <a:lnTo>
                      <a:pt x="965702" y="4764"/>
                    </a:lnTo>
                    <a:lnTo>
                      <a:pt x="987656" y="7146"/>
                    </a:lnTo>
                    <a:lnTo>
                      <a:pt x="1009610" y="10057"/>
                    </a:lnTo>
                    <a:lnTo>
                      <a:pt x="1031299" y="13763"/>
                    </a:lnTo>
                    <a:lnTo>
                      <a:pt x="1052724" y="17997"/>
                    </a:lnTo>
                    <a:lnTo>
                      <a:pt x="1074149" y="22496"/>
                    </a:lnTo>
                    <a:lnTo>
                      <a:pt x="1095045" y="27525"/>
                    </a:lnTo>
                    <a:lnTo>
                      <a:pt x="1115940" y="33348"/>
                    </a:lnTo>
                    <a:lnTo>
                      <a:pt x="1136572" y="39435"/>
                    </a:lnTo>
                    <a:lnTo>
                      <a:pt x="1157203" y="46051"/>
                    </a:lnTo>
                    <a:lnTo>
                      <a:pt x="1177305" y="53197"/>
                    </a:lnTo>
                    <a:lnTo>
                      <a:pt x="1197407" y="60873"/>
                    </a:lnTo>
                    <a:lnTo>
                      <a:pt x="1216981" y="69077"/>
                    </a:lnTo>
                    <a:lnTo>
                      <a:pt x="1236818" y="77811"/>
                    </a:lnTo>
                    <a:lnTo>
                      <a:pt x="1255863" y="86545"/>
                    </a:lnTo>
                    <a:lnTo>
                      <a:pt x="1274907" y="96337"/>
                    </a:lnTo>
                    <a:lnTo>
                      <a:pt x="1293687" y="105865"/>
                    </a:lnTo>
                    <a:lnTo>
                      <a:pt x="1312202" y="116452"/>
                    </a:lnTo>
                    <a:lnTo>
                      <a:pt x="1330453" y="127303"/>
                    </a:lnTo>
                    <a:lnTo>
                      <a:pt x="1348439" y="138154"/>
                    </a:lnTo>
                    <a:lnTo>
                      <a:pt x="1365896" y="149799"/>
                    </a:lnTo>
                    <a:lnTo>
                      <a:pt x="1383353" y="162239"/>
                    </a:lnTo>
                    <a:lnTo>
                      <a:pt x="1400282" y="174413"/>
                    </a:lnTo>
                    <a:lnTo>
                      <a:pt x="1416945" y="187117"/>
                    </a:lnTo>
                    <a:lnTo>
                      <a:pt x="1433609" y="200615"/>
                    </a:lnTo>
                    <a:lnTo>
                      <a:pt x="1449479" y="214113"/>
                    </a:lnTo>
                    <a:lnTo>
                      <a:pt x="1465085" y="228404"/>
                    </a:lnTo>
                    <a:lnTo>
                      <a:pt x="1480426" y="242432"/>
                    </a:lnTo>
                    <a:lnTo>
                      <a:pt x="1495503" y="257253"/>
                    </a:lnTo>
                    <a:lnTo>
                      <a:pt x="1510315" y="272074"/>
                    </a:lnTo>
                    <a:lnTo>
                      <a:pt x="1524863" y="287424"/>
                    </a:lnTo>
                    <a:lnTo>
                      <a:pt x="1538881" y="303569"/>
                    </a:lnTo>
                    <a:lnTo>
                      <a:pt x="1552371" y="319449"/>
                    </a:lnTo>
                    <a:lnTo>
                      <a:pt x="1565596" y="335858"/>
                    </a:lnTo>
                    <a:lnTo>
                      <a:pt x="1578292" y="352796"/>
                    </a:lnTo>
                    <a:lnTo>
                      <a:pt x="1590724" y="369735"/>
                    </a:lnTo>
                    <a:lnTo>
                      <a:pt x="1602627" y="386938"/>
                    </a:lnTo>
                    <a:lnTo>
                      <a:pt x="1614265" y="404935"/>
                    </a:lnTo>
                    <a:lnTo>
                      <a:pt x="1625639" y="422667"/>
                    </a:lnTo>
                    <a:lnTo>
                      <a:pt x="1636219" y="440929"/>
                    </a:lnTo>
                    <a:lnTo>
                      <a:pt x="1646534" y="459455"/>
                    </a:lnTo>
                    <a:lnTo>
                      <a:pt x="1656585" y="478247"/>
                    </a:lnTo>
                    <a:lnTo>
                      <a:pt x="1666108" y="497038"/>
                    </a:lnTo>
                    <a:lnTo>
                      <a:pt x="1675101" y="516358"/>
                    </a:lnTo>
                    <a:lnTo>
                      <a:pt x="1683565" y="535943"/>
                    </a:lnTo>
                    <a:lnTo>
                      <a:pt x="1691764" y="555528"/>
                    </a:lnTo>
                    <a:lnTo>
                      <a:pt x="1699170" y="575643"/>
                    </a:lnTo>
                    <a:lnTo>
                      <a:pt x="1706577" y="596022"/>
                    </a:lnTo>
                    <a:lnTo>
                      <a:pt x="1712925" y="616401"/>
                    </a:lnTo>
                    <a:lnTo>
                      <a:pt x="1719273" y="637309"/>
                    </a:lnTo>
                    <a:lnTo>
                      <a:pt x="1725092" y="658218"/>
                    </a:lnTo>
                    <a:lnTo>
                      <a:pt x="1730382" y="679126"/>
                    </a:lnTo>
                    <a:lnTo>
                      <a:pt x="1734614" y="700564"/>
                    </a:lnTo>
                    <a:lnTo>
                      <a:pt x="1739111" y="721737"/>
                    </a:lnTo>
                    <a:lnTo>
                      <a:pt x="1742549" y="743439"/>
                    </a:lnTo>
                    <a:lnTo>
                      <a:pt x="1745723" y="765406"/>
                    </a:lnTo>
                    <a:lnTo>
                      <a:pt x="1748104" y="787373"/>
                    </a:lnTo>
                    <a:lnTo>
                      <a:pt x="1749955" y="809605"/>
                    </a:lnTo>
                    <a:lnTo>
                      <a:pt x="1751542" y="831837"/>
                    </a:lnTo>
                    <a:lnTo>
                      <a:pt x="1752336" y="854598"/>
                    </a:lnTo>
                    <a:lnTo>
                      <a:pt x="1752600" y="877094"/>
                    </a:lnTo>
                    <a:lnTo>
                      <a:pt x="1752336" y="899590"/>
                    </a:lnTo>
                    <a:lnTo>
                      <a:pt x="1751542" y="922351"/>
                    </a:lnTo>
                    <a:lnTo>
                      <a:pt x="1749955" y="944583"/>
                    </a:lnTo>
                    <a:lnTo>
                      <a:pt x="1748104" y="966550"/>
                    </a:lnTo>
                    <a:lnTo>
                      <a:pt x="1745723" y="988782"/>
                    </a:lnTo>
                    <a:lnTo>
                      <a:pt x="1742549" y="1010220"/>
                    </a:lnTo>
                    <a:lnTo>
                      <a:pt x="1739111" y="1031922"/>
                    </a:lnTo>
                    <a:lnTo>
                      <a:pt x="1734614" y="1053624"/>
                    </a:lnTo>
                    <a:lnTo>
                      <a:pt x="1730382" y="1075062"/>
                    </a:lnTo>
                    <a:lnTo>
                      <a:pt x="1725092" y="1095970"/>
                    </a:lnTo>
                    <a:lnTo>
                      <a:pt x="1719273" y="1116879"/>
                    </a:lnTo>
                    <a:lnTo>
                      <a:pt x="1712925" y="1137523"/>
                    </a:lnTo>
                    <a:lnTo>
                      <a:pt x="1706577" y="1157902"/>
                    </a:lnTo>
                    <a:lnTo>
                      <a:pt x="1699170" y="1178016"/>
                    </a:lnTo>
                    <a:lnTo>
                      <a:pt x="1691764" y="1198130"/>
                    </a:lnTo>
                    <a:lnTo>
                      <a:pt x="1683565" y="1217980"/>
                    </a:lnTo>
                    <a:lnTo>
                      <a:pt x="1675101" y="1237565"/>
                    </a:lnTo>
                    <a:lnTo>
                      <a:pt x="1666108" y="1256886"/>
                    </a:lnTo>
                    <a:lnTo>
                      <a:pt x="1656585" y="1275941"/>
                    </a:lnTo>
                    <a:lnTo>
                      <a:pt x="1646534" y="1294733"/>
                    </a:lnTo>
                    <a:lnTo>
                      <a:pt x="1636219" y="1313259"/>
                    </a:lnTo>
                    <a:lnTo>
                      <a:pt x="1625639" y="1331521"/>
                    </a:lnTo>
                    <a:lnTo>
                      <a:pt x="1614265" y="1349253"/>
                    </a:lnTo>
                    <a:lnTo>
                      <a:pt x="1602627" y="1366986"/>
                    </a:lnTo>
                    <a:lnTo>
                      <a:pt x="1590724" y="1384453"/>
                    </a:lnTo>
                    <a:lnTo>
                      <a:pt x="1578292" y="1401392"/>
                    </a:lnTo>
                    <a:lnTo>
                      <a:pt x="1565596" y="1418066"/>
                    </a:lnTo>
                    <a:lnTo>
                      <a:pt x="1552371" y="1434475"/>
                    </a:lnTo>
                    <a:lnTo>
                      <a:pt x="1538881" y="1450619"/>
                    </a:lnTo>
                    <a:lnTo>
                      <a:pt x="1524863" y="1466234"/>
                    </a:lnTo>
                    <a:lnTo>
                      <a:pt x="1510315" y="1481585"/>
                    </a:lnTo>
                    <a:lnTo>
                      <a:pt x="1495503" y="1496671"/>
                    </a:lnTo>
                    <a:lnTo>
                      <a:pt x="1480426" y="1511492"/>
                    </a:lnTo>
                    <a:lnTo>
                      <a:pt x="1465085" y="1525784"/>
                    </a:lnTo>
                    <a:lnTo>
                      <a:pt x="1449479" y="1540075"/>
                    </a:lnTo>
                    <a:lnTo>
                      <a:pt x="1433609" y="1553573"/>
                    </a:lnTo>
                    <a:lnTo>
                      <a:pt x="1416945" y="1566542"/>
                    </a:lnTo>
                    <a:lnTo>
                      <a:pt x="1400282" y="1579510"/>
                    </a:lnTo>
                    <a:lnTo>
                      <a:pt x="1383353" y="1591949"/>
                    </a:lnTo>
                    <a:lnTo>
                      <a:pt x="1365896" y="1603859"/>
                    </a:lnTo>
                    <a:lnTo>
                      <a:pt x="1348439" y="1615505"/>
                    </a:lnTo>
                    <a:lnTo>
                      <a:pt x="1330453" y="1626885"/>
                    </a:lnTo>
                    <a:lnTo>
                      <a:pt x="1312202" y="1637472"/>
                    </a:lnTo>
                    <a:lnTo>
                      <a:pt x="1293687" y="1647793"/>
                    </a:lnTo>
                    <a:lnTo>
                      <a:pt x="1274907" y="1657851"/>
                    </a:lnTo>
                    <a:lnTo>
                      <a:pt x="1255863" y="1667379"/>
                    </a:lnTo>
                    <a:lnTo>
                      <a:pt x="1236818" y="1676377"/>
                    </a:lnTo>
                    <a:lnTo>
                      <a:pt x="1216981" y="1684846"/>
                    </a:lnTo>
                    <a:lnTo>
                      <a:pt x="1197407" y="1693051"/>
                    </a:lnTo>
                    <a:lnTo>
                      <a:pt x="1177305" y="1700726"/>
                    </a:lnTo>
                    <a:lnTo>
                      <a:pt x="1157203" y="1707607"/>
                    </a:lnTo>
                    <a:lnTo>
                      <a:pt x="1136572" y="1714753"/>
                    </a:lnTo>
                    <a:lnTo>
                      <a:pt x="1115940" y="1720576"/>
                    </a:lnTo>
                    <a:lnTo>
                      <a:pt x="1095045" y="1726134"/>
                    </a:lnTo>
                    <a:lnTo>
                      <a:pt x="1074149" y="1731427"/>
                    </a:lnTo>
                    <a:lnTo>
                      <a:pt x="1052724" y="1736191"/>
                    </a:lnTo>
                    <a:lnTo>
                      <a:pt x="1031299" y="1740426"/>
                    </a:lnTo>
                    <a:lnTo>
                      <a:pt x="1009610" y="1743866"/>
                    </a:lnTo>
                    <a:lnTo>
                      <a:pt x="987656" y="1747042"/>
                    </a:lnTo>
                    <a:lnTo>
                      <a:pt x="965702" y="1749424"/>
                    </a:lnTo>
                    <a:lnTo>
                      <a:pt x="943749" y="1751277"/>
                    </a:lnTo>
                    <a:lnTo>
                      <a:pt x="921266" y="1752865"/>
                    </a:lnTo>
                    <a:lnTo>
                      <a:pt x="899048" y="1753923"/>
                    </a:lnTo>
                    <a:lnTo>
                      <a:pt x="876300" y="1754188"/>
                    </a:lnTo>
                    <a:lnTo>
                      <a:pt x="853817" y="1753923"/>
                    </a:lnTo>
                    <a:lnTo>
                      <a:pt x="831335" y="1752865"/>
                    </a:lnTo>
                    <a:lnTo>
                      <a:pt x="809116" y="1751277"/>
                    </a:lnTo>
                    <a:lnTo>
                      <a:pt x="786898" y="1749424"/>
                    </a:lnTo>
                    <a:lnTo>
                      <a:pt x="764944" y="1747042"/>
                    </a:lnTo>
                    <a:lnTo>
                      <a:pt x="742990" y="1743866"/>
                    </a:lnTo>
                    <a:lnTo>
                      <a:pt x="721301" y="1740426"/>
                    </a:lnTo>
                    <a:lnTo>
                      <a:pt x="699876" y="1736191"/>
                    </a:lnTo>
                    <a:lnTo>
                      <a:pt x="678716" y="1731427"/>
                    </a:lnTo>
                    <a:lnTo>
                      <a:pt x="657820" y="1726134"/>
                    </a:lnTo>
                    <a:lnTo>
                      <a:pt x="636660" y="1720576"/>
                    </a:lnTo>
                    <a:lnTo>
                      <a:pt x="616028" y="1714753"/>
                    </a:lnTo>
                    <a:lnTo>
                      <a:pt x="595662" y="1707607"/>
                    </a:lnTo>
                    <a:lnTo>
                      <a:pt x="575295" y="1700726"/>
                    </a:lnTo>
                    <a:lnTo>
                      <a:pt x="555193" y="1693051"/>
                    </a:lnTo>
                    <a:lnTo>
                      <a:pt x="535619" y="1684846"/>
                    </a:lnTo>
                    <a:lnTo>
                      <a:pt x="516046" y="1676377"/>
                    </a:lnTo>
                    <a:lnTo>
                      <a:pt x="496737" y="1667379"/>
                    </a:lnTo>
                    <a:lnTo>
                      <a:pt x="477958" y="1657851"/>
                    </a:lnTo>
                    <a:lnTo>
                      <a:pt x="458913" y="1647793"/>
                    </a:lnTo>
                    <a:lnTo>
                      <a:pt x="440663" y="1637472"/>
                    </a:lnTo>
                    <a:lnTo>
                      <a:pt x="422412" y="1626885"/>
                    </a:lnTo>
                    <a:lnTo>
                      <a:pt x="404161" y="1615505"/>
                    </a:lnTo>
                    <a:lnTo>
                      <a:pt x="386704" y="1603859"/>
                    </a:lnTo>
                    <a:lnTo>
                      <a:pt x="369511" y="1591949"/>
                    </a:lnTo>
                    <a:lnTo>
                      <a:pt x="352318" y="1579510"/>
                    </a:lnTo>
                    <a:lnTo>
                      <a:pt x="335655" y="1566542"/>
                    </a:lnTo>
                    <a:lnTo>
                      <a:pt x="319255" y="1553573"/>
                    </a:lnTo>
                    <a:lnTo>
                      <a:pt x="303121" y="1540075"/>
                    </a:lnTo>
                    <a:lnTo>
                      <a:pt x="287251" y="1525784"/>
                    </a:lnTo>
                    <a:lnTo>
                      <a:pt x="271909" y="1511492"/>
                    </a:lnTo>
                    <a:lnTo>
                      <a:pt x="256833" y="1496671"/>
                    </a:lnTo>
                    <a:lnTo>
                      <a:pt x="242285" y="1481585"/>
                    </a:lnTo>
                    <a:lnTo>
                      <a:pt x="227737" y="1466234"/>
                    </a:lnTo>
                    <a:lnTo>
                      <a:pt x="213983" y="1450619"/>
                    </a:lnTo>
                    <a:lnTo>
                      <a:pt x="200229" y="1434475"/>
                    </a:lnTo>
                    <a:lnTo>
                      <a:pt x="187004" y="1418066"/>
                    </a:lnTo>
                    <a:lnTo>
                      <a:pt x="174308" y="1401392"/>
                    </a:lnTo>
                    <a:lnTo>
                      <a:pt x="161876" y="1384453"/>
                    </a:lnTo>
                    <a:lnTo>
                      <a:pt x="149709" y="1366986"/>
                    </a:lnTo>
                    <a:lnTo>
                      <a:pt x="138071" y="1349253"/>
                    </a:lnTo>
                    <a:lnTo>
                      <a:pt x="126961" y="1331521"/>
                    </a:lnTo>
                    <a:lnTo>
                      <a:pt x="116117" y="1313259"/>
                    </a:lnTo>
                    <a:lnTo>
                      <a:pt x="105801" y="1294733"/>
                    </a:lnTo>
                    <a:lnTo>
                      <a:pt x="95750" y="1275941"/>
                    </a:lnTo>
                    <a:lnTo>
                      <a:pt x="86492" y="1256886"/>
                    </a:lnTo>
                    <a:lnTo>
                      <a:pt x="77499" y="1237565"/>
                    </a:lnTo>
                    <a:lnTo>
                      <a:pt x="69035" y="1217980"/>
                    </a:lnTo>
                    <a:lnTo>
                      <a:pt x="60836" y="1198130"/>
                    </a:lnTo>
                    <a:lnTo>
                      <a:pt x="53165" y="1178016"/>
                    </a:lnTo>
                    <a:lnTo>
                      <a:pt x="46023" y="1157902"/>
                    </a:lnTo>
                    <a:lnTo>
                      <a:pt x="39411" y="1137523"/>
                    </a:lnTo>
                    <a:lnTo>
                      <a:pt x="33327" y="1116879"/>
                    </a:lnTo>
                    <a:lnTo>
                      <a:pt x="27508" y="1095970"/>
                    </a:lnTo>
                    <a:lnTo>
                      <a:pt x="22483" y="1075062"/>
                    </a:lnTo>
                    <a:lnTo>
                      <a:pt x="17721" y="1053624"/>
                    </a:lnTo>
                    <a:lnTo>
                      <a:pt x="13754" y="1031922"/>
                    </a:lnTo>
                    <a:lnTo>
                      <a:pt x="10051" y="1010220"/>
                    </a:lnTo>
                    <a:lnTo>
                      <a:pt x="6877" y="988782"/>
                    </a:lnTo>
                    <a:lnTo>
                      <a:pt x="4496" y="966550"/>
                    </a:lnTo>
                    <a:lnTo>
                      <a:pt x="2380" y="944583"/>
                    </a:lnTo>
                    <a:lnTo>
                      <a:pt x="1322" y="922351"/>
                    </a:lnTo>
                    <a:lnTo>
                      <a:pt x="264" y="899590"/>
                    </a:lnTo>
                    <a:lnTo>
                      <a:pt x="0" y="877094"/>
                    </a:lnTo>
                    <a:lnTo>
                      <a:pt x="264" y="854598"/>
                    </a:lnTo>
                    <a:lnTo>
                      <a:pt x="1322" y="831837"/>
                    </a:lnTo>
                    <a:lnTo>
                      <a:pt x="2380" y="809605"/>
                    </a:lnTo>
                    <a:lnTo>
                      <a:pt x="4496" y="787373"/>
                    </a:lnTo>
                    <a:lnTo>
                      <a:pt x="6877" y="765406"/>
                    </a:lnTo>
                    <a:lnTo>
                      <a:pt x="10051" y="743439"/>
                    </a:lnTo>
                    <a:lnTo>
                      <a:pt x="13754" y="721737"/>
                    </a:lnTo>
                    <a:lnTo>
                      <a:pt x="17721" y="700564"/>
                    </a:lnTo>
                    <a:lnTo>
                      <a:pt x="22483" y="679126"/>
                    </a:lnTo>
                    <a:lnTo>
                      <a:pt x="27508" y="658218"/>
                    </a:lnTo>
                    <a:lnTo>
                      <a:pt x="33327" y="637309"/>
                    </a:lnTo>
                    <a:lnTo>
                      <a:pt x="39411" y="616401"/>
                    </a:lnTo>
                    <a:lnTo>
                      <a:pt x="46023" y="596022"/>
                    </a:lnTo>
                    <a:lnTo>
                      <a:pt x="53165" y="575643"/>
                    </a:lnTo>
                    <a:lnTo>
                      <a:pt x="60836" y="555528"/>
                    </a:lnTo>
                    <a:lnTo>
                      <a:pt x="69035" y="535943"/>
                    </a:lnTo>
                    <a:lnTo>
                      <a:pt x="77499" y="516358"/>
                    </a:lnTo>
                    <a:lnTo>
                      <a:pt x="86492" y="497038"/>
                    </a:lnTo>
                    <a:lnTo>
                      <a:pt x="95750" y="478247"/>
                    </a:lnTo>
                    <a:lnTo>
                      <a:pt x="105801" y="459455"/>
                    </a:lnTo>
                    <a:lnTo>
                      <a:pt x="116117" y="440929"/>
                    </a:lnTo>
                    <a:lnTo>
                      <a:pt x="126961" y="422667"/>
                    </a:lnTo>
                    <a:lnTo>
                      <a:pt x="138071" y="404935"/>
                    </a:lnTo>
                    <a:lnTo>
                      <a:pt x="149709" y="386938"/>
                    </a:lnTo>
                    <a:lnTo>
                      <a:pt x="161876" y="369735"/>
                    </a:lnTo>
                    <a:lnTo>
                      <a:pt x="174308" y="352796"/>
                    </a:lnTo>
                    <a:lnTo>
                      <a:pt x="187004" y="335858"/>
                    </a:lnTo>
                    <a:lnTo>
                      <a:pt x="200229" y="319449"/>
                    </a:lnTo>
                    <a:lnTo>
                      <a:pt x="213983" y="303569"/>
                    </a:lnTo>
                    <a:lnTo>
                      <a:pt x="227737" y="287424"/>
                    </a:lnTo>
                    <a:lnTo>
                      <a:pt x="242285" y="272074"/>
                    </a:lnTo>
                    <a:lnTo>
                      <a:pt x="256833" y="257253"/>
                    </a:lnTo>
                    <a:lnTo>
                      <a:pt x="271909" y="242432"/>
                    </a:lnTo>
                    <a:lnTo>
                      <a:pt x="287251" y="228404"/>
                    </a:lnTo>
                    <a:lnTo>
                      <a:pt x="303121" y="214113"/>
                    </a:lnTo>
                    <a:lnTo>
                      <a:pt x="319255" y="200615"/>
                    </a:lnTo>
                    <a:lnTo>
                      <a:pt x="335655" y="187117"/>
                    </a:lnTo>
                    <a:lnTo>
                      <a:pt x="352318" y="174413"/>
                    </a:lnTo>
                    <a:lnTo>
                      <a:pt x="369511" y="162239"/>
                    </a:lnTo>
                    <a:lnTo>
                      <a:pt x="386704" y="149799"/>
                    </a:lnTo>
                    <a:lnTo>
                      <a:pt x="404161" y="138154"/>
                    </a:lnTo>
                    <a:lnTo>
                      <a:pt x="422412" y="127303"/>
                    </a:lnTo>
                    <a:lnTo>
                      <a:pt x="440663" y="116452"/>
                    </a:lnTo>
                    <a:lnTo>
                      <a:pt x="458913" y="105865"/>
                    </a:lnTo>
                    <a:lnTo>
                      <a:pt x="477958" y="96337"/>
                    </a:lnTo>
                    <a:lnTo>
                      <a:pt x="496737" y="86545"/>
                    </a:lnTo>
                    <a:lnTo>
                      <a:pt x="516046" y="77811"/>
                    </a:lnTo>
                    <a:lnTo>
                      <a:pt x="535619" y="69077"/>
                    </a:lnTo>
                    <a:lnTo>
                      <a:pt x="555193" y="60873"/>
                    </a:lnTo>
                    <a:lnTo>
                      <a:pt x="575295" y="53197"/>
                    </a:lnTo>
                    <a:lnTo>
                      <a:pt x="595662" y="46051"/>
                    </a:lnTo>
                    <a:lnTo>
                      <a:pt x="616028" y="39435"/>
                    </a:lnTo>
                    <a:lnTo>
                      <a:pt x="636660" y="33348"/>
                    </a:lnTo>
                    <a:lnTo>
                      <a:pt x="657820" y="27525"/>
                    </a:lnTo>
                    <a:lnTo>
                      <a:pt x="678716" y="22496"/>
                    </a:lnTo>
                    <a:lnTo>
                      <a:pt x="699876" y="17997"/>
                    </a:lnTo>
                    <a:lnTo>
                      <a:pt x="721301" y="13763"/>
                    </a:lnTo>
                    <a:lnTo>
                      <a:pt x="742990" y="10057"/>
                    </a:lnTo>
                    <a:lnTo>
                      <a:pt x="764944" y="7146"/>
                    </a:lnTo>
                    <a:lnTo>
                      <a:pt x="786898" y="4764"/>
                    </a:lnTo>
                    <a:lnTo>
                      <a:pt x="809116" y="2382"/>
                    </a:lnTo>
                    <a:lnTo>
                      <a:pt x="831335" y="1323"/>
                    </a:lnTo>
                    <a:lnTo>
                      <a:pt x="853817" y="265"/>
                    </a:lnTo>
                    <a:lnTo>
                      <a:pt x="876300" y="0"/>
                    </a:lnTo>
                    <a:close/>
                  </a:path>
                </a:pathLst>
              </a:custGeom>
              <a:solidFill>
                <a:sysClr val="window" lastClr="FFFFFF"/>
              </a:solidFill>
              <a:ln>
                <a:noFill/>
              </a:ln>
            </p:spPr>
            <p:txBody>
              <a:bodyPr anchor="ctr">
                <a:scene3d>
                  <a:camera prst="orthographicFront"/>
                  <a:lightRig rig="threePt" dir="t"/>
                </a:scene3d>
                <a:sp3d>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4" name="文本框 60"/>
              <p:cNvSpPr txBox="1"/>
              <p:nvPr/>
            </p:nvSpPr>
            <p:spPr>
              <a:xfrm>
                <a:off x="4716874" y="3225887"/>
                <a:ext cx="1562853"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Title</a:t>
                </a:r>
              </a:p>
            </p:txBody>
          </p:sp>
        </p:grpSp>
      </p:grpSp>
      <p:grpSp>
        <p:nvGrpSpPr>
          <p:cNvPr id="35" name="组合 34"/>
          <p:cNvGrpSpPr/>
          <p:nvPr/>
        </p:nvGrpSpPr>
        <p:grpSpPr>
          <a:xfrm>
            <a:off x="8077037" y="2160691"/>
            <a:ext cx="1834448" cy="1997677"/>
            <a:chOff x="7567273" y="3027509"/>
            <a:chExt cx="1834926" cy="1997677"/>
          </a:xfrm>
        </p:grpSpPr>
        <p:sp>
          <p:nvSpPr>
            <p:cNvPr id="36" name="任意多边形 33"/>
            <p:cNvSpPr/>
            <p:nvPr/>
          </p:nvSpPr>
          <p:spPr>
            <a:xfrm>
              <a:off x="7567273" y="3027509"/>
              <a:ext cx="1834926" cy="1997677"/>
            </a:xfrm>
            <a:custGeom>
              <a:avLst/>
              <a:gdLst>
                <a:gd name="connsiteX0" fmla="*/ 917463 w 1834926"/>
                <a:gd name="connsiteY0" fmla="*/ 0 h 1997677"/>
                <a:gd name="connsiteX1" fmla="*/ 1834926 w 1834926"/>
                <a:gd name="connsiteY1" fmla="*/ 917463 h 1997677"/>
                <a:gd name="connsiteX2" fmla="*/ 1102364 w 1834926"/>
                <a:gd name="connsiteY2" fmla="*/ 1816287 h 1997677"/>
                <a:gd name="connsiteX3" fmla="*/ 1016983 w 1834926"/>
                <a:gd name="connsiteY3" fmla="*/ 1829317 h 1997677"/>
                <a:gd name="connsiteX4" fmla="*/ 930925 w 1834926"/>
                <a:gd name="connsiteY4" fmla="*/ 1997677 h 1997677"/>
                <a:gd name="connsiteX5" fmla="*/ 850447 w 1834926"/>
                <a:gd name="connsiteY5" fmla="*/ 1831542 h 1997677"/>
                <a:gd name="connsiteX6" fmla="*/ 823658 w 1834926"/>
                <a:gd name="connsiteY6" fmla="*/ 1830189 h 1997677"/>
                <a:gd name="connsiteX7" fmla="*/ 0 w 1834926"/>
                <a:gd name="connsiteY7" fmla="*/ 917463 h 1997677"/>
                <a:gd name="connsiteX8" fmla="*/ 917463 w 1834926"/>
                <a:gd name="connsiteY8" fmla="*/ 0 h 199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4926" h="1997677">
                  <a:moveTo>
                    <a:pt x="917463" y="0"/>
                  </a:moveTo>
                  <a:cubicBezTo>
                    <a:pt x="1424164" y="0"/>
                    <a:pt x="1834926" y="410762"/>
                    <a:pt x="1834926" y="917463"/>
                  </a:cubicBezTo>
                  <a:cubicBezTo>
                    <a:pt x="1834926" y="1360827"/>
                    <a:pt x="1520436" y="1730737"/>
                    <a:pt x="1102364" y="1816287"/>
                  </a:cubicBezTo>
                  <a:lnTo>
                    <a:pt x="1016983" y="1829317"/>
                  </a:lnTo>
                  <a:lnTo>
                    <a:pt x="930925" y="1997677"/>
                  </a:lnTo>
                  <a:lnTo>
                    <a:pt x="850447" y="1831542"/>
                  </a:lnTo>
                  <a:lnTo>
                    <a:pt x="823658" y="1830189"/>
                  </a:lnTo>
                  <a:cubicBezTo>
                    <a:pt x="361022" y="1783206"/>
                    <a:pt x="0" y="1392495"/>
                    <a:pt x="0" y="917463"/>
                  </a:cubicBezTo>
                  <a:cubicBezTo>
                    <a:pt x="0" y="410762"/>
                    <a:pt x="410762" y="0"/>
                    <a:pt x="917463" y="0"/>
                  </a:cubicBezTo>
                  <a:close/>
                </a:path>
              </a:pathLst>
            </a:custGeom>
            <a:solidFill>
              <a:schemeClr val="accent1"/>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KSO_Shape"/>
            <p:cNvSpPr/>
            <p:nvPr/>
          </p:nvSpPr>
          <p:spPr bwMode="auto">
            <a:xfrm>
              <a:off x="8272488" y="3431336"/>
              <a:ext cx="520284" cy="433570"/>
            </a:xfrm>
            <a:custGeom>
              <a:avLst/>
              <a:gdLst>
                <a:gd name="T0" fmla="*/ 2147483646 w 282"/>
                <a:gd name="T1" fmla="*/ 2147483646 h 235"/>
                <a:gd name="T2" fmla="*/ 2147483646 w 282"/>
                <a:gd name="T3" fmla="*/ 2147483646 h 235"/>
                <a:gd name="T4" fmla="*/ 2147483646 w 282"/>
                <a:gd name="T5" fmla="*/ 2147483646 h 235"/>
                <a:gd name="T6" fmla="*/ 2147483646 w 282"/>
                <a:gd name="T7" fmla="*/ 2147483646 h 235"/>
                <a:gd name="T8" fmla="*/ 2147483646 w 282"/>
                <a:gd name="T9" fmla="*/ 2147483646 h 235"/>
                <a:gd name="T10" fmla="*/ 2147483646 w 282"/>
                <a:gd name="T11" fmla="*/ 2147483646 h 235"/>
                <a:gd name="T12" fmla="*/ 2147483646 w 282"/>
                <a:gd name="T13" fmla="*/ 2147483646 h 235"/>
                <a:gd name="T14" fmla="*/ 2147483646 w 282"/>
                <a:gd name="T15" fmla="*/ 2147483646 h 235"/>
                <a:gd name="T16" fmla="*/ 2147483646 w 282"/>
                <a:gd name="T17" fmla="*/ 2147483646 h 235"/>
                <a:gd name="T18" fmla="*/ 2147483646 w 282"/>
                <a:gd name="T19" fmla="*/ 2147483646 h 235"/>
                <a:gd name="T20" fmla="*/ 2147483646 w 282"/>
                <a:gd name="T21" fmla="*/ 2147483646 h 235"/>
                <a:gd name="T22" fmla="*/ 2147483646 w 282"/>
                <a:gd name="T23" fmla="*/ 2147483646 h 235"/>
                <a:gd name="T24" fmla="*/ 2147483646 w 282"/>
                <a:gd name="T25" fmla="*/ 2147483646 h 235"/>
                <a:gd name="T26" fmla="*/ 2147483646 w 282"/>
                <a:gd name="T27" fmla="*/ 2147483646 h 235"/>
                <a:gd name="T28" fmla="*/ 2147483646 w 282"/>
                <a:gd name="T29" fmla="*/ 2147483646 h 235"/>
                <a:gd name="T30" fmla="*/ 2147483646 w 282"/>
                <a:gd name="T31" fmla="*/ 2147483646 h 235"/>
                <a:gd name="T32" fmla="*/ 2147483646 w 282"/>
                <a:gd name="T33" fmla="*/ 2147483646 h 235"/>
                <a:gd name="T34" fmla="*/ 2147483646 w 282"/>
                <a:gd name="T35" fmla="*/ 2147483646 h 235"/>
                <a:gd name="T36" fmla="*/ 2147483646 w 282"/>
                <a:gd name="T37" fmla="*/ 2147483646 h 235"/>
                <a:gd name="T38" fmla="*/ 2147483646 w 282"/>
                <a:gd name="T39" fmla="*/ 2147483646 h 235"/>
                <a:gd name="T40" fmla="*/ 2147483646 w 282"/>
                <a:gd name="T41" fmla="*/ 2147483646 h 235"/>
                <a:gd name="T42" fmla="*/ 2147483646 w 282"/>
                <a:gd name="T43" fmla="*/ 2147483646 h 235"/>
                <a:gd name="T44" fmla="*/ 2147483646 w 282"/>
                <a:gd name="T45" fmla="*/ 2147483646 h 235"/>
                <a:gd name="T46" fmla="*/ 2147483646 w 282"/>
                <a:gd name="T47" fmla="*/ 2147483646 h 235"/>
                <a:gd name="T48" fmla="*/ 2147483646 w 282"/>
                <a:gd name="T49" fmla="*/ 2147483646 h 235"/>
                <a:gd name="T50" fmla="*/ 2147483646 w 282"/>
                <a:gd name="T51" fmla="*/ 2147483646 h 235"/>
                <a:gd name="T52" fmla="*/ 2147483646 w 282"/>
                <a:gd name="T53" fmla="*/ 2147483646 h 235"/>
                <a:gd name="T54" fmla="*/ 2147483646 w 282"/>
                <a:gd name="T55" fmla="*/ 2147483646 h 235"/>
                <a:gd name="T56" fmla="*/ 2147483646 w 282"/>
                <a:gd name="T57" fmla="*/ 2147483646 h 235"/>
                <a:gd name="T58" fmla="*/ 2147483646 w 282"/>
                <a:gd name="T59" fmla="*/ 2147483646 h 235"/>
                <a:gd name="T60" fmla="*/ 2147483646 w 282"/>
                <a:gd name="T61" fmla="*/ 2147483646 h 235"/>
                <a:gd name="T62" fmla="*/ 2147483646 w 282"/>
                <a:gd name="T63" fmla="*/ 2147483646 h 235"/>
                <a:gd name="T64" fmla="*/ 2147483646 w 282"/>
                <a:gd name="T65" fmla="*/ 2147483646 h 235"/>
                <a:gd name="T66" fmla="*/ 2147483646 w 282"/>
                <a:gd name="T67" fmla="*/ 2147483646 h 235"/>
                <a:gd name="T68" fmla="*/ 2147483646 w 282"/>
                <a:gd name="T69" fmla="*/ 2147483646 h 235"/>
                <a:gd name="T70" fmla="*/ 2147483646 w 282"/>
                <a:gd name="T71" fmla="*/ 2147483646 h 235"/>
                <a:gd name="T72" fmla="*/ 2147483646 w 282"/>
                <a:gd name="T73" fmla="*/ 2147483646 h 235"/>
                <a:gd name="T74" fmla="*/ 2147483646 w 282"/>
                <a:gd name="T75" fmla="*/ 2147483646 h 235"/>
                <a:gd name="T76" fmla="*/ 2147483646 w 282"/>
                <a:gd name="T77" fmla="*/ 2147483646 h 235"/>
                <a:gd name="T78" fmla="*/ 2147483646 w 282"/>
                <a:gd name="T79" fmla="*/ 2147483646 h 235"/>
                <a:gd name="T80" fmla="*/ 2147483646 w 282"/>
                <a:gd name="T81" fmla="*/ 2147483646 h 235"/>
                <a:gd name="T82" fmla="*/ 2147483646 w 282"/>
                <a:gd name="T83" fmla="*/ 2147483646 h 235"/>
                <a:gd name="T84" fmla="*/ 2147483646 w 282"/>
                <a:gd name="T85" fmla="*/ 2147483646 h 235"/>
                <a:gd name="T86" fmla="*/ 2147483646 w 282"/>
                <a:gd name="T87" fmla="*/ 2147483646 h 235"/>
                <a:gd name="T88" fmla="*/ 2147483646 w 282"/>
                <a:gd name="T89" fmla="*/ 2147483646 h 235"/>
                <a:gd name="T90" fmla="*/ 2147483646 w 282"/>
                <a:gd name="T91" fmla="*/ 2147483646 h 235"/>
                <a:gd name="T92" fmla="*/ 2147483646 w 282"/>
                <a:gd name="T93" fmla="*/ 2147483646 h 235"/>
                <a:gd name="T94" fmla="*/ 2147483646 w 282"/>
                <a:gd name="T95" fmla="*/ 2147483646 h 235"/>
                <a:gd name="T96" fmla="*/ 2147483646 w 282"/>
                <a:gd name="T97" fmla="*/ 2147483646 h 235"/>
                <a:gd name="T98" fmla="*/ 2147483646 w 282"/>
                <a:gd name="T99" fmla="*/ 2147483646 h 235"/>
                <a:gd name="T100" fmla="*/ 2147483646 w 282"/>
                <a:gd name="T101" fmla="*/ 2147483646 h 235"/>
                <a:gd name="T102" fmla="*/ 0 w 282"/>
                <a:gd name="T103" fmla="*/ 2147483646 h 235"/>
                <a:gd name="T104" fmla="*/ 0 w 282"/>
                <a:gd name="T105" fmla="*/ 2147483646 h 235"/>
                <a:gd name="T106" fmla="*/ 2147483646 w 282"/>
                <a:gd name="T107" fmla="*/ 2147483646 h 235"/>
                <a:gd name="T108" fmla="*/ 2147483646 w 282"/>
                <a:gd name="T109" fmla="*/ 2147483646 h 235"/>
                <a:gd name="T110" fmla="*/ 2147483646 w 282"/>
                <a:gd name="T111" fmla="*/ 2147483646 h 235"/>
                <a:gd name="T112" fmla="*/ 2147483646 w 282"/>
                <a:gd name="T113" fmla="*/ 2147483646 h 235"/>
                <a:gd name="T114" fmla="*/ 2147483646 w 282"/>
                <a:gd name="T115" fmla="*/ 2147483646 h 235"/>
                <a:gd name="T116" fmla="*/ 2147483646 w 282"/>
                <a:gd name="T117" fmla="*/ 2147483646 h 235"/>
                <a:gd name="T118" fmla="*/ 2147483646 w 282"/>
                <a:gd name="T119" fmla="*/ 2147483646 h 235"/>
                <a:gd name="T120" fmla="*/ 2147483646 w 282"/>
                <a:gd name="T121" fmla="*/ 2147483646 h 235"/>
                <a:gd name="T122" fmla="*/ 2147483646 w 282"/>
                <a:gd name="T123" fmla="*/ 2147483646 h 23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82" h="235">
                  <a:moveTo>
                    <a:pt x="28" y="131"/>
                  </a:moveTo>
                  <a:cubicBezTo>
                    <a:pt x="28" y="53"/>
                    <a:pt x="28" y="53"/>
                    <a:pt x="28" y="53"/>
                  </a:cubicBezTo>
                  <a:cubicBezTo>
                    <a:pt x="28" y="44"/>
                    <a:pt x="36" y="36"/>
                    <a:pt x="46" y="36"/>
                  </a:cubicBezTo>
                  <a:cubicBezTo>
                    <a:pt x="62" y="36"/>
                    <a:pt x="62" y="36"/>
                    <a:pt x="62" y="36"/>
                  </a:cubicBezTo>
                  <a:cubicBezTo>
                    <a:pt x="62" y="148"/>
                    <a:pt x="62" y="148"/>
                    <a:pt x="62" y="148"/>
                  </a:cubicBezTo>
                  <a:cubicBezTo>
                    <a:pt x="46" y="148"/>
                    <a:pt x="46" y="148"/>
                    <a:pt x="46" y="148"/>
                  </a:cubicBezTo>
                  <a:cubicBezTo>
                    <a:pt x="36" y="148"/>
                    <a:pt x="28" y="140"/>
                    <a:pt x="28" y="131"/>
                  </a:cubicBezTo>
                  <a:close/>
                  <a:moveTo>
                    <a:pt x="214" y="131"/>
                  </a:moveTo>
                  <a:cubicBezTo>
                    <a:pt x="214" y="53"/>
                    <a:pt x="214" y="53"/>
                    <a:pt x="214" y="53"/>
                  </a:cubicBezTo>
                  <a:cubicBezTo>
                    <a:pt x="214" y="44"/>
                    <a:pt x="207" y="36"/>
                    <a:pt x="197" y="36"/>
                  </a:cubicBezTo>
                  <a:cubicBezTo>
                    <a:pt x="180" y="36"/>
                    <a:pt x="180" y="36"/>
                    <a:pt x="180" y="36"/>
                  </a:cubicBezTo>
                  <a:cubicBezTo>
                    <a:pt x="180" y="148"/>
                    <a:pt x="180" y="148"/>
                    <a:pt x="180" y="148"/>
                  </a:cubicBezTo>
                  <a:cubicBezTo>
                    <a:pt x="197" y="148"/>
                    <a:pt x="197" y="148"/>
                    <a:pt x="197" y="148"/>
                  </a:cubicBezTo>
                  <a:cubicBezTo>
                    <a:pt x="207" y="148"/>
                    <a:pt x="214" y="140"/>
                    <a:pt x="214" y="131"/>
                  </a:cubicBezTo>
                  <a:close/>
                  <a:moveTo>
                    <a:pt x="154" y="36"/>
                  </a:moveTo>
                  <a:cubicBezTo>
                    <a:pt x="152" y="21"/>
                    <a:pt x="143" y="13"/>
                    <a:pt x="131" y="13"/>
                  </a:cubicBezTo>
                  <a:cubicBezTo>
                    <a:pt x="112" y="13"/>
                    <a:pt x="112" y="13"/>
                    <a:pt x="112" y="13"/>
                  </a:cubicBezTo>
                  <a:cubicBezTo>
                    <a:pt x="100" y="13"/>
                    <a:pt x="91" y="21"/>
                    <a:pt x="89" y="36"/>
                  </a:cubicBezTo>
                  <a:cubicBezTo>
                    <a:pt x="77" y="36"/>
                    <a:pt x="77" y="36"/>
                    <a:pt x="77" y="36"/>
                  </a:cubicBezTo>
                  <a:cubicBezTo>
                    <a:pt x="77" y="148"/>
                    <a:pt x="77" y="148"/>
                    <a:pt x="77" y="148"/>
                  </a:cubicBezTo>
                  <a:cubicBezTo>
                    <a:pt x="166" y="148"/>
                    <a:pt x="166" y="148"/>
                    <a:pt x="166" y="148"/>
                  </a:cubicBezTo>
                  <a:cubicBezTo>
                    <a:pt x="166" y="36"/>
                    <a:pt x="166" y="36"/>
                    <a:pt x="166" y="36"/>
                  </a:cubicBezTo>
                  <a:lnTo>
                    <a:pt x="154" y="36"/>
                  </a:lnTo>
                  <a:close/>
                  <a:moveTo>
                    <a:pt x="101" y="36"/>
                  </a:moveTo>
                  <a:cubicBezTo>
                    <a:pt x="102" y="23"/>
                    <a:pt x="110" y="23"/>
                    <a:pt x="112" y="23"/>
                  </a:cubicBezTo>
                  <a:cubicBezTo>
                    <a:pt x="131" y="23"/>
                    <a:pt x="131" y="23"/>
                    <a:pt x="131" y="23"/>
                  </a:cubicBezTo>
                  <a:cubicBezTo>
                    <a:pt x="137" y="23"/>
                    <a:pt x="141" y="27"/>
                    <a:pt x="142" y="36"/>
                  </a:cubicBezTo>
                  <a:lnTo>
                    <a:pt x="101" y="36"/>
                  </a:lnTo>
                  <a:close/>
                  <a:moveTo>
                    <a:pt x="42" y="187"/>
                  </a:moveTo>
                  <a:cubicBezTo>
                    <a:pt x="28" y="187"/>
                    <a:pt x="17" y="198"/>
                    <a:pt x="17" y="211"/>
                  </a:cubicBezTo>
                  <a:cubicBezTo>
                    <a:pt x="17" y="224"/>
                    <a:pt x="28" y="235"/>
                    <a:pt x="42" y="235"/>
                  </a:cubicBezTo>
                  <a:cubicBezTo>
                    <a:pt x="55" y="235"/>
                    <a:pt x="66" y="224"/>
                    <a:pt x="66" y="211"/>
                  </a:cubicBezTo>
                  <a:cubicBezTo>
                    <a:pt x="66" y="198"/>
                    <a:pt x="55" y="187"/>
                    <a:pt x="42" y="187"/>
                  </a:cubicBezTo>
                  <a:close/>
                  <a:moveTo>
                    <a:pt x="42" y="224"/>
                  </a:moveTo>
                  <a:cubicBezTo>
                    <a:pt x="34" y="224"/>
                    <a:pt x="29" y="218"/>
                    <a:pt x="29" y="211"/>
                  </a:cubicBezTo>
                  <a:cubicBezTo>
                    <a:pt x="29" y="204"/>
                    <a:pt x="34" y="198"/>
                    <a:pt x="42" y="198"/>
                  </a:cubicBezTo>
                  <a:cubicBezTo>
                    <a:pt x="49" y="198"/>
                    <a:pt x="54" y="204"/>
                    <a:pt x="54" y="211"/>
                  </a:cubicBezTo>
                  <a:cubicBezTo>
                    <a:pt x="54" y="218"/>
                    <a:pt x="49" y="224"/>
                    <a:pt x="42" y="224"/>
                  </a:cubicBezTo>
                  <a:close/>
                  <a:moveTo>
                    <a:pt x="202" y="187"/>
                  </a:moveTo>
                  <a:cubicBezTo>
                    <a:pt x="188" y="187"/>
                    <a:pt x="177" y="198"/>
                    <a:pt x="177" y="211"/>
                  </a:cubicBezTo>
                  <a:cubicBezTo>
                    <a:pt x="177" y="224"/>
                    <a:pt x="188" y="235"/>
                    <a:pt x="202" y="235"/>
                  </a:cubicBezTo>
                  <a:cubicBezTo>
                    <a:pt x="215" y="235"/>
                    <a:pt x="226" y="224"/>
                    <a:pt x="226" y="211"/>
                  </a:cubicBezTo>
                  <a:cubicBezTo>
                    <a:pt x="226" y="198"/>
                    <a:pt x="215" y="187"/>
                    <a:pt x="202" y="187"/>
                  </a:cubicBezTo>
                  <a:close/>
                  <a:moveTo>
                    <a:pt x="202" y="224"/>
                  </a:moveTo>
                  <a:cubicBezTo>
                    <a:pt x="194" y="224"/>
                    <a:pt x="189" y="218"/>
                    <a:pt x="189" y="211"/>
                  </a:cubicBezTo>
                  <a:cubicBezTo>
                    <a:pt x="189" y="204"/>
                    <a:pt x="194" y="198"/>
                    <a:pt x="202" y="198"/>
                  </a:cubicBezTo>
                  <a:cubicBezTo>
                    <a:pt x="209" y="198"/>
                    <a:pt x="214" y="204"/>
                    <a:pt x="214" y="211"/>
                  </a:cubicBezTo>
                  <a:cubicBezTo>
                    <a:pt x="214" y="218"/>
                    <a:pt x="209" y="224"/>
                    <a:pt x="202" y="224"/>
                  </a:cubicBezTo>
                  <a:close/>
                  <a:moveTo>
                    <a:pt x="275" y="20"/>
                  </a:moveTo>
                  <a:cubicBezTo>
                    <a:pt x="246" y="36"/>
                    <a:pt x="246" y="36"/>
                    <a:pt x="246" y="36"/>
                  </a:cubicBezTo>
                  <a:cubicBezTo>
                    <a:pt x="246" y="179"/>
                    <a:pt x="246" y="179"/>
                    <a:pt x="246" y="179"/>
                  </a:cubicBezTo>
                  <a:cubicBezTo>
                    <a:pt x="0" y="179"/>
                    <a:pt x="0" y="179"/>
                    <a:pt x="0" y="179"/>
                  </a:cubicBezTo>
                  <a:cubicBezTo>
                    <a:pt x="0" y="140"/>
                    <a:pt x="0" y="140"/>
                    <a:pt x="0" y="140"/>
                  </a:cubicBezTo>
                  <a:cubicBezTo>
                    <a:pt x="19" y="140"/>
                    <a:pt x="19" y="140"/>
                    <a:pt x="19" y="140"/>
                  </a:cubicBezTo>
                  <a:cubicBezTo>
                    <a:pt x="19" y="160"/>
                    <a:pt x="19" y="160"/>
                    <a:pt x="19" y="160"/>
                  </a:cubicBezTo>
                  <a:cubicBezTo>
                    <a:pt x="226" y="160"/>
                    <a:pt x="226" y="160"/>
                    <a:pt x="226" y="160"/>
                  </a:cubicBezTo>
                  <a:cubicBezTo>
                    <a:pt x="226" y="31"/>
                    <a:pt x="226" y="31"/>
                    <a:pt x="226" y="31"/>
                  </a:cubicBezTo>
                  <a:cubicBezTo>
                    <a:pt x="226" y="31"/>
                    <a:pt x="226" y="30"/>
                    <a:pt x="226" y="29"/>
                  </a:cubicBezTo>
                  <a:cubicBezTo>
                    <a:pt x="227" y="26"/>
                    <a:pt x="228" y="23"/>
                    <a:pt x="231" y="22"/>
                  </a:cubicBezTo>
                  <a:cubicBezTo>
                    <a:pt x="266" y="3"/>
                    <a:pt x="266" y="3"/>
                    <a:pt x="266" y="3"/>
                  </a:cubicBezTo>
                  <a:cubicBezTo>
                    <a:pt x="271" y="0"/>
                    <a:pt x="277" y="2"/>
                    <a:pt x="279" y="7"/>
                  </a:cubicBezTo>
                  <a:cubicBezTo>
                    <a:pt x="282" y="12"/>
                    <a:pt x="280" y="17"/>
                    <a:pt x="275" y="20"/>
                  </a:cubicBezTo>
                  <a:close/>
                </a:path>
              </a:pathLst>
            </a:custGeom>
            <a:solidFill>
              <a:sysClr val="window" lastClr="FFFFFF"/>
            </a:solidFill>
            <a:ln>
              <a:no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0" name="文本框 63"/>
            <p:cNvSpPr txBox="1"/>
            <p:nvPr/>
          </p:nvSpPr>
          <p:spPr>
            <a:xfrm>
              <a:off x="7925165" y="3989044"/>
              <a:ext cx="147703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Title</a:t>
              </a:r>
            </a:p>
          </p:txBody>
        </p:sp>
      </p:grpSp>
      <p:sp>
        <p:nvSpPr>
          <p:cNvPr id="41" name="矩形 40"/>
          <p:cNvSpPr/>
          <p:nvPr/>
        </p:nvSpPr>
        <p:spPr>
          <a:xfrm>
            <a:off x="2280625" y="4452954"/>
            <a:ext cx="1849480" cy="1475105"/>
          </a:xfrm>
          <a:prstGeom prst="rect">
            <a:avLst/>
          </a:prstGeom>
        </p:spPr>
        <p:txBody>
          <a:bodyPr wrap="square" lIns="91416" tIns="45708" rIns="91416" bIns="45708">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mn-cs"/>
            </a:endParaRPr>
          </a:p>
        </p:txBody>
      </p:sp>
      <p:sp>
        <p:nvSpPr>
          <p:cNvPr id="42" name="矩形 41"/>
          <p:cNvSpPr/>
          <p:nvPr/>
        </p:nvSpPr>
        <p:spPr>
          <a:xfrm>
            <a:off x="4318564" y="4411958"/>
            <a:ext cx="1849480" cy="1475105"/>
          </a:xfrm>
          <a:prstGeom prst="rect">
            <a:avLst/>
          </a:prstGeom>
        </p:spPr>
        <p:txBody>
          <a:bodyPr wrap="square" lIns="91416" tIns="45708" rIns="91416" bIns="45708">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mn-cs"/>
            </a:endParaRPr>
          </a:p>
        </p:txBody>
      </p:sp>
      <p:sp>
        <p:nvSpPr>
          <p:cNvPr id="43" name="矩形 42"/>
          <p:cNvSpPr/>
          <p:nvPr/>
        </p:nvSpPr>
        <p:spPr>
          <a:xfrm>
            <a:off x="6312024" y="4411958"/>
            <a:ext cx="1849480" cy="1475105"/>
          </a:xfrm>
          <a:prstGeom prst="rect">
            <a:avLst/>
          </a:prstGeom>
        </p:spPr>
        <p:txBody>
          <a:bodyPr wrap="square" lIns="91416" tIns="45708" rIns="91416" bIns="45708">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mn-cs"/>
            </a:endParaRPr>
          </a:p>
        </p:txBody>
      </p:sp>
      <p:sp>
        <p:nvSpPr>
          <p:cNvPr id="44" name="矩形 43"/>
          <p:cNvSpPr/>
          <p:nvPr/>
        </p:nvSpPr>
        <p:spPr>
          <a:xfrm>
            <a:off x="8133995" y="4411958"/>
            <a:ext cx="1849480" cy="1475105"/>
          </a:xfrm>
          <a:prstGeom prst="rect">
            <a:avLst/>
          </a:prstGeom>
        </p:spPr>
        <p:txBody>
          <a:bodyPr wrap="square" lIns="91416" tIns="45708" rIns="91416" bIns="45708">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mn-cs"/>
            </a:endParaRPr>
          </a:p>
        </p:txBody>
      </p:sp>
      <p:pic>
        <p:nvPicPr>
          <p:cNvPr id="45" name="图片 44">
            <a:extLst>
              <a:ext uri="{FF2B5EF4-FFF2-40B4-BE49-F238E27FC236}">
                <a16:creationId xmlns:a16="http://schemas.microsoft.com/office/drawing/2014/main" id="{3EE0526A-24B4-A9AB-0F19-4D02199F35A4}"/>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12" name="Group 2"/>
          <p:cNvGrpSpPr/>
          <p:nvPr/>
        </p:nvGrpSpPr>
        <p:grpSpPr bwMode="auto">
          <a:xfrm>
            <a:off x="1638471" y="1842265"/>
            <a:ext cx="1135653" cy="1092499"/>
            <a:chOff x="0" y="0"/>
            <a:chExt cx="1282175" cy="1224136"/>
          </a:xfrm>
        </p:grpSpPr>
        <p:sp>
          <p:nvSpPr>
            <p:cNvPr id="13" name="椭圆 12"/>
            <p:cNvSpPr>
              <a:spLocks noChangeArrowheads="1"/>
            </p:cNvSpPr>
            <p:nvPr/>
          </p:nvSpPr>
          <p:spPr bwMode="auto">
            <a:xfrm>
              <a:off x="58039" y="0"/>
              <a:ext cx="1224136" cy="1224136"/>
            </a:xfrm>
            <a:prstGeom prst="ellipse">
              <a:avLst/>
            </a:prstGeom>
            <a:solidFill>
              <a:schemeClr val="accent1"/>
            </a:solidFill>
            <a:ln w="57150" cap="flat" cmpd="sng">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2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sp>
          <p:nvSpPr>
            <p:cNvPr id="14" name="文本框 21"/>
            <p:cNvSpPr>
              <a:spLocks noChangeArrowheads="1"/>
            </p:cNvSpPr>
            <p:nvPr/>
          </p:nvSpPr>
          <p:spPr bwMode="auto">
            <a:xfrm rot="20331793">
              <a:off x="0" y="379550"/>
              <a:ext cx="1263344" cy="463906"/>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en-US" altLang="zh-CN"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rPr>
                <a:t>Title1</a:t>
              </a:r>
              <a:endParaRPr kumimoji="0" lang="zh-CN" altLang="en-US"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endParaRPr>
            </a:p>
          </p:txBody>
        </p:sp>
      </p:grpSp>
      <p:sp>
        <p:nvSpPr>
          <p:cNvPr id="15" name="矩形 14"/>
          <p:cNvSpPr>
            <a:spLocks noChangeArrowheads="1"/>
          </p:cNvSpPr>
          <p:nvPr/>
        </p:nvSpPr>
        <p:spPr bwMode="auto">
          <a:xfrm>
            <a:off x="2941378" y="1826677"/>
            <a:ext cx="40760" cy="1125091"/>
          </a:xfrm>
          <a:prstGeom prst="rect">
            <a:avLst/>
          </a:prstGeom>
          <a:solidFill>
            <a:sysClr val="window" lastClr="FFFFFF">
              <a:lumMod val="50000"/>
            </a:sysClr>
          </a:solidFill>
          <a:ln w="3175">
            <a:solidFill>
              <a:sysClr val="window" lastClr="FFFFFF">
                <a:lumMod val="50000"/>
              </a:sysClr>
            </a:solidFill>
          </a:ln>
          <a:effectLst/>
        </p:spPr>
        <p:txBody>
          <a:bodyPr lIns="81176" tIns="40587" rIns="81176" bIns="40587"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1355" b="0" i="0" u="none" strike="noStrike" kern="0" cap="none" spc="0" normalizeH="0" baseline="0" noProof="0">
              <a:ln>
                <a:noFill/>
              </a:ln>
              <a:solidFill>
                <a:srgbClr val="5F5F5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sp>
        <p:nvSpPr>
          <p:cNvPr id="16" name="矩形 8"/>
          <p:cNvSpPr>
            <a:spLocks noChangeArrowheads="1"/>
          </p:cNvSpPr>
          <p:nvPr/>
        </p:nvSpPr>
        <p:spPr bwMode="auto">
          <a:xfrm>
            <a:off x="3093173" y="1918784"/>
            <a:ext cx="2902381" cy="910590"/>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176" tIns="40587" rIns="81176" bIns="40587">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1200" cap="none" spc="0" normalizeH="0" baseline="0" noProof="0" dirty="0">
              <a:ln>
                <a:noFill/>
              </a:ln>
              <a:solidFill>
                <a:srgbClr val="5F5F5F"/>
              </a:solidFill>
              <a:effectLst/>
              <a:uLnTx/>
              <a:uFillTx/>
              <a:latin typeface="微软雅黑" panose="020B0503020204020204" pitchFamily="34" charset="-122"/>
              <a:ea typeface="微软雅黑" panose="020B0503020204020204" pitchFamily="34" charset="-122"/>
              <a:cs typeface="+mn-ea"/>
            </a:endParaRPr>
          </a:p>
        </p:txBody>
      </p:sp>
      <p:grpSp>
        <p:nvGrpSpPr>
          <p:cNvPr id="17" name="Group 7"/>
          <p:cNvGrpSpPr/>
          <p:nvPr/>
        </p:nvGrpSpPr>
        <p:grpSpPr bwMode="auto">
          <a:xfrm>
            <a:off x="2636384" y="3151563"/>
            <a:ext cx="1127220" cy="1092499"/>
            <a:chOff x="0" y="0"/>
            <a:chExt cx="1273406" cy="1224136"/>
          </a:xfrm>
        </p:grpSpPr>
        <p:sp>
          <p:nvSpPr>
            <p:cNvPr id="18" name="椭圆 17"/>
            <p:cNvSpPr>
              <a:spLocks noChangeArrowheads="1"/>
            </p:cNvSpPr>
            <p:nvPr/>
          </p:nvSpPr>
          <p:spPr bwMode="auto">
            <a:xfrm>
              <a:off x="49270" y="0"/>
              <a:ext cx="1224136" cy="1224136"/>
            </a:xfrm>
            <a:prstGeom prst="ellipse">
              <a:avLst/>
            </a:prstGeom>
            <a:solidFill>
              <a:schemeClr val="accent1"/>
            </a:solidFill>
            <a:ln w="57150" cap="flat" cmpd="sng">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2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sp>
          <p:nvSpPr>
            <p:cNvPr id="19" name="文本框 25"/>
            <p:cNvSpPr>
              <a:spLocks noChangeArrowheads="1"/>
            </p:cNvSpPr>
            <p:nvPr/>
          </p:nvSpPr>
          <p:spPr bwMode="auto">
            <a:xfrm rot="20331793">
              <a:off x="0" y="363730"/>
              <a:ext cx="1263344" cy="463906"/>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rPr>
                <a:t>Title</a:t>
              </a:r>
              <a:r>
                <a:rPr kumimoji="0" lang="en-US" altLang="zh-CN"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rPr>
                <a:t>3</a:t>
              </a:r>
              <a:endParaRPr kumimoji="0" lang="zh-CN" altLang="en-US"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endParaRPr>
            </a:p>
          </p:txBody>
        </p:sp>
      </p:grpSp>
      <p:sp>
        <p:nvSpPr>
          <p:cNvPr id="20" name="矩形 19"/>
          <p:cNvSpPr>
            <a:spLocks noChangeArrowheads="1"/>
          </p:cNvSpPr>
          <p:nvPr/>
        </p:nvSpPr>
        <p:spPr bwMode="auto">
          <a:xfrm>
            <a:off x="3939290" y="3135975"/>
            <a:ext cx="39355" cy="1125091"/>
          </a:xfrm>
          <a:prstGeom prst="rect">
            <a:avLst/>
          </a:prstGeom>
          <a:solidFill>
            <a:sysClr val="window" lastClr="FFFFFF">
              <a:lumMod val="50000"/>
            </a:sysClr>
          </a:solidFill>
          <a:ln w="3175">
            <a:solidFill>
              <a:sysClr val="window" lastClr="FFFFFF">
                <a:lumMod val="50000"/>
              </a:sysClr>
            </a:solidFill>
          </a:ln>
          <a:effectLst/>
        </p:spPr>
        <p:txBody>
          <a:bodyPr lIns="81176" tIns="40587" rIns="81176" bIns="40587"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1355" b="0" i="0" u="none" strike="noStrike" kern="0" cap="none" spc="0" normalizeH="0" baseline="0" noProof="0">
              <a:ln>
                <a:noFill/>
              </a:ln>
              <a:solidFill>
                <a:srgbClr val="5F5F5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sp>
        <p:nvSpPr>
          <p:cNvPr id="21" name="矩形 8"/>
          <p:cNvSpPr>
            <a:spLocks noChangeArrowheads="1"/>
          </p:cNvSpPr>
          <p:nvPr/>
        </p:nvSpPr>
        <p:spPr bwMode="auto">
          <a:xfrm>
            <a:off x="4152930" y="3228079"/>
            <a:ext cx="2685931" cy="1187450"/>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176" tIns="40587" rIns="81176" bIns="40587">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1200" cap="none" spc="0" normalizeH="0" baseline="0" noProof="0" dirty="0">
              <a:ln>
                <a:noFill/>
              </a:ln>
              <a:solidFill>
                <a:srgbClr val="5F5F5F"/>
              </a:solidFill>
              <a:effectLst/>
              <a:uLnTx/>
              <a:uFillTx/>
              <a:latin typeface="微软雅黑" panose="020B0503020204020204" pitchFamily="34" charset="-122"/>
              <a:ea typeface="微软雅黑" panose="020B0503020204020204" pitchFamily="34" charset="-122"/>
              <a:cs typeface="+mn-ea"/>
            </a:endParaRPr>
          </a:p>
        </p:txBody>
      </p:sp>
      <p:sp>
        <p:nvSpPr>
          <p:cNvPr id="22" name="矩形 21"/>
          <p:cNvSpPr>
            <a:spLocks noChangeArrowheads="1"/>
          </p:cNvSpPr>
          <p:nvPr/>
        </p:nvSpPr>
        <p:spPr bwMode="auto">
          <a:xfrm>
            <a:off x="8169876" y="3135975"/>
            <a:ext cx="40760" cy="1125091"/>
          </a:xfrm>
          <a:prstGeom prst="rect">
            <a:avLst/>
          </a:prstGeom>
          <a:solidFill>
            <a:sysClr val="window" lastClr="FFFFFF">
              <a:lumMod val="50000"/>
            </a:sysClr>
          </a:solidFill>
          <a:ln w="3175">
            <a:solidFill>
              <a:sysClr val="window" lastClr="FFFFFF">
                <a:lumMod val="50000"/>
              </a:sysClr>
            </a:solidFill>
          </a:ln>
          <a:effectLst/>
        </p:spPr>
        <p:txBody>
          <a:bodyPr lIns="81176" tIns="40587" rIns="81176" bIns="40587"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1355" b="0" i="0" u="none" strike="noStrike" kern="0" cap="none" spc="0" normalizeH="0" baseline="0" noProof="0">
              <a:ln>
                <a:noFill/>
              </a:ln>
              <a:solidFill>
                <a:srgbClr val="5F5F5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grpSp>
        <p:nvGrpSpPr>
          <p:cNvPr id="23" name="Group 13"/>
          <p:cNvGrpSpPr/>
          <p:nvPr/>
        </p:nvGrpSpPr>
        <p:grpSpPr bwMode="auto">
          <a:xfrm>
            <a:off x="6895082" y="3151563"/>
            <a:ext cx="1118785" cy="1092499"/>
            <a:chOff x="0" y="0"/>
            <a:chExt cx="1263345" cy="1224136"/>
          </a:xfrm>
        </p:grpSpPr>
        <p:sp>
          <p:nvSpPr>
            <p:cNvPr id="24" name="椭圆 23"/>
            <p:cNvSpPr>
              <a:spLocks noChangeArrowheads="1"/>
            </p:cNvSpPr>
            <p:nvPr/>
          </p:nvSpPr>
          <p:spPr bwMode="auto">
            <a:xfrm>
              <a:off x="19605" y="0"/>
              <a:ext cx="1224136" cy="1224136"/>
            </a:xfrm>
            <a:prstGeom prst="ellipse">
              <a:avLst/>
            </a:prstGeom>
            <a:solidFill>
              <a:schemeClr val="tx1">
                <a:lumMod val="50000"/>
                <a:lumOff val="50000"/>
              </a:schemeClr>
            </a:solidFill>
            <a:ln w="57150" cap="flat" cmpd="sng">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2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sp>
          <p:nvSpPr>
            <p:cNvPr id="25" name="文本框 29"/>
            <p:cNvSpPr>
              <a:spLocks noChangeArrowheads="1"/>
            </p:cNvSpPr>
            <p:nvPr/>
          </p:nvSpPr>
          <p:spPr bwMode="auto">
            <a:xfrm rot="20331793">
              <a:off x="0" y="370808"/>
              <a:ext cx="1263345" cy="463906"/>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rPr>
                <a:t>Title</a:t>
              </a:r>
              <a:r>
                <a:rPr kumimoji="0" lang="en-US" altLang="zh-CN"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rPr>
                <a:t>4</a:t>
              </a:r>
              <a:endParaRPr kumimoji="0" lang="zh-CN" altLang="en-US"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endParaRPr>
            </a:p>
          </p:txBody>
        </p:sp>
      </p:grpSp>
      <p:sp>
        <p:nvSpPr>
          <p:cNvPr id="26" name="矩形 8"/>
          <p:cNvSpPr>
            <a:spLocks noChangeArrowheads="1"/>
          </p:cNvSpPr>
          <p:nvPr/>
        </p:nvSpPr>
        <p:spPr bwMode="auto">
          <a:xfrm>
            <a:off x="8361028" y="3228081"/>
            <a:ext cx="2653604" cy="1187450"/>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176" tIns="40587" rIns="81176" bIns="40587">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1200" cap="none" spc="0" normalizeH="0" baseline="0" noProof="0" dirty="0">
              <a:ln>
                <a:noFill/>
              </a:ln>
              <a:solidFill>
                <a:srgbClr val="5F5F5F"/>
              </a:solidFill>
              <a:effectLst/>
              <a:uLnTx/>
              <a:uFillTx/>
              <a:latin typeface="微软雅黑" panose="020B0503020204020204" pitchFamily="34" charset="-122"/>
              <a:ea typeface="微软雅黑" panose="020B0503020204020204" pitchFamily="34" charset="-122"/>
              <a:cs typeface="+mn-ea"/>
            </a:endParaRPr>
          </a:p>
        </p:txBody>
      </p:sp>
      <p:grpSp>
        <p:nvGrpSpPr>
          <p:cNvPr id="30" name="Group 17"/>
          <p:cNvGrpSpPr/>
          <p:nvPr/>
        </p:nvGrpSpPr>
        <p:grpSpPr bwMode="auto">
          <a:xfrm>
            <a:off x="1653933" y="4477867"/>
            <a:ext cx="1120193" cy="1092499"/>
            <a:chOff x="0" y="0"/>
            <a:chExt cx="1265271" cy="1224136"/>
          </a:xfrm>
        </p:grpSpPr>
        <p:sp>
          <p:nvSpPr>
            <p:cNvPr id="31" name="椭圆 30"/>
            <p:cNvSpPr>
              <a:spLocks noChangeArrowheads="1"/>
            </p:cNvSpPr>
            <p:nvPr/>
          </p:nvSpPr>
          <p:spPr bwMode="auto">
            <a:xfrm>
              <a:off x="41135" y="0"/>
              <a:ext cx="1224136" cy="1224136"/>
            </a:xfrm>
            <a:prstGeom prst="ellipse">
              <a:avLst/>
            </a:prstGeom>
            <a:solidFill>
              <a:schemeClr val="accent1"/>
            </a:solidFill>
            <a:ln w="57150" cap="flat" cmpd="sng">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2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sp>
          <p:nvSpPr>
            <p:cNvPr id="32" name="文本框 34"/>
            <p:cNvSpPr>
              <a:spLocks noChangeArrowheads="1"/>
            </p:cNvSpPr>
            <p:nvPr/>
          </p:nvSpPr>
          <p:spPr bwMode="auto">
            <a:xfrm rot="20331793">
              <a:off x="0" y="379289"/>
              <a:ext cx="1263345" cy="463906"/>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rPr>
                <a:t>Title</a:t>
              </a:r>
              <a:r>
                <a:rPr kumimoji="0" lang="en-US" altLang="zh-CN"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rPr>
                <a:t>5</a:t>
              </a:r>
              <a:endParaRPr kumimoji="0" lang="zh-CN" altLang="en-US"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endParaRPr>
            </a:p>
          </p:txBody>
        </p:sp>
      </p:grpSp>
      <p:sp>
        <p:nvSpPr>
          <p:cNvPr id="33" name="矩形 32"/>
          <p:cNvSpPr>
            <a:spLocks noChangeArrowheads="1"/>
          </p:cNvSpPr>
          <p:nvPr/>
        </p:nvSpPr>
        <p:spPr bwMode="auto">
          <a:xfrm>
            <a:off x="2941378" y="4462279"/>
            <a:ext cx="40760" cy="1125091"/>
          </a:xfrm>
          <a:prstGeom prst="rect">
            <a:avLst/>
          </a:prstGeom>
          <a:solidFill>
            <a:sysClr val="window" lastClr="FFFFFF">
              <a:lumMod val="50000"/>
            </a:sysClr>
          </a:solidFill>
          <a:ln w="3175">
            <a:solidFill>
              <a:sysClr val="window" lastClr="FFFFFF">
                <a:lumMod val="50000"/>
              </a:sysClr>
            </a:solidFill>
          </a:ln>
          <a:effectLst/>
        </p:spPr>
        <p:txBody>
          <a:bodyPr lIns="81176" tIns="40587" rIns="81176" bIns="40587"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1355" b="0" i="0" u="none" strike="noStrike" kern="0" cap="none" spc="0" normalizeH="0" baseline="0" noProof="0">
              <a:ln>
                <a:noFill/>
              </a:ln>
              <a:solidFill>
                <a:srgbClr val="5F5F5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sp>
        <p:nvSpPr>
          <p:cNvPr id="34" name="矩形 8"/>
          <p:cNvSpPr>
            <a:spLocks noChangeArrowheads="1"/>
          </p:cNvSpPr>
          <p:nvPr/>
        </p:nvSpPr>
        <p:spPr bwMode="auto">
          <a:xfrm>
            <a:off x="3093175" y="4554383"/>
            <a:ext cx="2743556" cy="1187450"/>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176" tIns="40587" rIns="81176" bIns="40587">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1200" cap="none" spc="0" normalizeH="0" baseline="0" noProof="0" dirty="0">
              <a:ln>
                <a:noFill/>
              </a:ln>
              <a:solidFill>
                <a:srgbClr val="5F5F5F"/>
              </a:solidFill>
              <a:effectLst/>
              <a:uLnTx/>
              <a:uFillTx/>
              <a:latin typeface="微软雅黑" panose="020B0503020204020204" pitchFamily="34" charset="-122"/>
              <a:ea typeface="微软雅黑" panose="020B0503020204020204" pitchFamily="34" charset="-122"/>
              <a:cs typeface="+mn-ea"/>
            </a:endParaRPr>
          </a:p>
        </p:txBody>
      </p:sp>
      <p:grpSp>
        <p:nvGrpSpPr>
          <p:cNvPr id="35" name="Group 22"/>
          <p:cNvGrpSpPr/>
          <p:nvPr/>
        </p:nvGrpSpPr>
        <p:grpSpPr bwMode="auto">
          <a:xfrm>
            <a:off x="5951984" y="1842265"/>
            <a:ext cx="1127220" cy="1092499"/>
            <a:chOff x="0" y="0"/>
            <a:chExt cx="1273406" cy="1224136"/>
          </a:xfrm>
        </p:grpSpPr>
        <p:sp>
          <p:nvSpPr>
            <p:cNvPr id="36" name="椭圆 35"/>
            <p:cNvSpPr>
              <a:spLocks noChangeArrowheads="1"/>
            </p:cNvSpPr>
            <p:nvPr/>
          </p:nvSpPr>
          <p:spPr bwMode="auto">
            <a:xfrm>
              <a:off x="49270" y="0"/>
              <a:ext cx="1224136" cy="1224136"/>
            </a:xfrm>
            <a:prstGeom prst="ellipse">
              <a:avLst/>
            </a:prstGeom>
            <a:solidFill>
              <a:schemeClr val="tx1">
                <a:lumMod val="50000"/>
                <a:lumOff val="50000"/>
              </a:schemeClr>
            </a:solidFill>
            <a:ln w="57150" cap="flat" cmpd="sng">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2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sp>
          <p:nvSpPr>
            <p:cNvPr id="39" name="文本框 25"/>
            <p:cNvSpPr>
              <a:spLocks noChangeArrowheads="1"/>
            </p:cNvSpPr>
            <p:nvPr/>
          </p:nvSpPr>
          <p:spPr bwMode="auto">
            <a:xfrm rot="20331793">
              <a:off x="0" y="363730"/>
              <a:ext cx="1263344" cy="463906"/>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rPr>
                <a:t>Title</a:t>
              </a:r>
              <a:r>
                <a:rPr kumimoji="0" lang="en-US" altLang="zh-CN"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rPr>
                <a:t>2</a:t>
              </a:r>
              <a:endParaRPr kumimoji="0" lang="zh-CN" altLang="en-US"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endParaRPr>
            </a:p>
          </p:txBody>
        </p:sp>
      </p:grpSp>
      <p:sp>
        <p:nvSpPr>
          <p:cNvPr id="40" name="矩形 39"/>
          <p:cNvSpPr>
            <a:spLocks noChangeArrowheads="1"/>
          </p:cNvSpPr>
          <p:nvPr/>
        </p:nvSpPr>
        <p:spPr bwMode="auto">
          <a:xfrm>
            <a:off x="7253484" y="1826677"/>
            <a:ext cx="40760" cy="1125091"/>
          </a:xfrm>
          <a:prstGeom prst="rect">
            <a:avLst/>
          </a:prstGeom>
          <a:solidFill>
            <a:sysClr val="window" lastClr="FFFFFF">
              <a:lumMod val="50000"/>
            </a:sysClr>
          </a:solidFill>
          <a:ln w="3175">
            <a:solidFill>
              <a:sysClr val="window" lastClr="FFFFFF">
                <a:lumMod val="50000"/>
              </a:sysClr>
            </a:solidFill>
          </a:ln>
          <a:effectLst/>
        </p:spPr>
        <p:txBody>
          <a:bodyPr lIns="81176" tIns="40587" rIns="81176" bIns="40587"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1355" b="0" i="0" u="none" strike="noStrike" kern="0" cap="none" spc="0" normalizeH="0" baseline="0" noProof="0">
              <a:ln>
                <a:noFill/>
              </a:ln>
              <a:solidFill>
                <a:srgbClr val="5F5F5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sp>
        <p:nvSpPr>
          <p:cNvPr id="41" name="矩形 8"/>
          <p:cNvSpPr>
            <a:spLocks noChangeArrowheads="1"/>
          </p:cNvSpPr>
          <p:nvPr/>
        </p:nvSpPr>
        <p:spPr bwMode="auto">
          <a:xfrm>
            <a:off x="7468529" y="1918781"/>
            <a:ext cx="3354953" cy="910590"/>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176" tIns="40587" rIns="81176" bIns="40587">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1200" cap="none" spc="0" normalizeH="0" baseline="0" noProof="0" dirty="0">
              <a:ln>
                <a:noFill/>
              </a:ln>
              <a:solidFill>
                <a:srgbClr val="5F5F5F"/>
              </a:solidFill>
              <a:effectLst/>
              <a:uLnTx/>
              <a:uFillTx/>
              <a:latin typeface="微软雅黑" panose="020B0503020204020204" pitchFamily="34" charset="-122"/>
              <a:ea typeface="微软雅黑" panose="020B0503020204020204" pitchFamily="34" charset="-122"/>
              <a:cs typeface="+mn-ea"/>
            </a:endParaRPr>
          </a:p>
        </p:txBody>
      </p:sp>
      <p:grpSp>
        <p:nvGrpSpPr>
          <p:cNvPr id="42" name="Group 27"/>
          <p:cNvGrpSpPr/>
          <p:nvPr/>
        </p:nvGrpSpPr>
        <p:grpSpPr bwMode="auto">
          <a:xfrm>
            <a:off x="5951984" y="4477867"/>
            <a:ext cx="1127220" cy="1092499"/>
            <a:chOff x="0" y="0"/>
            <a:chExt cx="1273406" cy="1224136"/>
          </a:xfrm>
        </p:grpSpPr>
        <p:sp>
          <p:nvSpPr>
            <p:cNvPr id="43" name="椭圆 42"/>
            <p:cNvSpPr>
              <a:spLocks noChangeArrowheads="1"/>
            </p:cNvSpPr>
            <p:nvPr/>
          </p:nvSpPr>
          <p:spPr bwMode="auto">
            <a:xfrm>
              <a:off x="49270" y="0"/>
              <a:ext cx="1224136" cy="1224136"/>
            </a:xfrm>
            <a:prstGeom prst="ellipse">
              <a:avLst/>
            </a:prstGeom>
            <a:solidFill>
              <a:schemeClr val="tx1">
                <a:lumMod val="50000"/>
                <a:lumOff val="50000"/>
              </a:schemeClr>
            </a:solidFill>
            <a:ln w="57150" cap="flat" cmpd="sng">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2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sp>
          <p:nvSpPr>
            <p:cNvPr id="44" name="文本框 25"/>
            <p:cNvSpPr>
              <a:spLocks noChangeArrowheads="1"/>
            </p:cNvSpPr>
            <p:nvPr/>
          </p:nvSpPr>
          <p:spPr bwMode="auto">
            <a:xfrm rot="20331793">
              <a:off x="0" y="363730"/>
              <a:ext cx="1263344" cy="463906"/>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rPr>
                <a:t>Title</a:t>
              </a:r>
              <a:r>
                <a:rPr kumimoji="0" lang="en-US" altLang="zh-CN"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rPr>
                <a:t>6</a:t>
              </a:r>
              <a:endParaRPr kumimoji="0" lang="zh-CN" altLang="en-US" sz="2100" b="0"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ea"/>
              </a:endParaRPr>
            </a:p>
          </p:txBody>
        </p:sp>
      </p:grpSp>
      <p:sp>
        <p:nvSpPr>
          <p:cNvPr id="45" name="矩形 44"/>
          <p:cNvSpPr>
            <a:spLocks noChangeArrowheads="1"/>
          </p:cNvSpPr>
          <p:nvPr/>
        </p:nvSpPr>
        <p:spPr bwMode="auto">
          <a:xfrm>
            <a:off x="7253484" y="4462279"/>
            <a:ext cx="40760" cy="1125091"/>
          </a:xfrm>
          <a:prstGeom prst="rect">
            <a:avLst/>
          </a:prstGeom>
          <a:solidFill>
            <a:sysClr val="window" lastClr="FFFFFF">
              <a:lumMod val="50000"/>
            </a:sysClr>
          </a:solidFill>
          <a:ln w="3175">
            <a:solidFill>
              <a:sysClr val="window" lastClr="FFFFFF">
                <a:lumMod val="50000"/>
              </a:sysClr>
            </a:solidFill>
          </a:ln>
          <a:effectLst/>
        </p:spPr>
        <p:txBody>
          <a:bodyPr lIns="81176" tIns="40587" rIns="81176" bIns="40587"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zh-CN" sz="1355" b="0" i="0" u="none" strike="noStrike" kern="0" cap="none" spc="0" normalizeH="0" baseline="0" noProof="0">
              <a:ln>
                <a:noFill/>
              </a:ln>
              <a:solidFill>
                <a:srgbClr val="5F5F5F"/>
              </a:solidFill>
              <a:effectLst/>
              <a:uLnTx/>
              <a:uFillTx/>
              <a:latin typeface="微软雅黑" panose="020B0503020204020204" pitchFamily="34" charset="-122"/>
              <a:ea typeface="微软雅黑" panose="020B0503020204020204" pitchFamily="34" charset="-122"/>
              <a:cs typeface="+mn-ea"/>
              <a:sym typeface="宋体" panose="02010600030101010101" pitchFamily="2" charset="-122"/>
            </a:endParaRPr>
          </a:p>
        </p:txBody>
      </p:sp>
      <p:sp>
        <p:nvSpPr>
          <p:cNvPr id="46" name="矩形 8"/>
          <p:cNvSpPr>
            <a:spLocks noChangeArrowheads="1"/>
          </p:cNvSpPr>
          <p:nvPr/>
        </p:nvSpPr>
        <p:spPr bwMode="auto">
          <a:xfrm>
            <a:off x="7468529" y="4554384"/>
            <a:ext cx="3354953" cy="910590"/>
          </a:xfrm>
          <a:prstGeom prst="rect">
            <a:avLst/>
          </a:prstGeom>
          <a:noFill/>
          <a:ln>
            <a:noFill/>
          </a:ln>
          <a:effectLst/>
          <a:extLst>
            <a:ext uri="{909E8E84-426E-40DD-AFC4-6F175D3DCCD1}">
              <a14:hiddenFill xmlns:a14="http://schemas.microsoft.com/office/drawing/2010/main">
                <a:solidFill>
                  <a:srgbClr val="00B0F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176" tIns="40587" rIns="81176" bIns="40587">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1200" cap="none" spc="0" normalizeH="0" baseline="0" noProof="0" dirty="0">
              <a:ln>
                <a:noFill/>
              </a:ln>
              <a:solidFill>
                <a:srgbClr val="5F5F5F"/>
              </a:solidFill>
              <a:effectLst/>
              <a:uLnTx/>
              <a:uFillTx/>
              <a:latin typeface="微软雅黑" panose="020B0503020204020204" pitchFamily="34" charset="-122"/>
              <a:ea typeface="微软雅黑" panose="020B0503020204020204" pitchFamily="34" charset="-122"/>
              <a:cs typeface="+mn-ea"/>
            </a:endParaRPr>
          </a:p>
        </p:txBody>
      </p:sp>
      <p:pic>
        <p:nvPicPr>
          <p:cNvPr id="47" name="图片 46">
            <a:extLst>
              <a:ext uri="{FF2B5EF4-FFF2-40B4-BE49-F238E27FC236}">
                <a16:creationId xmlns:a16="http://schemas.microsoft.com/office/drawing/2014/main" id="{BA80E515-EC70-9CC1-9E37-98E7858A500B}"/>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12" name="组合 11"/>
          <p:cNvGrpSpPr/>
          <p:nvPr/>
        </p:nvGrpSpPr>
        <p:grpSpPr>
          <a:xfrm>
            <a:off x="629770" y="1773692"/>
            <a:ext cx="10938838" cy="4471240"/>
            <a:chOff x="768486" y="1562217"/>
            <a:chExt cx="10938838" cy="4471240"/>
          </a:xfrm>
        </p:grpSpPr>
        <p:sp>
          <p:nvSpPr>
            <p:cNvPr id="13" name="Freeform 5"/>
            <p:cNvSpPr>
              <a:spLocks noEditPoints="1"/>
            </p:cNvSpPr>
            <p:nvPr/>
          </p:nvSpPr>
          <p:spPr bwMode="auto">
            <a:xfrm>
              <a:off x="5321714" y="2779103"/>
              <a:ext cx="1411902" cy="1411902"/>
            </a:xfrm>
            <a:custGeom>
              <a:avLst/>
              <a:gdLst>
                <a:gd name="T0" fmla="*/ 116 w 211"/>
                <a:gd name="T1" fmla="*/ 10 h 211"/>
                <a:gd name="T2" fmla="*/ 116 w 211"/>
                <a:gd name="T3" fmla="*/ 0 h 211"/>
                <a:gd name="T4" fmla="*/ 181 w 211"/>
                <a:gd name="T5" fmla="*/ 30 h 211"/>
                <a:gd name="T6" fmla="*/ 211 w 211"/>
                <a:gd name="T7" fmla="*/ 95 h 211"/>
                <a:gd name="T8" fmla="*/ 201 w 211"/>
                <a:gd name="T9" fmla="*/ 95 h 211"/>
                <a:gd name="T10" fmla="*/ 174 w 211"/>
                <a:gd name="T11" fmla="*/ 37 h 211"/>
                <a:gd name="T12" fmla="*/ 116 w 211"/>
                <a:gd name="T13" fmla="*/ 10 h 211"/>
                <a:gd name="T14" fmla="*/ 10 w 211"/>
                <a:gd name="T15" fmla="*/ 115 h 211"/>
                <a:gd name="T16" fmla="*/ 0 w 211"/>
                <a:gd name="T17" fmla="*/ 115 h 211"/>
                <a:gd name="T18" fmla="*/ 30 w 211"/>
                <a:gd name="T19" fmla="*/ 180 h 211"/>
                <a:gd name="T20" fmla="*/ 96 w 211"/>
                <a:gd name="T21" fmla="*/ 211 h 211"/>
                <a:gd name="T22" fmla="*/ 96 w 211"/>
                <a:gd name="T23" fmla="*/ 201 h 211"/>
                <a:gd name="T24" fmla="*/ 38 w 211"/>
                <a:gd name="T25" fmla="*/ 173 h 211"/>
                <a:gd name="T26" fmla="*/ 10 w 211"/>
                <a:gd name="T27" fmla="*/ 115 h 211"/>
                <a:gd name="T28" fmla="*/ 10 w 211"/>
                <a:gd name="T29" fmla="*/ 95 h 211"/>
                <a:gd name="T30" fmla="*/ 38 w 211"/>
                <a:gd name="T31" fmla="*/ 37 h 211"/>
                <a:gd name="T32" fmla="*/ 96 w 211"/>
                <a:gd name="T33" fmla="*/ 10 h 211"/>
                <a:gd name="T34" fmla="*/ 96 w 211"/>
                <a:gd name="T35" fmla="*/ 0 h 211"/>
                <a:gd name="T36" fmla="*/ 30 w 211"/>
                <a:gd name="T37" fmla="*/ 30 h 211"/>
                <a:gd name="T38" fmla="*/ 0 w 211"/>
                <a:gd name="T39" fmla="*/ 95 h 211"/>
                <a:gd name="T40" fmla="*/ 10 w 211"/>
                <a:gd name="T41" fmla="*/ 95 h 211"/>
                <a:gd name="T42" fmla="*/ 201 w 211"/>
                <a:gd name="T43" fmla="*/ 115 h 211"/>
                <a:gd name="T44" fmla="*/ 174 w 211"/>
                <a:gd name="T45" fmla="*/ 173 h 211"/>
                <a:gd name="T46" fmla="*/ 116 w 211"/>
                <a:gd name="T47" fmla="*/ 201 h 211"/>
                <a:gd name="T48" fmla="*/ 116 w 211"/>
                <a:gd name="T49" fmla="*/ 211 h 211"/>
                <a:gd name="T50" fmla="*/ 181 w 211"/>
                <a:gd name="T51" fmla="*/ 180 h 211"/>
                <a:gd name="T52" fmla="*/ 211 w 211"/>
                <a:gd name="T53" fmla="*/ 115 h 211"/>
                <a:gd name="T54" fmla="*/ 201 w 211"/>
                <a:gd name="T55" fmla="*/ 115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1" h="211">
                  <a:moveTo>
                    <a:pt x="116" y="10"/>
                  </a:moveTo>
                  <a:cubicBezTo>
                    <a:pt x="116" y="0"/>
                    <a:pt x="116" y="0"/>
                    <a:pt x="116" y="0"/>
                  </a:cubicBezTo>
                  <a:cubicBezTo>
                    <a:pt x="139" y="2"/>
                    <a:pt x="163" y="12"/>
                    <a:pt x="181" y="30"/>
                  </a:cubicBezTo>
                  <a:cubicBezTo>
                    <a:pt x="199" y="48"/>
                    <a:pt x="209" y="72"/>
                    <a:pt x="211" y="95"/>
                  </a:cubicBezTo>
                  <a:cubicBezTo>
                    <a:pt x="201" y="95"/>
                    <a:pt x="201" y="95"/>
                    <a:pt x="201" y="95"/>
                  </a:cubicBezTo>
                  <a:cubicBezTo>
                    <a:pt x="199" y="74"/>
                    <a:pt x="190" y="53"/>
                    <a:pt x="174" y="37"/>
                  </a:cubicBezTo>
                  <a:cubicBezTo>
                    <a:pt x="157" y="21"/>
                    <a:pt x="137" y="12"/>
                    <a:pt x="116" y="10"/>
                  </a:cubicBezTo>
                  <a:close/>
                  <a:moveTo>
                    <a:pt x="10" y="115"/>
                  </a:moveTo>
                  <a:cubicBezTo>
                    <a:pt x="0" y="115"/>
                    <a:pt x="0" y="115"/>
                    <a:pt x="0" y="115"/>
                  </a:cubicBezTo>
                  <a:cubicBezTo>
                    <a:pt x="2" y="139"/>
                    <a:pt x="12" y="162"/>
                    <a:pt x="30" y="180"/>
                  </a:cubicBezTo>
                  <a:cubicBezTo>
                    <a:pt x="49" y="199"/>
                    <a:pt x="72" y="209"/>
                    <a:pt x="96" y="211"/>
                  </a:cubicBezTo>
                  <a:cubicBezTo>
                    <a:pt x="96" y="201"/>
                    <a:pt x="96" y="201"/>
                    <a:pt x="96" y="201"/>
                  </a:cubicBezTo>
                  <a:cubicBezTo>
                    <a:pt x="74" y="199"/>
                    <a:pt x="54" y="189"/>
                    <a:pt x="38" y="173"/>
                  </a:cubicBezTo>
                  <a:cubicBezTo>
                    <a:pt x="21" y="157"/>
                    <a:pt x="12" y="137"/>
                    <a:pt x="10" y="115"/>
                  </a:cubicBezTo>
                  <a:close/>
                  <a:moveTo>
                    <a:pt x="10" y="95"/>
                  </a:moveTo>
                  <a:cubicBezTo>
                    <a:pt x="12" y="74"/>
                    <a:pt x="21" y="53"/>
                    <a:pt x="38" y="37"/>
                  </a:cubicBezTo>
                  <a:cubicBezTo>
                    <a:pt x="54" y="21"/>
                    <a:pt x="74" y="12"/>
                    <a:pt x="96" y="10"/>
                  </a:cubicBezTo>
                  <a:cubicBezTo>
                    <a:pt x="96" y="0"/>
                    <a:pt x="96" y="0"/>
                    <a:pt x="96" y="0"/>
                  </a:cubicBezTo>
                  <a:cubicBezTo>
                    <a:pt x="72" y="2"/>
                    <a:pt x="49" y="12"/>
                    <a:pt x="30" y="30"/>
                  </a:cubicBezTo>
                  <a:cubicBezTo>
                    <a:pt x="12" y="48"/>
                    <a:pt x="2" y="72"/>
                    <a:pt x="0" y="95"/>
                  </a:cubicBezTo>
                  <a:lnTo>
                    <a:pt x="10" y="95"/>
                  </a:lnTo>
                  <a:close/>
                  <a:moveTo>
                    <a:pt x="201" y="115"/>
                  </a:moveTo>
                  <a:cubicBezTo>
                    <a:pt x="199" y="137"/>
                    <a:pt x="190" y="157"/>
                    <a:pt x="174" y="173"/>
                  </a:cubicBezTo>
                  <a:cubicBezTo>
                    <a:pt x="157" y="189"/>
                    <a:pt x="137" y="199"/>
                    <a:pt x="116" y="201"/>
                  </a:cubicBezTo>
                  <a:cubicBezTo>
                    <a:pt x="116" y="211"/>
                    <a:pt x="116" y="211"/>
                    <a:pt x="116" y="211"/>
                  </a:cubicBezTo>
                  <a:cubicBezTo>
                    <a:pt x="139" y="209"/>
                    <a:pt x="163" y="199"/>
                    <a:pt x="181" y="180"/>
                  </a:cubicBezTo>
                  <a:cubicBezTo>
                    <a:pt x="199" y="162"/>
                    <a:pt x="209" y="139"/>
                    <a:pt x="211" y="115"/>
                  </a:cubicBezTo>
                  <a:lnTo>
                    <a:pt x="201" y="115"/>
                  </a:lnTo>
                  <a:close/>
                </a:path>
              </a:pathLst>
            </a:custGeom>
            <a:solidFill>
              <a:schemeClr val="accent1"/>
            </a:solidFill>
            <a:ln>
              <a:solidFill>
                <a:schemeClr val="accent1"/>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06307C"/>
                </a:solidFill>
                <a:effectLst/>
                <a:uLnTx/>
                <a:uFillTx/>
                <a:latin typeface="微软雅黑" panose="020B0503020204020204" pitchFamily="34" charset="-122"/>
                <a:ea typeface="微软雅黑" panose="020B0503020204020204" pitchFamily="34" charset="-122"/>
                <a:cs typeface="+mn-cs"/>
              </a:endParaRPr>
            </a:p>
          </p:txBody>
        </p:sp>
        <p:sp>
          <p:nvSpPr>
            <p:cNvPr id="14" name="Freeform 6"/>
            <p:cNvSpPr/>
            <p:nvPr/>
          </p:nvSpPr>
          <p:spPr bwMode="auto">
            <a:xfrm>
              <a:off x="4605621" y="2056837"/>
              <a:ext cx="1358107" cy="1358107"/>
            </a:xfrm>
            <a:custGeom>
              <a:avLst/>
              <a:gdLst>
                <a:gd name="T0" fmla="*/ 95 w 203"/>
                <a:gd name="T1" fmla="*/ 203 h 203"/>
                <a:gd name="T2" fmla="*/ 129 w 203"/>
                <a:gd name="T3" fmla="*/ 130 h 203"/>
                <a:gd name="T4" fmla="*/ 203 w 203"/>
                <a:gd name="T5" fmla="*/ 96 h 203"/>
                <a:gd name="T6" fmla="*/ 203 w 203"/>
                <a:gd name="T7" fmla="*/ 0 h 203"/>
                <a:gd name="T8" fmla="*/ 77 w 203"/>
                <a:gd name="T9" fmla="*/ 48 h 203"/>
                <a:gd name="T10" fmla="*/ 40 w 203"/>
                <a:gd name="T11" fmla="*/ 41 h 203"/>
                <a:gd name="T12" fmla="*/ 48 w 203"/>
                <a:gd name="T13" fmla="*/ 78 h 203"/>
                <a:gd name="T14" fmla="*/ 0 w 203"/>
                <a:gd name="T15" fmla="*/ 203 h 203"/>
                <a:gd name="T16" fmla="*/ 95 w 203"/>
                <a:gd name="T17"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203">
                  <a:moveTo>
                    <a:pt x="95" y="203"/>
                  </a:moveTo>
                  <a:cubicBezTo>
                    <a:pt x="97" y="177"/>
                    <a:pt x="109" y="150"/>
                    <a:pt x="129" y="130"/>
                  </a:cubicBezTo>
                  <a:cubicBezTo>
                    <a:pt x="150" y="109"/>
                    <a:pt x="176" y="98"/>
                    <a:pt x="203" y="96"/>
                  </a:cubicBezTo>
                  <a:cubicBezTo>
                    <a:pt x="203" y="0"/>
                    <a:pt x="203" y="0"/>
                    <a:pt x="203" y="0"/>
                  </a:cubicBezTo>
                  <a:cubicBezTo>
                    <a:pt x="158" y="2"/>
                    <a:pt x="114" y="18"/>
                    <a:pt x="77" y="48"/>
                  </a:cubicBezTo>
                  <a:cubicBezTo>
                    <a:pt x="40" y="41"/>
                    <a:pt x="40" y="41"/>
                    <a:pt x="40" y="41"/>
                  </a:cubicBezTo>
                  <a:cubicBezTo>
                    <a:pt x="48" y="78"/>
                    <a:pt x="48" y="78"/>
                    <a:pt x="48" y="78"/>
                  </a:cubicBezTo>
                  <a:cubicBezTo>
                    <a:pt x="18" y="114"/>
                    <a:pt x="2" y="159"/>
                    <a:pt x="0" y="203"/>
                  </a:cubicBezTo>
                  <a:lnTo>
                    <a:pt x="95" y="203"/>
                  </a:lnTo>
                  <a:close/>
                </a:path>
              </a:pathLst>
            </a:custGeom>
            <a:solidFill>
              <a:schemeClr val="accent1"/>
            </a:solidFill>
            <a:ln w="25400" cap="flat" cmpd="sng" algn="ctr">
              <a:noFill/>
              <a:prstDash val="solid"/>
              <a:miter lim="800000"/>
            </a:ln>
            <a:effectLst>
              <a:outerShdw blurRad="381000" dist="254000" dir="2700000" algn="tl" rotWithShape="0">
                <a:prstClr val="black">
                  <a:alpha val="6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5" name="Freeform 7"/>
            <p:cNvSpPr/>
            <p:nvPr/>
          </p:nvSpPr>
          <p:spPr bwMode="auto">
            <a:xfrm>
              <a:off x="4605621" y="3548990"/>
              <a:ext cx="1358107" cy="1358107"/>
            </a:xfrm>
            <a:custGeom>
              <a:avLst/>
              <a:gdLst>
                <a:gd name="T0" fmla="*/ 203 w 203"/>
                <a:gd name="T1" fmla="*/ 108 h 203"/>
                <a:gd name="T2" fmla="*/ 129 w 203"/>
                <a:gd name="T3" fmla="*/ 74 h 203"/>
                <a:gd name="T4" fmla="*/ 95 w 203"/>
                <a:gd name="T5" fmla="*/ 0 h 203"/>
                <a:gd name="T6" fmla="*/ 0 w 203"/>
                <a:gd name="T7" fmla="*/ 0 h 203"/>
                <a:gd name="T8" fmla="*/ 48 w 203"/>
                <a:gd name="T9" fmla="*/ 126 h 203"/>
                <a:gd name="T10" fmla="*/ 40 w 203"/>
                <a:gd name="T11" fmla="*/ 162 h 203"/>
                <a:gd name="T12" fmla="*/ 77 w 203"/>
                <a:gd name="T13" fmla="*/ 155 h 203"/>
                <a:gd name="T14" fmla="*/ 203 w 203"/>
                <a:gd name="T15" fmla="*/ 203 h 203"/>
                <a:gd name="T16" fmla="*/ 203 w 203"/>
                <a:gd name="T17" fmla="*/ 10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203">
                  <a:moveTo>
                    <a:pt x="203" y="108"/>
                  </a:moveTo>
                  <a:cubicBezTo>
                    <a:pt x="176" y="105"/>
                    <a:pt x="150" y="94"/>
                    <a:pt x="129" y="74"/>
                  </a:cubicBezTo>
                  <a:cubicBezTo>
                    <a:pt x="109" y="53"/>
                    <a:pt x="98" y="27"/>
                    <a:pt x="95" y="0"/>
                  </a:cubicBezTo>
                  <a:cubicBezTo>
                    <a:pt x="0" y="0"/>
                    <a:pt x="0" y="0"/>
                    <a:pt x="0" y="0"/>
                  </a:cubicBezTo>
                  <a:cubicBezTo>
                    <a:pt x="2" y="45"/>
                    <a:pt x="18" y="89"/>
                    <a:pt x="48" y="126"/>
                  </a:cubicBezTo>
                  <a:cubicBezTo>
                    <a:pt x="40" y="162"/>
                    <a:pt x="40" y="162"/>
                    <a:pt x="40" y="162"/>
                  </a:cubicBezTo>
                  <a:cubicBezTo>
                    <a:pt x="77" y="155"/>
                    <a:pt x="77" y="155"/>
                    <a:pt x="77" y="155"/>
                  </a:cubicBezTo>
                  <a:cubicBezTo>
                    <a:pt x="114" y="185"/>
                    <a:pt x="158" y="201"/>
                    <a:pt x="203" y="203"/>
                  </a:cubicBezTo>
                  <a:lnTo>
                    <a:pt x="203" y="108"/>
                  </a:lnTo>
                  <a:close/>
                </a:path>
              </a:pathLst>
            </a:custGeom>
            <a:solidFill>
              <a:schemeClr val="accent1"/>
            </a:solidFill>
            <a:ln w="25400" cap="flat" cmpd="sng" algn="ctr">
              <a:noFill/>
              <a:prstDash val="solid"/>
              <a:miter lim="800000"/>
            </a:ln>
            <a:effectLst>
              <a:outerShdw blurRad="381000" dist="254000" dir="2700000" algn="tl" rotWithShape="0">
                <a:prstClr val="black">
                  <a:alpha val="6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6" name="Freeform 8"/>
            <p:cNvSpPr/>
            <p:nvPr/>
          </p:nvSpPr>
          <p:spPr bwMode="auto">
            <a:xfrm>
              <a:off x="6097775" y="2056837"/>
              <a:ext cx="1351933" cy="1358107"/>
            </a:xfrm>
            <a:custGeom>
              <a:avLst/>
              <a:gdLst>
                <a:gd name="T0" fmla="*/ 127 w 202"/>
                <a:gd name="T1" fmla="*/ 50 h 203"/>
                <a:gd name="T2" fmla="*/ 0 w 202"/>
                <a:gd name="T3" fmla="*/ 0 h 203"/>
                <a:gd name="T4" fmla="*/ 0 w 202"/>
                <a:gd name="T5" fmla="*/ 96 h 203"/>
                <a:gd name="T6" fmla="*/ 73 w 202"/>
                <a:gd name="T7" fmla="*/ 130 h 203"/>
                <a:gd name="T8" fmla="*/ 107 w 202"/>
                <a:gd name="T9" fmla="*/ 203 h 203"/>
                <a:gd name="T10" fmla="*/ 202 w 202"/>
                <a:gd name="T11" fmla="*/ 203 h 203"/>
                <a:gd name="T12" fmla="*/ 156 w 202"/>
                <a:gd name="T13" fmla="*/ 79 h 203"/>
                <a:gd name="T14" fmla="*/ 163 w 202"/>
                <a:gd name="T15" fmla="*/ 42 h 203"/>
                <a:gd name="T16" fmla="*/ 127 w 202"/>
                <a:gd name="T17" fmla="*/ 5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 h="203">
                  <a:moveTo>
                    <a:pt x="127" y="50"/>
                  </a:moveTo>
                  <a:cubicBezTo>
                    <a:pt x="90" y="19"/>
                    <a:pt x="45" y="3"/>
                    <a:pt x="0" y="0"/>
                  </a:cubicBezTo>
                  <a:cubicBezTo>
                    <a:pt x="0" y="96"/>
                    <a:pt x="0" y="96"/>
                    <a:pt x="0" y="96"/>
                  </a:cubicBezTo>
                  <a:cubicBezTo>
                    <a:pt x="26" y="98"/>
                    <a:pt x="53" y="109"/>
                    <a:pt x="73" y="130"/>
                  </a:cubicBezTo>
                  <a:cubicBezTo>
                    <a:pt x="94" y="150"/>
                    <a:pt x="105" y="177"/>
                    <a:pt x="107" y="203"/>
                  </a:cubicBezTo>
                  <a:cubicBezTo>
                    <a:pt x="202" y="203"/>
                    <a:pt x="202" y="203"/>
                    <a:pt x="202" y="203"/>
                  </a:cubicBezTo>
                  <a:cubicBezTo>
                    <a:pt x="200" y="159"/>
                    <a:pt x="185" y="115"/>
                    <a:pt x="156" y="79"/>
                  </a:cubicBezTo>
                  <a:cubicBezTo>
                    <a:pt x="163" y="42"/>
                    <a:pt x="163" y="42"/>
                    <a:pt x="163" y="42"/>
                  </a:cubicBezTo>
                  <a:lnTo>
                    <a:pt x="127" y="50"/>
                  </a:lnTo>
                  <a:close/>
                </a:path>
              </a:pathLst>
            </a:custGeom>
            <a:solidFill>
              <a:schemeClr val="accent1"/>
            </a:solidFill>
            <a:ln w="25400" cap="flat" cmpd="sng" algn="ctr">
              <a:noFill/>
              <a:prstDash val="solid"/>
              <a:miter lim="800000"/>
            </a:ln>
            <a:effectLst>
              <a:outerShdw blurRad="381000" dist="254000" dir="2700000" algn="tl" rotWithShape="0">
                <a:prstClr val="black">
                  <a:alpha val="6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7" name="Freeform 9"/>
            <p:cNvSpPr/>
            <p:nvPr/>
          </p:nvSpPr>
          <p:spPr bwMode="auto">
            <a:xfrm>
              <a:off x="6097775" y="3548990"/>
              <a:ext cx="1351933" cy="1358107"/>
            </a:xfrm>
            <a:custGeom>
              <a:avLst/>
              <a:gdLst>
                <a:gd name="T0" fmla="*/ 107 w 202"/>
                <a:gd name="T1" fmla="*/ 0 h 203"/>
                <a:gd name="T2" fmla="*/ 73 w 202"/>
                <a:gd name="T3" fmla="*/ 74 h 203"/>
                <a:gd name="T4" fmla="*/ 0 w 202"/>
                <a:gd name="T5" fmla="*/ 108 h 203"/>
                <a:gd name="T6" fmla="*/ 0 w 202"/>
                <a:gd name="T7" fmla="*/ 203 h 203"/>
                <a:gd name="T8" fmla="*/ 123 w 202"/>
                <a:gd name="T9" fmla="*/ 157 h 203"/>
                <a:gd name="T10" fmla="*/ 161 w 202"/>
                <a:gd name="T11" fmla="*/ 164 h 203"/>
                <a:gd name="T12" fmla="*/ 153 w 202"/>
                <a:gd name="T13" fmla="*/ 127 h 203"/>
                <a:gd name="T14" fmla="*/ 202 w 202"/>
                <a:gd name="T15" fmla="*/ 0 h 203"/>
                <a:gd name="T16" fmla="*/ 107 w 202"/>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 h="203">
                  <a:moveTo>
                    <a:pt x="107" y="0"/>
                  </a:moveTo>
                  <a:cubicBezTo>
                    <a:pt x="105" y="27"/>
                    <a:pt x="93" y="53"/>
                    <a:pt x="73" y="74"/>
                  </a:cubicBezTo>
                  <a:cubicBezTo>
                    <a:pt x="53" y="94"/>
                    <a:pt x="26" y="105"/>
                    <a:pt x="0" y="108"/>
                  </a:cubicBezTo>
                  <a:cubicBezTo>
                    <a:pt x="0" y="203"/>
                    <a:pt x="0" y="203"/>
                    <a:pt x="0" y="203"/>
                  </a:cubicBezTo>
                  <a:cubicBezTo>
                    <a:pt x="44" y="201"/>
                    <a:pt x="87" y="186"/>
                    <a:pt x="123" y="157"/>
                  </a:cubicBezTo>
                  <a:cubicBezTo>
                    <a:pt x="161" y="164"/>
                    <a:pt x="161" y="164"/>
                    <a:pt x="161" y="164"/>
                  </a:cubicBezTo>
                  <a:cubicBezTo>
                    <a:pt x="153" y="127"/>
                    <a:pt x="153" y="127"/>
                    <a:pt x="153" y="127"/>
                  </a:cubicBezTo>
                  <a:cubicBezTo>
                    <a:pt x="184" y="90"/>
                    <a:pt x="200" y="46"/>
                    <a:pt x="202" y="0"/>
                  </a:cubicBezTo>
                  <a:lnTo>
                    <a:pt x="107" y="0"/>
                  </a:lnTo>
                  <a:close/>
                </a:path>
              </a:pathLst>
            </a:custGeom>
            <a:solidFill>
              <a:schemeClr val="accent1"/>
            </a:solidFill>
            <a:ln w="25400" cap="flat" cmpd="sng" algn="ctr">
              <a:noFill/>
              <a:prstDash val="solid"/>
              <a:miter lim="800000"/>
            </a:ln>
            <a:effectLst>
              <a:outerShdw blurRad="381000" dist="254000" dir="2700000" algn="tl" rotWithShape="0">
                <a:prstClr val="black">
                  <a:alpha val="6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8" name="矩形 3"/>
            <p:cNvSpPr>
              <a:spLocks noChangeArrowheads="1"/>
            </p:cNvSpPr>
            <p:nvPr/>
          </p:nvSpPr>
          <p:spPr bwMode="auto">
            <a:xfrm>
              <a:off x="5466656" y="3004914"/>
              <a:ext cx="1095243" cy="95313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Impact" panose="020B0806030902050204" pitchFamily="34" charset="0"/>
                </a:rPr>
                <a:t>Add Title</a:t>
              </a:r>
            </a:p>
          </p:txBody>
        </p:sp>
        <p:sp>
          <p:nvSpPr>
            <p:cNvPr id="19" name="TextBox 17"/>
            <p:cNvSpPr txBox="1"/>
            <p:nvPr/>
          </p:nvSpPr>
          <p:spPr>
            <a:xfrm>
              <a:off x="4957221" y="2420775"/>
              <a:ext cx="477871" cy="630227"/>
            </a:xfrm>
            <a:prstGeom prst="rect">
              <a:avLst/>
            </a:prstGeom>
            <a:noFill/>
          </p:spPr>
          <p:txBody>
            <a:bodyPr wrap="none" lIns="75493" tIns="37746" rIns="75493" bIns="37746"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a:t>
              </a:r>
              <a:endParaRPr kumimoji="0" lang="zh-CN" altLang="en-US" sz="3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TextBox 18"/>
            <p:cNvSpPr txBox="1"/>
            <p:nvPr/>
          </p:nvSpPr>
          <p:spPr>
            <a:xfrm>
              <a:off x="6646360" y="2420776"/>
              <a:ext cx="442605" cy="630227"/>
            </a:xfrm>
            <a:prstGeom prst="rect">
              <a:avLst/>
            </a:prstGeom>
            <a:noFill/>
          </p:spPr>
          <p:txBody>
            <a:bodyPr wrap="none" lIns="75493" tIns="37746" rIns="75493" bIns="37746"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B</a:t>
              </a:r>
              <a:endParaRPr kumimoji="0" lang="zh-CN" altLang="en-US" sz="3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1" name="TextBox 19"/>
            <p:cNvSpPr txBox="1"/>
            <p:nvPr/>
          </p:nvSpPr>
          <p:spPr>
            <a:xfrm>
              <a:off x="4962586" y="3934853"/>
              <a:ext cx="461841" cy="630227"/>
            </a:xfrm>
            <a:prstGeom prst="rect">
              <a:avLst/>
            </a:prstGeom>
            <a:noFill/>
          </p:spPr>
          <p:txBody>
            <a:bodyPr wrap="none" lIns="75493" tIns="37746" rIns="75493" bIns="37746"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a:t>
              </a:r>
              <a:endParaRPr kumimoji="0" lang="zh-CN" altLang="en-US" sz="3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TextBox 19"/>
            <p:cNvSpPr txBox="1"/>
            <p:nvPr/>
          </p:nvSpPr>
          <p:spPr>
            <a:xfrm>
              <a:off x="6615813" y="3934853"/>
              <a:ext cx="503519" cy="630227"/>
            </a:xfrm>
            <a:prstGeom prst="rect">
              <a:avLst/>
            </a:prstGeom>
            <a:noFill/>
          </p:spPr>
          <p:txBody>
            <a:bodyPr wrap="none" lIns="75493" tIns="37746" rIns="75493" bIns="37746"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a:t>
              </a:r>
              <a:endParaRPr kumimoji="0" lang="zh-CN" altLang="en-US" sz="3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2"/>
            <p:cNvSpPr/>
            <p:nvPr/>
          </p:nvSpPr>
          <p:spPr>
            <a:xfrm>
              <a:off x="798415" y="1562217"/>
              <a:ext cx="3054265" cy="4603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Add the Title</a:t>
              </a:r>
            </a:p>
          </p:txBody>
        </p:sp>
        <p:sp>
          <p:nvSpPr>
            <p:cNvPr id="24" name="矩形 23"/>
            <p:cNvSpPr/>
            <p:nvPr/>
          </p:nvSpPr>
          <p:spPr>
            <a:xfrm>
              <a:off x="798416" y="2048474"/>
              <a:ext cx="3631406" cy="175323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endParaRPr>
            </a:p>
          </p:txBody>
        </p:sp>
        <p:sp>
          <p:nvSpPr>
            <p:cNvPr id="25" name="矩形 24"/>
            <p:cNvSpPr/>
            <p:nvPr/>
          </p:nvSpPr>
          <p:spPr>
            <a:xfrm>
              <a:off x="7680176" y="1615835"/>
              <a:ext cx="3054265" cy="4603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Add the Title</a:t>
              </a:r>
            </a:p>
          </p:txBody>
        </p:sp>
        <p:sp>
          <p:nvSpPr>
            <p:cNvPr id="26" name="矩形 25"/>
            <p:cNvSpPr/>
            <p:nvPr/>
          </p:nvSpPr>
          <p:spPr>
            <a:xfrm>
              <a:off x="7680176" y="2048474"/>
              <a:ext cx="4027148" cy="190690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endParaRPr>
            </a:p>
          </p:txBody>
        </p:sp>
        <p:sp>
          <p:nvSpPr>
            <p:cNvPr id="30" name="矩形 29"/>
            <p:cNvSpPr/>
            <p:nvPr/>
          </p:nvSpPr>
          <p:spPr>
            <a:xfrm>
              <a:off x="768486" y="3847583"/>
              <a:ext cx="3054265" cy="4603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Add the Title</a:t>
              </a:r>
            </a:p>
          </p:txBody>
        </p:sp>
        <p:sp>
          <p:nvSpPr>
            <p:cNvPr id="31" name="矩形 30"/>
            <p:cNvSpPr/>
            <p:nvPr/>
          </p:nvSpPr>
          <p:spPr>
            <a:xfrm>
              <a:off x="798416" y="4280222"/>
              <a:ext cx="3631406" cy="175323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endParaRPr>
            </a:p>
          </p:txBody>
        </p:sp>
        <p:sp>
          <p:nvSpPr>
            <p:cNvPr id="32" name="矩形 31"/>
            <p:cNvSpPr/>
            <p:nvPr/>
          </p:nvSpPr>
          <p:spPr>
            <a:xfrm>
              <a:off x="7680176" y="3847583"/>
              <a:ext cx="3054265" cy="4603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Add the Title</a:t>
              </a:r>
            </a:p>
          </p:txBody>
        </p:sp>
        <p:sp>
          <p:nvSpPr>
            <p:cNvPr id="33" name="矩形 32"/>
            <p:cNvSpPr/>
            <p:nvPr/>
          </p:nvSpPr>
          <p:spPr>
            <a:xfrm>
              <a:off x="7680176" y="4280222"/>
              <a:ext cx="4027148" cy="175323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r>
                <a:rPr lang="en-US" altLang="zh-CN" dirty="0">
                  <a:latin typeface="字魂105号-简雅黑" panose="00000500000000000000" pitchFamily="2" charset="-122"/>
                  <a:ea typeface="字魂105号-简雅黑" panose="00000500000000000000" pitchFamily="2" charset="-122"/>
                  <a:sym typeface="字魂105号-简雅黑" panose="00000500000000000000" pitchFamily="2" charset="-122"/>
                </a:rPr>
                <a:t>.</a:t>
              </a: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a:t>
              </a:r>
              <a:r>
                <a:rPr lang="en-US" altLang="zh-CN" dirty="0">
                  <a:latin typeface="字魂105号-简雅黑" panose="00000500000000000000" pitchFamily="2" charset="-122"/>
                  <a:ea typeface="字魂105号-简雅黑" panose="00000500000000000000" pitchFamily="2" charset="-122"/>
                  <a:sym typeface="字魂105号-简雅黑" panose="00000500000000000000" pitchFamily="2" charset="-122"/>
                </a:rPr>
                <a:t> </a:t>
              </a: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paste the contents here.</a:t>
              </a:r>
              <a:endParaRPr kumimoji="0" lang="zh-CN" altLang="en-US"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mn-cs"/>
              </a:endParaRPr>
            </a:p>
          </p:txBody>
        </p:sp>
      </p:grpSp>
      <p:pic>
        <p:nvPicPr>
          <p:cNvPr id="34" name="图片 33">
            <a:extLst>
              <a:ext uri="{FF2B5EF4-FFF2-40B4-BE49-F238E27FC236}">
                <a16:creationId xmlns:a16="http://schemas.microsoft.com/office/drawing/2014/main" id="{1BCA9611-1994-EACB-BF68-483AAA7B5ED6}"/>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sp>
        <p:nvSpPr>
          <p:cNvPr id="2" name="任意多边形 17"/>
          <p:cNvSpPr/>
          <p:nvPr/>
        </p:nvSpPr>
        <p:spPr>
          <a:xfrm>
            <a:off x="5615744" y="1949026"/>
            <a:ext cx="3579932" cy="1408815"/>
          </a:xfrm>
          <a:custGeom>
            <a:avLst/>
            <a:gdLst>
              <a:gd name="connsiteX0" fmla="*/ 1647823 w 1871661"/>
              <a:gd name="connsiteY0" fmla="*/ 0 h 736603"/>
              <a:gd name="connsiteX1" fmla="*/ 1871661 w 1871661"/>
              <a:gd name="connsiteY1" fmla="*/ 223839 h 736603"/>
              <a:gd name="connsiteX2" fmla="*/ 1647823 w 1871661"/>
              <a:gd name="connsiteY2" fmla="*/ 447677 h 736603"/>
              <a:gd name="connsiteX3" fmla="*/ 1647823 w 1871661"/>
              <a:gd name="connsiteY3" fmla="*/ 335758 h 736603"/>
              <a:gd name="connsiteX4" fmla="*/ 631046 w 1871661"/>
              <a:gd name="connsiteY4" fmla="*/ 335758 h 736603"/>
              <a:gd name="connsiteX5" fmla="*/ 631031 w 1871661"/>
              <a:gd name="connsiteY5" fmla="*/ 336555 h 736603"/>
              <a:gd name="connsiteX6" fmla="*/ 343503 w 1871661"/>
              <a:gd name="connsiteY6" fmla="*/ 451167 h 736603"/>
              <a:gd name="connsiteX7" fmla="*/ 223776 w 1871661"/>
              <a:gd name="connsiteY7" fmla="*/ 736603 h 736603"/>
              <a:gd name="connsiteX8" fmla="*/ 0 w 1871661"/>
              <a:gd name="connsiteY8" fmla="*/ 736603 h 736603"/>
              <a:gd name="connsiteX9" fmla="*/ 186688 w 1871661"/>
              <a:gd name="connsiteY9" fmla="*/ 291527 h 736603"/>
              <a:gd name="connsiteX10" fmla="*/ 511158 w 1871661"/>
              <a:gd name="connsiteY10" fmla="*/ 122982 h 736603"/>
              <a:gd name="connsiteX11" fmla="*/ 623886 w 1871661"/>
              <a:gd name="connsiteY11" fmla="*/ 113729 h 736603"/>
              <a:gd name="connsiteX12" fmla="*/ 623886 w 1871661"/>
              <a:gd name="connsiteY12" fmla="*/ 111919 h 736603"/>
              <a:gd name="connsiteX13" fmla="*/ 1647823 w 1871661"/>
              <a:gd name="connsiteY13" fmla="*/ 111919 h 736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1661" h="736603">
                <a:moveTo>
                  <a:pt x="1647823" y="0"/>
                </a:moveTo>
                <a:lnTo>
                  <a:pt x="1871661" y="223839"/>
                </a:lnTo>
                <a:lnTo>
                  <a:pt x="1647823" y="447677"/>
                </a:lnTo>
                <a:lnTo>
                  <a:pt x="1647823" y="335758"/>
                </a:lnTo>
                <a:lnTo>
                  <a:pt x="631046" y="335758"/>
                </a:lnTo>
                <a:lnTo>
                  <a:pt x="631031" y="336555"/>
                </a:lnTo>
                <a:cubicBezTo>
                  <a:pt x="523694" y="334638"/>
                  <a:pt x="420088" y="375936"/>
                  <a:pt x="343503" y="451167"/>
                </a:cubicBezTo>
                <a:cubicBezTo>
                  <a:pt x="266917" y="526397"/>
                  <a:pt x="223776" y="629249"/>
                  <a:pt x="223776" y="736603"/>
                </a:cubicBezTo>
                <a:lnTo>
                  <a:pt x="0" y="736603"/>
                </a:lnTo>
                <a:cubicBezTo>
                  <a:pt x="0" y="569207"/>
                  <a:pt x="67269" y="408832"/>
                  <a:pt x="186688" y="291527"/>
                </a:cubicBezTo>
                <a:cubicBezTo>
                  <a:pt x="276253" y="203548"/>
                  <a:pt x="389515" y="145331"/>
                  <a:pt x="511158" y="122982"/>
                </a:cubicBezTo>
                <a:lnTo>
                  <a:pt x="623886" y="113729"/>
                </a:lnTo>
                <a:lnTo>
                  <a:pt x="623886" y="111919"/>
                </a:lnTo>
                <a:lnTo>
                  <a:pt x="1647823" y="111919"/>
                </a:lnTo>
                <a:close/>
              </a:path>
            </a:pathLst>
          </a:custGeom>
          <a:solidFill>
            <a:sysClr val="window" lastClr="FFFFFF">
              <a:lumMod val="50000"/>
            </a:sysClr>
          </a:solidFill>
          <a:ln w="12700" cap="flat" cmpd="sng" algn="ctr">
            <a:noFill/>
            <a:prstDash val="solid"/>
            <a:miter lim="800000"/>
          </a:ln>
          <a:effectLst>
            <a:reflection blurRad="6350" stA="52000" endA="300" endPos="35000" dir="5400000" sy="-100000" algn="bl" rotWithShape="0"/>
          </a:effectLst>
        </p:spPr>
        <p:txBody>
          <a:bodyPr rot="0" spcFirstLastPara="0" vertOverflow="overflow" horzOverflow="overflow" vert="horz" wrap="square" lIns="115205" tIns="0" rIns="115205"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35"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任意多边形 19"/>
          <p:cNvSpPr/>
          <p:nvPr/>
        </p:nvSpPr>
        <p:spPr>
          <a:xfrm flipH="1">
            <a:off x="3101586" y="1949026"/>
            <a:ext cx="3579932" cy="1408815"/>
          </a:xfrm>
          <a:custGeom>
            <a:avLst/>
            <a:gdLst>
              <a:gd name="connsiteX0" fmla="*/ 1647823 w 1871661"/>
              <a:gd name="connsiteY0" fmla="*/ 0 h 736603"/>
              <a:gd name="connsiteX1" fmla="*/ 1871661 w 1871661"/>
              <a:gd name="connsiteY1" fmla="*/ 223839 h 736603"/>
              <a:gd name="connsiteX2" fmla="*/ 1647823 w 1871661"/>
              <a:gd name="connsiteY2" fmla="*/ 447677 h 736603"/>
              <a:gd name="connsiteX3" fmla="*/ 1647823 w 1871661"/>
              <a:gd name="connsiteY3" fmla="*/ 335758 h 736603"/>
              <a:gd name="connsiteX4" fmla="*/ 631046 w 1871661"/>
              <a:gd name="connsiteY4" fmla="*/ 335758 h 736603"/>
              <a:gd name="connsiteX5" fmla="*/ 631031 w 1871661"/>
              <a:gd name="connsiteY5" fmla="*/ 336555 h 736603"/>
              <a:gd name="connsiteX6" fmla="*/ 343503 w 1871661"/>
              <a:gd name="connsiteY6" fmla="*/ 451167 h 736603"/>
              <a:gd name="connsiteX7" fmla="*/ 223776 w 1871661"/>
              <a:gd name="connsiteY7" fmla="*/ 736603 h 736603"/>
              <a:gd name="connsiteX8" fmla="*/ 0 w 1871661"/>
              <a:gd name="connsiteY8" fmla="*/ 736603 h 736603"/>
              <a:gd name="connsiteX9" fmla="*/ 186688 w 1871661"/>
              <a:gd name="connsiteY9" fmla="*/ 291527 h 736603"/>
              <a:gd name="connsiteX10" fmla="*/ 511158 w 1871661"/>
              <a:gd name="connsiteY10" fmla="*/ 122982 h 736603"/>
              <a:gd name="connsiteX11" fmla="*/ 623886 w 1871661"/>
              <a:gd name="connsiteY11" fmla="*/ 113729 h 736603"/>
              <a:gd name="connsiteX12" fmla="*/ 623886 w 1871661"/>
              <a:gd name="connsiteY12" fmla="*/ 111919 h 736603"/>
              <a:gd name="connsiteX13" fmla="*/ 1647823 w 1871661"/>
              <a:gd name="connsiteY13" fmla="*/ 111919 h 736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1661" h="736603">
                <a:moveTo>
                  <a:pt x="1647823" y="0"/>
                </a:moveTo>
                <a:lnTo>
                  <a:pt x="1871661" y="223839"/>
                </a:lnTo>
                <a:lnTo>
                  <a:pt x="1647823" y="447677"/>
                </a:lnTo>
                <a:lnTo>
                  <a:pt x="1647823" y="335758"/>
                </a:lnTo>
                <a:lnTo>
                  <a:pt x="631046" y="335758"/>
                </a:lnTo>
                <a:lnTo>
                  <a:pt x="631031" y="336555"/>
                </a:lnTo>
                <a:cubicBezTo>
                  <a:pt x="523694" y="334638"/>
                  <a:pt x="420088" y="375936"/>
                  <a:pt x="343503" y="451167"/>
                </a:cubicBezTo>
                <a:cubicBezTo>
                  <a:pt x="266917" y="526397"/>
                  <a:pt x="223776" y="629249"/>
                  <a:pt x="223776" y="736603"/>
                </a:cubicBezTo>
                <a:lnTo>
                  <a:pt x="0" y="736603"/>
                </a:lnTo>
                <a:cubicBezTo>
                  <a:pt x="0" y="569207"/>
                  <a:pt x="67269" y="408832"/>
                  <a:pt x="186688" y="291527"/>
                </a:cubicBezTo>
                <a:cubicBezTo>
                  <a:pt x="276253" y="203548"/>
                  <a:pt x="389515" y="145331"/>
                  <a:pt x="511158" y="122982"/>
                </a:cubicBezTo>
                <a:lnTo>
                  <a:pt x="623886" y="113729"/>
                </a:lnTo>
                <a:lnTo>
                  <a:pt x="623886" y="111919"/>
                </a:lnTo>
                <a:lnTo>
                  <a:pt x="1647823" y="111919"/>
                </a:lnTo>
                <a:close/>
              </a:path>
            </a:pathLst>
          </a:custGeom>
          <a:solidFill>
            <a:schemeClr val="accent1"/>
          </a:solidFill>
          <a:ln w="12700" cap="flat" cmpd="sng" algn="ctr">
            <a:noFill/>
            <a:prstDash val="solid"/>
            <a:miter lim="800000"/>
          </a:ln>
          <a:effectLst>
            <a:reflection blurRad="6350" stA="52000" endA="300" endPos="35000" dir="5400000" sy="-100000" algn="bl" rotWithShape="0"/>
          </a:effectLst>
        </p:spPr>
        <p:txBody>
          <a:bodyPr rot="0" spcFirstLastPara="0" vertOverflow="overflow" horzOverflow="overflow" vert="horz" wrap="square" lIns="115205" tIns="0" rIns="115205"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35"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空心弧 40"/>
          <p:cNvSpPr/>
          <p:nvPr/>
        </p:nvSpPr>
        <p:spPr>
          <a:xfrm flipH="1" flipV="1">
            <a:off x="5432885" y="3339621"/>
            <a:ext cx="1248639" cy="1193240"/>
          </a:xfrm>
          <a:custGeom>
            <a:avLst/>
            <a:gdLst>
              <a:gd name="connsiteX0" fmla="*/ 0 w 1247775"/>
              <a:gd name="connsiteY0" fmla="*/ 623888 h 1247775"/>
              <a:gd name="connsiteX1" fmla="*/ 186688 w 1247775"/>
              <a:gd name="connsiteY1" fmla="*/ 178812 h 1247775"/>
              <a:gd name="connsiteX2" fmla="*/ 635026 w 1247775"/>
              <a:gd name="connsiteY2" fmla="*/ 100 h 1247775"/>
              <a:gd name="connsiteX3" fmla="*/ 631031 w 1247775"/>
              <a:gd name="connsiteY3" fmla="*/ 223840 h 1247775"/>
              <a:gd name="connsiteX4" fmla="*/ 343503 w 1247775"/>
              <a:gd name="connsiteY4" fmla="*/ 338452 h 1247775"/>
              <a:gd name="connsiteX5" fmla="*/ 223776 w 1247775"/>
              <a:gd name="connsiteY5" fmla="*/ 623888 h 1247775"/>
              <a:gd name="connsiteX6" fmla="*/ 0 w 1247775"/>
              <a:gd name="connsiteY6" fmla="*/ 623888 h 1247775"/>
              <a:gd name="connsiteX0-1" fmla="*/ 0 w 643003"/>
              <a:gd name="connsiteY0-2" fmla="*/ 623888 h 623888"/>
              <a:gd name="connsiteX1-3" fmla="*/ 186688 w 643003"/>
              <a:gd name="connsiteY1-4" fmla="*/ 178812 h 623888"/>
              <a:gd name="connsiteX2-5" fmla="*/ 635026 w 643003"/>
              <a:gd name="connsiteY2-6" fmla="*/ 100 h 623888"/>
              <a:gd name="connsiteX3-7" fmla="*/ 631031 w 643003"/>
              <a:gd name="connsiteY3-8" fmla="*/ 223840 h 623888"/>
              <a:gd name="connsiteX4-9" fmla="*/ 343503 w 643003"/>
              <a:gd name="connsiteY4-10" fmla="*/ 338452 h 623888"/>
              <a:gd name="connsiteX5-11" fmla="*/ 223776 w 643003"/>
              <a:gd name="connsiteY5-12" fmla="*/ 623888 h 623888"/>
              <a:gd name="connsiteX6-13" fmla="*/ 0 w 643003"/>
              <a:gd name="connsiteY6-14" fmla="*/ 623888 h 623888"/>
              <a:gd name="connsiteX0-15" fmla="*/ 0 w 649102"/>
              <a:gd name="connsiteY0-16" fmla="*/ 623888 h 623888"/>
              <a:gd name="connsiteX1-17" fmla="*/ 186688 w 649102"/>
              <a:gd name="connsiteY1-18" fmla="*/ 178812 h 623888"/>
              <a:gd name="connsiteX2-19" fmla="*/ 635026 w 649102"/>
              <a:gd name="connsiteY2-20" fmla="*/ 100 h 623888"/>
              <a:gd name="connsiteX3-21" fmla="*/ 631031 w 649102"/>
              <a:gd name="connsiteY3-22" fmla="*/ 223840 h 623888"/>
              <a:gd name="connsiteX4-23" fmla="*/ 343503 w 649102"/>
              <a:gd name="connsiteY4-24" fmla="*/ 338452 h 623888"/>
              <a:gd name="connsiteX5-25" fmla="*/ 223776 w 649102"/>
              <a:gd name="connsiteY5-26" fmla="*/ 623888 h 623888"/>
              <a:gd name="connsiteX6-27" fmla="*/ 0 w 649102"/>
              <a:gd name="connsiteY6-28" fmla="*/ 623888 h 623888"/>
              <a:gd name="connsiteX0-29" fmla="*/ 0 w 652814"/>
              <a:gd name="connsiteY0-30" fmla="*/ 623888 h 623888"/>
              <a:gd name="connsiteX1-31" fmla="*/ 186688 w 652814"/>
              <a:gd name="connsiteY1-32" fmla="*/ 178812 h 623888"/>
              <a:gd name="connsiteX2-33" fmla="*/ 635026 w 652814"/>
              <a:gd name="connsiteY2-34" fmla="*/ 100 h 623888"/>
              <a:gd name="connsiteX3-35" fmla="*/ 631031 w 652814"/>
              <a:gd name="connsiteY3-36" fmla="*/ 223840 h 623888"/>
              <a:gd name="connsiteX4-37" fmla="*/ 343503 w 652814"/>
              <a:gd name="connsiteY4-38" fmla="*/ 338452 h 623888"/>
              <a:gd name="connsiteX5-39" fmla="*/ 223776 w 652814"/>
              <a:gd name="connsiteY5-40" fmla="*/ 623888 h 623888"/>
              <a:gd name="connsiteX6-41" fmla="*/ 0 w 652814"/>
              <a:gd name="connsiteY6-42" fmla="*/ 623888 h 6238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652814" h="623888">
                <a:moveTo>
                  <a:pt x="0" y="623888"/>
                </a:moveTo>
                <a:cubicBezTo>
                  <a:pt x="0" y="456492"/>
                  <a:pt x="67269" y="296117"/>
                  <a:pt x="186688" y="178812"/>
                </a:cubicBezTo>
                <a:cubicBezTo>
                  <a:pt x="306107" y="61506"/>
                  <a:pt x="467657" y="-2889"/>
                  <a:pt x="635026" y="100"/>
                </a:cubicBezTo>
                <a:cubicBezTo>
                  <a:pt x="652744" y="69917"/>
                  <a:pt x="665701" y="156404"/>
                  <a:pt x="631031" y="223840"/>
                </a:cubicBezTo>
                <a:cubicBezTo>
                  <a:pt x="523694" y="221923"/>
                  <a:pt x="420088" y="263221"/>
                  <a:pt x="343503" y="338452"/>
                </a:cubicBezTo>
                <a:cubicBezTo>
                  <a:pt x="266917" y="413682"/>
                  <a:pt x="223776" y="516534"/>
                  <a:pt x="223776" y="623888"/>
                </a:cubicBezTo>
                <a:lnTo>
                  <a:pt x="0" y="623888"/>
                </a:lnTo>
                <a:close/>
              </a:path>
            </a:pathLst>
          </a:custGeom>
          <a:solidFill>
            <a:schemeClr val="accent1"/>
          </a:solidFill>
          <a:ln w="12700" cap="flat" cmpd="sng" algn="ctr">
            <a:noFill/>
            <a:prstDash val="solid"/>
            <a:miter lim="800000"/>
          </a:ln>
          <a:effectLst>
            <a:reflection blurRad="6350" stA="52000" endA="300" endPos="35000" dir="5400000" sy="-100000" algn="bl" rotWithShape="0"/>
          </a:effectLst>
        </p:spPr>
        <p:txBody>
          <a:bodyPr rot="0" spcFirstLastPara="0" vertOverflow="overflow" horzOverflow="overflow" vert="horz" wrap="square" lIns="115205" tIns="0" rIns="115205"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35"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空心弧 40"/>
          <p:cNvSpPr/>
          <p:nvPr/>
        </p:nvSpPr>
        <p:spPr>
          <a:xfrm flipV="1">
            <a:off x="5615741" y="3339621"/>
            <a:ext cx="1248639" cy="1193240"/>
          </a:xfrm>
          <a:custGeom>
            <a:avLst/>
            <a:gdLst>
              <a:gd name="connsiteX0" fmla="*/ 0 w 1247775"/>
              <a:gd name="connsiteY0" fmla="*/ 623888 h 1247775"/>
              <a:gd name="connsiteX1" fmla="*/ 186688 w 1247775"/>
              <a:gd name="connsiteY1" fmla="*/ 178812 h 1247775"/>
              <a:gd name="connsiteX2" fmla="*/ 635026 w 1247775"/>
              <a:gd name="connsiteY2" fmla="*/ 100 h 1247775"/>
              <a:gd name="connsiteX3" fmla="*/ 631031 w 1247775"/>
              <a:gd name="connsiteY3" fmla="*/ 223840 h 1247775"/>
              <a:gd name="connsiteX4" fmla="*/ 343503 w 1247775"/>
              <a:gd name="connsiteY4" fmla="*/ 338452 h 1247775"/>
              <a:gd name="connsiteX5" fmla="*/ 223776 w 1247775"/>
              <a:gd name="connsiteY5" fmla="*/ 623888 h 1247775"/>
              <a:gd name="connsiteX6" fmla="*/ 0 w 1247775"/>
              <a:gd name="connsiteY6" fmla="*/ 623888 h 1247775"/>
              <a:gd name="connsiteX0-1" fmla="*/ 0 w 643003"/>
              <a:gd name="connsiteY0-2" fmla="*/ 623888 h 623888"/>
              <a:gd name="connsiteX1-3" fmla="*/ 186688 w 643003"/>
              <a:gd name="connsiteY1-4" fmla="*/ 178812 h 623888"/>
              <a:gd name="connsiteX2-5" fmla="*/ 635026 w 643003"/>
              <a:gd name="connsiteY2-6" fmla="*/ 100 h 623888"/>
              <a:gd name="connsiteX3-7" fmla="*/ 631031 w 643003"/>
              <a:gd name="connsiteY3-8" fmla="*/ 223840 h 623888"/>
              <a:gd name="connsiteX4-9" fmla="*/ 343503 w 643003"/>
              <a:gd name="connsiteY4-10" fmla="*/ 338452 h 623888"/>
              <a:gd name="connsiteX5-11" fmla="*/ 223776 w 643003"/>
              <a:gd name="connsiteY5-12" fmla="*/ 623888 h 623888"/>
              <a:gd name="connsiteX6-13" fmla="*/ 0 w 643003"/>
              <a:gd name="connsiteY6-14" fmla="*/ 623888 h 623888"/>
              <a:gd name="connsiteX0-15" fmla="*/ 0 w 649102"/>
              <a:gd name="connsiteY0-16" fmla="*/ 623888 h 623888"/>
              <a:gd name="connsiteX1-17" fmla="*/ 186688 w 649102"/>
              <a:gd name="connsiteY1-18" fmla="*/ 178812 h 623888"/>
              <a:gd name="connsiteX2-19" fmla="*/ 635026 w 649102"/>
              <a:gd name="connsiteY2-20" fmla="*/ 100 h 623888"/>
              <a:gd name="connsiteX3-21" fmla="*/ 631031 w 649102"/>
              <a:gd name="connsiteY3-22" fmla="*/ 223840 h 623888"/>
              <a:gd name="connsiteX4-23" fmla="*/ 343503 w 649102"/>
              <a:gd name="connsiteY4-24" fmla="*/ 338452 h 623888"/>
              <a:gd name="connsiteX5-25" fmla="*/ 223776 w 649102"/>
              <a:gd name="connsiteY5-26" fmla="*/ 623888 h 623888"/>
              <a:gd name="connsiteX6-27" fmla="*/ 0 w 649102"/>
              <a:gd name="connsiteY6-28" fmla="*/ 623888 h 623888"/>
              <a:gd name="connsiteX0-29" fmla="*/ 0 w 652814"/>
              <a:gd name="connsiteY0-30" fmla="*/ 623888 h 623888"/>
              <a:gd name="connsiteX1-31" fmla="*/ 186688 w 652814"/>
              <a:gd name="connsiteY1-32" fmla="*/ 178812 h 623888"/>
              <a:gd name="connsiteX2-33" fmla="*/ 635026 w 652814"/>
              <a:gd name="connsiteY2-34" fmla="*/ 100 h 623888"/>
              <a:gd name="connsiteX3-35" fmla="*/ 631031 w 652814"/>
              <a:gd name="connsiteY3-36" fmla="*/ 223840 h 623888"/>
              <a:gd name="connsiteX4-37" fmla="*/ 343503 w 652814"/>
              <a:gd name="connsiteY4-38" fmla="*/ 338452 h 623888"/>
              <a:gd name="connsiteX5-39" fmla="*/ 223776 w 652814"/>
              <a:gd name="connsiteY5-40" fmla="*/ 623888 h 623888"/>
              <a:gd name="connsiteX6-41" fmla="*/ 0 w 652814"/>
              <a:gd name="connsiteY6-42" fmla="*/ 623888 h 6238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652814" h="623888">
                <a:moveTo>
                  <a:pt x="0" y="623888"/>
                </a:moveTo>
                <a:cubicBezTo>
                  <a:pt x="0" y="456492"/>
                  <a:pt x="67269" y="296117"/>
                  <a:pt x="186688" y="178812"/>
                </a:cubicBezTo>
                <a:cubicBezTo>
                  <a:pt x="306107" y="61506"/>
                  <a:pt x="467657" y="-2889"/>
                  <a:pt x="635026" y="100"/>
                </a:cubicBezTo>
                <a:cubicBezTo>
                  <a:pt x="652744" y="69917"/>
                  <a:pt x="665701" y="156404"/>
                  <a:pt x="631031" y="223840"/>
                </a:cubicBezTo>
                <a:cubicBezTo>
                  <a:pt x="523694" y="221923"/>
                  <a:pt x="420088" y="263221"/>
                  <a:pt x="343503" y="338452"/>
                </a:cubicBezTo>
                <a:cubicBezTo>
                  <a:pt x="266917" y="413682"/>
                  <a:pt x="223776" y="516534"/>
                  <a:pt x="223776" y="623888"/>
                </a:cubicBezTo>
                <a:lnTo>
                  <a:pt x="0" y="623888"/>
                </a:lnTo>
                <a:close/>
              </a:path>
            </a:pathLst>
          </a:custGeom>
          <a:solidFill>
            <a:sysClr val="window" lastClr="FFFFFF">
              <a:lumMod val="50000"/>
            </a:sysClr>
          </a:solidFill>
          <a:ln w="12700" cap="flat" cmpd="sng" algn="ctr">
            <a:noFill/>
            <a:prstDash val="solid"/>
            <a:miter lim="800000"/>
          </a:ln>
          <a:effectLst>
            <a:reflection blurRad="6350" stA="52000" endA="300" endPos="35000" dir="5400000" sy="-100000" algn="bl" rotWithShape="0"/>
          </a:effectLst>
        </p:spPr>
        <p:txBody>
          <a:bodyPr rot="0" spcFirstLastPara="0" vertOverflow="overflow" horzOverflow="overflow" vert="horz" wrap="square" lIns="115205" tIns="0" rIns="115205"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35"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文本框 14"/>
          <p:cNvSpPr txBox="1"/>
          <p:nvPr/>
        </p:nvSpPr>
        <p:spPr>
          <a:xfrm>
            <a:off x="1208643" y="3168170"/>
            <a:ext cx="3765393" cy="2884170"/>
          </a:xfrm>
          <a:prstGeom prst="rect">
            <a:avLst/>
          </a:prstGeom>
          <a:noFill/>
        </p:spPr>
        <p:txBody>
          <a:bodyPr wrap="square" lIns="115205" tIns="57603" rIns="115205" bIns="57603"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GB" altLang="zh-CN" b="0"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矩形 8"/>
          <p:cNvSpPr/>
          <p:nvPr/>
        </p:nvSpPr>
        <p:spPr>
          <a:xfrm>
            <a:off x="1208642" y="2093195"/>
            <a:ext cx="1429385" cy="50165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65"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Topic 1</a:t>
            </a:r>
          </a:p>
        </p:txBody>
      </p:sp>
      <p:sp>
        <p:nvSpPr>
          <p:cNvPr id="10" name="矩形 9"/>
          <p:cNvSpPr/>
          <p:nvPr/>
        </p:nvSpPr>
        <p:spPr>
          <a:xfrm>
            <a:off x="9483623" y="2050611"/>
            <a:ext cx="1429385" cy="50165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665"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Topic 2</a:t>
            </a:r>
          </a:p>
        </p:txBody>
      </p:sp>
      <p:sp>
        <p:nvSpPr>
          <p:cNvPr id="12" name="文本框 14"/>
          <p:cNvSpPr txBox="1"/>
          <p:nvPr>
            <p:custDataLst>
              <p:tags r:id="rId2"/>
            </p:custDataLst>
          </p:nvPr>
        </p:nvSpPr>
        <p:spPr>
          <a:xfrm>
            <a:off x="7506573" y="3168170"/>
            <a:ext cx="3765393" cy="2884170"/>
          </a:xfrm>
          <a:prstGeom prst="rect">
            <a:avLst/>
          </a:prstGeom>
          <a:noFill/>
        </p:spPr>
        <p:txBody>
          <a:bodyPr wrap="square" lIns="115205" tIns="57603" rIns="115205" bIns="57603"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GB" altLang="zh-CN" b="0"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pic>
        <p:nvPicPr>
          <p:cNvPr id="16" name="图片 15">
            <a:extLst>
              <a:ext uri="{FF2B5EF4-FFF2-40B4-BE49-F238E27FC236}">
                <a16:creationId xmlns:a16="http://schemas.microsoft.com/office/drawing/2014/main" id="{6E691B93-2F1F-B122-2210-1F40E77F7122}"/>
              </a:ext>
            </a:extLst>
          </p:cNvPr>
          <p:cNvPicPr>
            <a:picLocks noChangeAspect="1"/>
          </p:cNvPicPr>
          <p:nvPr/>
        </p:nvPicPr>
        <p:blipFill rotWithShape="1">
          <a:blip r:embed="rId5">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12"/>
          <p:cNvSpPr txBox="1"/>
          <p:nvPr/>
        </p:nvSpPr>
        <p:spPr>
          <a:xfrm>
            <a:off x="1365587" y="4211122"/>
            <a:ext cx="2282014" cy="2646878"/>
          </a:xfrm>
          <a:prstGeom prst="rect">
            <a:avLst/>
          </a:prstGeom>
        </p:spPr>
        <p:txBody>
          <a:bodyPr vert="horz" wrap="none" lIns="0" tIns="0" rIns="0" bIns="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lang="en-US" altLang="zh-CN" sz="16600" b="1" kern="1200" spc="0" baseline="0" dirty="0">
                <a:ln w="19050">
                  <a:gradFill>
                    <a:gsLst>
                      <a:gs pos="23000">
                        <a:schemeClr val="bg1"/>
                      </a:gs>
                      <a:gs pos="56000">
                        <a:schemeClr val="bg1">
                          <a:alpha val="0"/>
                        </a:schemeClr>
                      </a:gs>
                      <a:gs pos="100000">
                        <a:schemeClr val="bg1">
                          <a:alpha val="0"/>
                        </a:schemeClr>
                      </a:gs>
                    </a:gsLst>
                    <a:lin ang="5400000" scaled="1"/>
                  </a:gradFill>
                </a:ln>
                <a:gradFill>
                  <a:gsLst>
                    <a:gs pos="0">
                      <a:schemeClr val="accent1"/>
                    </a:gs>
                    <a:gs pos="100000">
                      <a:schemeClr val="accent1">
                        <a:lumMod val="75000"/>
                      </a:schemeClr>
                    </a:gs>
                  </a:gsLst>
                  <a:lin ang="5400000" scaled="1"/>
                </a:gradFill>
                <a:effectLst>
                  <a:outerShdw blurRad="50800" dist="38100" dir="2700000" algn="tl" rotWithShape="0">
                    <a:prstClr val="black">
                      <a:alpha val="40000"/>
                    </a:prst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6600" b="1" i="0" u="none" strike="noStrike" kern="1200" cap="none" spc="0" normalizeH="0" baseline="0" noProof="0" dirty="0">
                <a:ln w="19050">
                  <a:gradFill>
                    <a:gsLst>
                      <a:gs pos="23000">
                        <a:prstClr val="white"/>
                      </a:gs>
                      <a:gs pos="56000">
                        <a:prstClr val="white">
                          <a:alpha val="0"/>
                        </a:prstClr>
                      </a:gs>
                      <a:gs pos="100000">
                        <a:prstClr val="white">
                          <a:alpha val="0"/>
                        </a:prstClr>
                      </a:gs>
                    </a:gsLst>
                    <a:lin ang="5400000" scaled="1"/>
                  </a:gradFill>
                </a:ln>
                <a:solidFill>
                  <a:schemeClr val="accent1"/>
                </a:solidFill>
                <a:effectLst>
                  <a:outerShdw blurRad="50800" dist="38100" dir="2700000" algn="tl" rotWithShape="0">
                    <a:prstClr val="black">
                      <a:alpha val="40000"/>
                    </a:prstClr>
                  </a:outerShdw>
                </a:effectLst>
                <a:uLnTx/>
                <a:uFillTx/>
                <a:latin typeface="Arial Black" panose="020B0A04020102020204" pitchFamily="34" charset="0"/>
                <a:ea typeface="微软雅黑" panose="020B0503020204020204" pitchFamily="34" charset="-122"/>
                <a:cs typeface="+mn-ea"/>
                <a:sym typeface="+mn-lt"/>
              </a:rPr>
              <a:t>03</a:t>
            </a:r>
          </a:p>
        </p:txBody>
      </p:sp>
      <p:sp>
        <p:nvSpPr>
          <p:cNvPr id="8" name="矩形 7"/>
          <p:cNvSpPr/>
          <p:nvPr/>
        </p:nvSpPr>
        <p:spPr>
          <a:xfrm>
            <a:off x="-1" y="3792511"/>
            <a:ext cx="12191999" cy="167663"/>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4" name="直接连接符 13"/>
          <p:cNvCxnSpPr/>
          <p:nvPr/>
        </p:nvCxnSpPr>
        <p:spPr>
          <a:xfrm>
            <a:off x="4467069" y="5722160"/>
            <a:ext cx="608600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文本占位符 4"/>
          <p:cNvSpPr txBox="1"/>
          <p:nvPr>
            <p:custDataLst>
              <p:tags r:id="rId2"/>
            </p:custDataLst>
          </p:nvPr>
        </p:nvSpPr>
        <p:spPr>
          <a:xfrm>
            <a:off x="4467225" y="5013960"/>
            <a:ext cx="6085840" cy="780415"/>
          </a:xfrm>
          <a:prstGeom prst="rect">
            <a:avLst/>
          </a:prstGeom>
        </p:spPr>
        <p:txBody>
          <a:bodyPr vert="horz" wrap="square"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400" kern="1200" cap="all" dirty="0" smtClean="0">
                <a:solidFill>
                  <a:srgbClr val="0C98FA"/>
                </a:solidFill>
                <a:latin typeface="+mn-lt"/>
                <a:ea typeface="Arial Unicode MS" panose="020B0604020202020204" pitchFamily="34" charset="-122"/>
                <a:cs typeface="Arial Unicode MS" panose="020B0604020202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all" spc="0" normalizeH="0" baseline="0" noProof="0" dirty="0">
                <a:ln>
                  <a:noFill/>
                </a:ln>
                <a:solidFill>
                  <a:schemeClr val="accent1"/>
                </a:solidFill>
                <a:effectLst/>
                <a:uLnTx/>
                <a:uFillTx/>
                <a:latin typeface="Roboto Regular"/>
                <a:ea typeface="Arial Unicode MS" panose="020B0604020202020204" pitchFamily="34" charset="-122"/>
                <a:cs typeface="Arial Unicode MS" panose="020B0604020202020204" pitchFamily="34" charset="-122"/>
              </a:rPr>
              <a:t>ADD YOUR TITLE HERE </a:t>
            </a:r>
          </a:p>
        </p:txBody>
      </p:sp>
      <p:pic>
        <p:nvPicPr>
          <p:cNvPr id="7" name="图片 6">
            <a:extLst>
              <a:ext uri="{FF2B5EF4-FFF2-40B4-BE49-F238E27FC236}">
                <a16:creationId xmlns:a16="http://schemas.microsoft.com/office/drawing/2014/main" id="{A57B00DE-AEB0-CA56-F902-283A615AE5F6}"/>
              </a:ext>
            </a:extLst>
          </p:cNvPr>
          <p:cNvPicPr>
            <a:picLocks noChangeAspect="1"/>
          </p:cNvPicPr>
          <p:nvPr/>
        </p:nvPicPr>
        <p:blipFill rotWithShape="1">
          <a:blip r:embed="rId4">
            <a:extLst>
              <a:ext uri="{28A0092B-C50C-407E-A947-70E740481C1C}">
                <a14:useLocalDpi xmlns:a14="http://schemas.microsoft.com/office/drawing/2010/main" val="0"/>
              </a:ext>
            </a:extLst>
          </a:blip>
          <a:srcRect t="31941" b="22855"/>
          <a:stretch/>
        </p:blipFill>
        <p:spPr>
          <a:xfrm>
            <a:off x="0" y="0"/>
            <a:ext cx="12192000" cy="37925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sp>
        <p:nvSpPr>
          <p:cNvPr id="12" name="矩形 3"/>
          <p:cNvSpPr/>
          <p:nvPr/>
        </p:nvSpPr>
        <p:spPr>
          <a:xfrm>
            <a:off x="1652392" y="3217795"/>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chemeClr val="accent1"/>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3" name="TextBox 74"/>
          <p:cNvSpPr txBox="1"/>
          <p:nvPr/>
        </p:nvSpPr>
        <p:spPr>
          <a:xfrm>
            <a:off x="5418455" y="1717040"/>
            <a:ext cx="5201285" cy="83058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en-US" altLang="zh-CN"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14" name="TextBox 75"/>
          <p:cNvSpPr txBox="1"/>
          <p:nvPr/>
        </p:nvSpPr>
        <p:spPr>
          <a:xfrm>
            <a:off x="5418455" y="3139440"/>
            <a:ext cx="5314950" cy="83058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en-US" altLang="zh-CN"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15" name="TextBox 76"/>
          <p:cNvSpPr txBox="1"/>
          <p:nvPr/>
        </p:nvSpPr>
        <p:spPr>
          <a:xfrm>
            <a:off x="5418455" y="4921885"/>
            <a:ext cx="5386705" cy="83058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en-US" altLang="zh-CN"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16" name="矩形 3"/>
          <p:cNvSpPr/>
          <p:nvPr/>
        </p:nvSpPr>
        <p:spPr>
          <a:xfrm>
            <a:off x="1652392" y="1675818"/>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chemeClr val="accent1"/>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17" name="组合 16"/>
          <p:cNvGrpSpPr/>
          <p:nvPr/>
        </p:nvGrpSpPr>
        <p:grpSpPr>
          <a:xfrm>
            <a:off x="1347326" y="1790706"/>
            <a:ext cx="672074" cy="672075"/>
            <a:chOff x="2769119" y="1848492"/>
            <a:chExt cx="504056" cy="504056"/>
          </a:xfrm>
        </p:grpSpPr>
        <p:sp>
          <p:nvSpPr>
            <p:cNvPr id="18" name="椭圆 17"/>
            <p:cNvSpPr/>
            <p:nvPr/>
          </p:nvSpPr>
          <p:spPr>
            <a:xfrm>
              <a:off x="2769119" y="1848492"/>
              <a:ext cx="504056" cy="504056"/>
            </a:xfrm>
            <a:prstGeom prst="ellipse">
              <a:avLst/>
            </a:prstGeom>
            <a:solidFill>
              <a:schemeClr val="accent1"/>
            </a:solidFill>
            <a:ln w="127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9" name="TextBox 66"/>
            <p:cNvSpPr txBox="1"/>
            <p:nvPr/>
          </p:nvSpPr>
          <p:spPr>
            <a:xfrm>
              <a:off x="2808589" y="1931243"/>
              <a:ext cx="390973" cy="3152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2135"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0" name="矩形 3"/>
          <p:cNvSpPr/>
          <p:nvPr/>
        </p:nvSpPr>
        <p:spPr>
          <a:xfrm>
            <a:off x="1652392" y="4859851"/>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chemeClr val="accent1"/>
          </a:solidFill>
          <a:ln w="952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21" name="组合 20"/>
          <p:cNvGrpSpPr/>
          <p:nvPr/>
        </p:nvGrpSpPr>
        <p:grpSpPr>
          <a:xfrm>
            <a:off x="1338776" y="3316587"/>
            <a:ext cx="672074" cy="672075"/>
            <a:chOff x="2471142" y="2586760"/>
            <a:chExt cx="504056" cy="504056"/>
          </a:xfrm>
        </p:grpSpPr>
        <p:sp>
          <p:nvSpPr>
            <p:cNvPr id="22" name="椭圆 21"/>
            <p:cNvSpPr/>
            <p:nvPr/>
          </p:nvSpPr>
          <p:spPr>
            <a:xfrm>
              <a:off x="2471142" y="2586760"/>
              <a:ext cx="504056" cy="504056"/>
            </a:xfrm>
            <a:prstGeom prst="ellipse">
              <a:avLst/>
            </a:prstGeom>
            <a:solidFill>
              <a:schemeClr val="accent1"/>
            </a:solidFill>
            <a:ln w="127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3" name="TextBox 69"/>
            <p:cNvSpPr txBox="1"/>
            <p:nvPr/>
          </p:nvSpPr>
          <p:spPr>
            <a:xfrm>
              <a:off x="2510612" y="2669511"/>
              <a:ext cx="390973" cy="3152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2135"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4" name="组合 23"/>
          <p:cNvGrpSpPr/>
          <p:nvPr/>
        </p:nvGrpSpPr>
        <p:grpSpPr>
          <a:xfrm>
            <a:off x="1379224" y="4958643"/>
            <a:ext cx="672074" cy="672075"/>
            <a:chOff x="2769119" y="3325028"/>
            <a:chExt cx="504056" cy="504056"/>
          </a:xfrm>
        </p:grpSpPr>
        <p:sp>
          <p:nvSpPr>
            <p:cNvPr id="25" name="椭圆 24"/>
            <p:cNvSpPr/>
            <p:nvPr/>
          </p:nvSpPr>
          <p:spPr>
            <a:xfrm>
              <a:off x="2769119" y="3325028"/>
              <a:ext cx="504056" cy="504056"/>
            </a:xfrm>
            <a:prstGeom prst="ellipse">
              <a:avLst/>
            </a:prstGeom>
            <a:solidFill>
              <a:schemeClr val="accent1"/>
            </a:solidFill>
            <a:ln w="127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6" name="TextBox 72"/>
            <p:cNvSpPr txBox="1"/>
            <p:nvPr/>
          </p:nvSpPr>
          <p:spPr>
            <a:xfrm>
              <a:off x="2808589" y="3407779"/>
              <a:ext cx="390973" cy="3152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135"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2135"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TextBox 82"/>
          <p:cNvSpPr txBox="1"/>
          <p:nvPr/>
        </p:nvSpPr>
        <p:spPr>
          <a:xfrm>
            <a:off x="2298621" y="1901040"/>
            <a:ext cx="2298067" cy="451485"/>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935"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Topic 1</a:t>
            </a:r>
          </a:p>
        </p:txBody>
      </p:sp>
      <p:sp>
        <p:nvSpPr>
          <p:cNvPr id="31" name="TextBox 83"/>
          <p:cNvSpPr txBox="1"/>
          <p:nvPr/>
        </p:nvSpPr>
        <p:spPr>
          <a:xfrm>
            <a:off x="2298621" y="3426921"/>
            <a:ext cx="2298067" cy="451485"/>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935"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Topic 2</a:t>
            </a:r>
          </a:p>
        </p:txBody>
      </p:sp>
      <p:sp>
        <p:nvSpPr>
          <p:cNvPr id="32" name="TextBox 84"/>
          <p:cNvSpPr txBox="1"/>
          <p:nvPr/>
        </p:nvSpPr>
        <p:spPr>
          <a:xfrm>
            <a:off x="2298621" y="5068977"/>
            <a:ext cx="2298067" cy="451485"/>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935"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Topic 3</a:t>
            </a:r>
          </a:p>
        </p:txBody>
      </p:sp>
      <p:pic>
        <p:nvPicPr>
          <p:cNvPr id="33" name="图片 32">
            <a:extLst>
              <a:ext uri="{FF2B5EF4-FFF2-40B4-BE49-F238E27FC236}">
                <a16:creationId xmlns:a16="http://schemas.microsoft.com/office/drawing/2014/main" id="{2284B0A7-26A5-7E97-3C69-82F3056F8782}"/>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12" name="组合 11"/>
          <p:cNvGrpSpPr/>
          <p:nvPr/>
        </p:nvGrpSpPr>
        <p:grpSpPr>
          <a:xfrm>
            <a:off x="1241221" y="1495109"/>
            <a:ext cx="2106661" cy="4300494"/>
            <a:chOff x="1182229" y="1533666"/>
            <a:chExt cx="2106661" cy="4300494"/>
          </a:xfrm>
        </p:grpSpPr>
        <p:sp>
          <p:nvSpPr>
            <p:cNvPr id="13" name="矩形: 剪去对角 12"/>
            <p:cNvSpPr/>
            <p:nvPr/>
          </p:nvSpPr>
          <p:spPr>
            <a:xfrm>
              <a:off x="1182229" y="1533666"/>
              <a:ext cx="2106661" cy="4300494"/>
            </a:xfrm>
            <a:prstGeom prst="snip2DiagRect">
              <a:avLst/>
            </a:prstGeom>
            <a:solidFill>
              <a:sysClr val="window" lastClr="FFFFFF"/>
            </a:solidFill>
            <a:ln w="1905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noFill/>
                <a:effectLst/>
                <a:uLnTx/>
                <a:uFillTx/>
                <a:latin typeface="思源黑体 CN Regular"/>
                <a:ea typeface="微软雅黑" panose="020B0503020204020204" pitchFamily="34" charset="-122"/>
                <a:cs typeface="+mn-cs"/>
              </a:endParaRPr>
            </a:p>
          </p:txBody>
        </p:sp>
        <p:sp>
          <p:nvSpPr>
            <p:cNvPr id="14" name="文本框 13"/>
            <p:cNvSpPr txBox="1"/>
            <p:nvPr/>
          </p:nvSpPr>
          <p:spPr>
            <a:xfrm>
              <a:off x="1638250" y="1942844"/>
              <a:ext cx="1194619"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accent1"/>
                  </a:solidFill>
                  <a:effectLst/>
                  <a:uLnTx/>
                  <a:uFillTx/>
                  <a:latin typeface="思源黑体 CN Bold"/>
                  <a:ea typeface="微软雅黑" panose="020B0503020204020204" pitchFamily="34" charset="-122"/>
                  <a:cs typeface="+mn-cs"/>
                </a:rPr>
                <a:t>Title</a:t>
              </a:r>
            </a:p>
          </p:txBody>
        </p:sp>
        <p:sp>
          <p:nvSpPr>
            <p:cNvPr id="15" name="文本框 14"/>
            <p:cNvSpPr txBox="1"/>
            <p:nvPr/>
          </p:nvSpPr>
          <p:spPr>
            <a:xfrm>
              <a:off x="1325529" y="2663761"/>
              <a:ext cx="1821331" cy="3138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75000"/>
                    <a:lumOff val="25000"/>
                  </a:prstClr>
                </a:solidFill>
                <a:effectLst/>
                <a:uLnTx/>
                <a:uFillTx/>
                <a:latin typeface="Roboto Regular"/>
                <a:ea typeface="微软雅黑" panose="020B0503020204020204" pitchFamily="34" charset="-122"/>
                <a:cs typeface="+mn-cs"/>
              </a:endParaRPr>
            </a:p>
          </p:txBody>
        </p:sp>
        <p:sp>
          <p:nvSpPr>
            <p:cNvPr id="16" name="矩形: 圆角 15"/>
            <p:cNvSpPr/>
            <p:nvPr/>
          </p:nvSpPr>
          <p:spPr>
            <a:xfrm>
              <a:off x="1640708" y="2510324"/>
              <a:ext cx="1189703" cy="45719"/>
            </a:xfrm>
            <a:prstGeom prst="roundRect">
              <a:avLst>
                <a:gd name="adj" fmla="val 50000"/>
              </a:avLst>
            </a:prstGeom>
            <a:solidFill>
              <a:schemeClr val="accent1"/>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grpSp>
      <p:sp>
        <p:nvSpPr>
          <p:cNvPr id="17" name="right-arrow_339913"/>
          <p:cNvSpPr>
            <a:spLocks noChangeAspect="1"/>
          </p:cNvSpPr>
          <p:nvPr/>
        </p:nvSpPr>
        <p:spPr bwMode="auto">
          <a:xfrm>
            <a:off x="3915422" y="3369131"/>
            <a:ext cx="553515" cy="552451"/>
          </a:xfrm>
          <a:custGeom>
            <a:avLst/>
            <a:gdLst>
              <a:gd name="connsiteX0" fmla="*/ 312860 w 607729"/>
              <a:gd name="connsiteY0" fmla="*/ 3534 h 606561"/>
              <a:gd name="connsiteX1" fmla="*/ 603991 w 607729"/>
              <a:gd name="connsiteY1" fmla="*/ 294222 h 606561"/>
              <a:gd name="connsiteX2" fmla="*/ 603991 w 607729"/>
              <a:gd name="connsiteY2" fmla="*/ 312084 h 606561"/>
              <a:gd name="connsiteX3" fmla="*/ 312860 w 607729"/>
              <a:gd name="connsiteY3" fmla="*/ 602772 h 606561"/>
              <a:gd name="connsiteX4" fmla="*/ 312593 w 607729"/>
              <a:gd name="connsiteY4" fmla="*/ 602949 h 606561"/>
              <a:gd name="connsiteX5" fmla="*/ 294792 w 607729"/>
              <a:gd name="connsiteY5" fmla="*/ 602772 h 606561"/>
              <a:gd name="connsiteX6" fmla="*/ 295059 w 607729"/>
              <a:gd name="connsiteY6" fmla="*/ 584909 h 606561"/>
              <a:gd name="connsiteX7" fmla="*/ 577201 w 607729"/>
              <a:gd name="connsiteY7" fmla="*/ 303108 h 606561"/>
              <a:gd name="connsiteX8" fmla="*/ 295059 w 607729"/>
              <a:gd name="connsiteY8" fmla="*/ 21308 h 606561"/>
              <a:gd name="connsiteX9" fmla="*/ 295059 w 607729"/>
              <a:gd name="connsiteY9" fmla="*/ 3800 h 606561"/>
              <a:gd name="connsiteX10" fmla="*/ 312860 w 607729"/>
              <a:gd name="connsiteY10" fmla="*/ 3534 h 606561"/>
              <a:gd name="connsiteX11" fmla="*/ 21707 w 607729"/>
              <a:gd name="connsiteY11" fmla="*/ 3534 h 606561"/>
              <a:gd name="connsiteX12" fmla="*/ 312838 w 607729"/>
              <a:gd name="connsiteY12" fmla="*/ 294222 h 606561"/>
              <a:gd name="connsiteX13" fmla="*/ 312838 w 607729"/>
              <a:gd name="connsiteY13" fmla="*/ 312084 h 606561"/>
              <a:gd name="connsiteX14" fmla="*/ 21707 w 607729"/>
              <a:gd name="connsiteY14" fmla="*/ 602772 h 606561"/>
              <a:gd name="connsiteX15" fmla="*/ 21440 w 607729"/>
              <a:gd name="connsiteY15" fmla="*/ 602949 h 606561"/>
              <a:gd name="connsiteX16" fmla="*/ 3639 w 607729"/>
              <a:gd name="connsiteY16" fmla="*/ 602772 h 606561"/>
              <a:gd name="connsiteX17" fmla="*/ 3906 w 607729"/>
              <a:gd name="connsiteY17" fmla="*/ 584909 h 606561"/>
              <a:gd name="connsiteX18" fmla="*/ 286047 w 607729"/>
              <a:gd name="connsiteY18" fmla="*/ 303197 h 606561"/>
              <a:gd name="connsiteX19" fmla="*/ 3906 w 607729"/>
              <a:gd name="connsiteY19" fmla="*/ 21485 h 606561"/>
              <a:gd name="connsiteX20" fmla="*/ 3906 w 607729"/>
              <a:gd name="connsiteY20" fmla="*/ 3889 h 606561"/>
              <a:gd name="connsiteX21" fmla="*/ 21707 w 607729"/>
              <a:gd name="connsiteY21" fmla="*/ 3534 h 60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729" h="606561">
                <a:moveTo>
                  <a:pt x="312860" y="3534"/>
                </a:moveTo>
                <a:lnTo>
                  <a:pt x="603991" y="294222"/>
                </a:lnTo>
                <a:cubicBezTo>
                  <a:pt x="608975" y="299109"/>
                  <a:pt x="608975" y="307107"/>
                  <a:pt x="603991" y="312084"/>
                </a:cubicBezTo>
                <a:lnTo>
                  <a:pt x="312860" y="602772"/>
                </a:lnTo>
                <a:lnTo>
                  <a:pt x="312593" y="602949"/>
                </a:lnTo>
                <a:cubicBezTo>
                  <a:pt x="307698" y="607926"/>
                  <a:pt x="299688" y="607659"/>
                  <a:pt x="294792" y="602772"/>
                </a:cubicBezTo>
                <a:cubicBezTo>
                  <a:pt x="289808" y="597795"/>
                  <a:pt x="289986" y="589708"/>
                  <a:pt x="295059" y="584909"/>
                </a:cubicBezTo>
                <a:lnTo>
                  <a:pt x="577201" y="303108"/>
                </a:lnTo>
                <a:lnTo>
                  <a:pt x="295059" y="21308"/>
                </a:lnTo>
                <a:cubicBezTo>
                  <a:pt x="290342" y="16420"/>
                  <a:pt x="290342" y="8688"/>
                  <a:pt x="295059" y="3800"/>
                </a:cubicBezTo>
                <a:cubicBezTo>
                  <a:pt x="299866" y="-1176"/>
                  <a:pt x="307787" y="-1265"/>
                  <a:pt x="312860" y="3534"/>
                </a:cubicBezTo>
                <a:close/>
                <a:moveTo>
                  <a:pt x="21707" y="3534"/>
                </a:moveTo>
                <a:lnTo>
                  <a:pt x="312838" y="294222"/>
                </a:lnTo>
                <a:cubicBezTo>
                  <a:pt x="317822" y="299109"/>
                  <a:pt x="317822" y="307107"/>
                  <a:pt x="312838" y="312084"/>
                </a:cubicBezTo>
                <a:lnTo>
                  <a:pt x="21707" y="602772"/>
                </a:lnTo>
                <a:lnTo>
                  <a:pt x="21440" y="602949"/>
                </a:lnTo>
                <a:cubicBezTo>
                  <a:pt x="16544" y="607926"/>
                  <a:pt x="8534" y="607659"/>
                  <a:pt x="3639" y="602772"/>
                </a:cubicBezTo>
                <a:cubicBezTo>
                  <a:pt x="-1345" y="597795"/>
                  <a:pt x="-1167" y="589708"/>
                  <a:pt x="3906" y="584909"/>
                </a:cubicBezTo>
                <a:lnTo>
                  <a:pt x="286047" y="303197"/>
                </a:lnTo>
                <a:lnTo>
                  <a:pt x="3906" y="21485"/>
                </a:lnTo>
                <a:cubicBezTo>
                  <a:pt x="-811" y="16509"/>
                  <a:pt x="-811" y="8866"/>
                  <a:pt x="3906" y="3889"/>
                </a:cubicBezTo>
                <a:cubicBezTo>
                  <a:pt x="8712" y="-1176"/>
                  <a:pt x="16811" y="-1265"/>
                  <a:pt x="21707" y="3534"/>
                </a:cubicBezTo>
                <a:close/>
              </a:path>
            </a:pathLst>
          </a:custGeom>
          <a:solidFill>
            <a:schemeClr val="accent1"/>
          </a:solidFill>
          <a:ln>
            <a:solidFill>
              <a:schemeClr val="accent1"/>
            </a:solidFill>
          </a:ln>
        </p:spPr>
      </p:sp>
      <p:grpSp>
        <p:nvGrpSpPr>
          <p:cNvPr id="18" name="组合 17"/>
          <p:cNvGrpSpPr/>
          <p:nvPr/>
        </p:nvGrpSpPr>
        <p:grpSpPr>
          <a:xfrm>
            <a:off x="5036477" y="1495109"/>
            <a:ext cx="2106661" cy="4300494"/>
            <a:chOff x="1182229" y="1533666"/>
            <a:chExt cx="2106661" cy="4300494"/>
          </a:xfrm>
        </p:grpSpPr>
        <p:sp>
          <p:nvSpPr>
            <p:cNvPr id="19" name="矩形: 剪去对角 18"/>
            <p:cNvSpPr/>
            <p:nvPr/>
          </p:nvSpPr>
          <p:spPr>
            <a:xfrm>
              <a:off x="1182229" y="1533666"/>
              <a:ext cx="2106661" cy="4300494"/>
            </a:xfrm>
            <a:prstGeom prst="snip2DiagRect">
              <a:avLst/>
            </a:prstGeom>
            <a:solidFill>
              <a:sysClr val="window" lastClr="FFFFFF"/>
            </a:solidFill>
            <a:ln w="1905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noFill/>
                <a:effectLst/>
                <a:uLnTx/>
                <a:uFillTx/>
                <a:latin typeface="思源黑体 CN Regular"/>
                <a:ea typeface="微软雅黑" panose="020B0503020204020204" pitchFamily="34" charset="-122"/>
                <a:cs typeface="+mn-cs"/>
              </a:endParaRPr>
            </a:p>
          </p:txBody>
        </p:sp>
        <p:sp>
          <p:nvSpPr>
            <p:cNvPr id="20" name="文本框 19"/>
            <p:cNvSpPr txBox="1"/>
            <p:nvPr/>
          </p:nvSpPr>
          <p:spPr>
            <a:xfrm>
              <a:off x="1638250" y="1942844"/>
              <a:ext cx="1194619" cy="460375"/>
            </a:xfrm>
            <a:prstGeom prst="rect">
              <a:avLst/>
            </a:prstGeom>
            <a:noFill/>
          </p:spPr>
          <p:txBody>
            <a:bodyPr wrap="square" rtlCol="0">
              <a:spAutoFit/>
            </a:bodyPr>
            <a:lstStyle>
              <a:defPPr>
                <a:defRPr lang="zh-CN"/>
              </a:defPPr>
              <a:lvl1pPr algn="ctr">
                <a:defRPr sz="2400">
                  <a:solidFill>
                    <a:srgbClr val="0C98FA"/>
                  </a:soli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accent1"/>
                  </a:solidFill>
                  <a:effectLst/>
                  <a:uLnTx/>
                  <a:uFillTx/>
                  <a:latin typeface="思源黑体 CN Bold"/>
                  <a:ea typeface="微软雅黑" panose="020B0503020204020204" pitchFamily="34" charset="-122"/>
                  <a:cs typeface="+mn-cs"/>
                </a:rPr>
                <a:t>Title</a:t>
              </a:r>
            </a:p>
          </p:txBody>
        </p:sp>
        <p:sp>
          <p:nvSpPr>
            <p:cNvPr id="21" name="文本框 20"/>
            <p:cNvSpPr txBox="1"/>
            <p:nvPr/>
          </p:nvSpPr>
          <p:spPr>
            <a:xfrm>
              <a:off x="1324894" y="2663761"/>
              <a:ext cx="1821331" cy="3138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75000"/>
                    <a:lumOff val="25000"/>
                  </a:prstClr>
                </a:solidFill>
                <a:effectLst/>
                <a:uLnTx/>
                <a:uFillTx/>
                <a:latin typeface="Roboto Regular"/>
                <a:ea typeface="微软雅黑" panose="020B0503020204020204" pitchFamily="34" charset="-122"/>
                <a:cs typeface="+mn-cs"/>
              </a:endParaRPr>
            </a:p>
          </p:txBody>
        </p:sp>
        <p:sp>
          <p:nvSpPr>
            <p:cNvPr id="22" name="矩形: 圆角 21"/>
            <p:cNvSpPr/>
            <p:nvPr/>
          </p:nvSpPr>
          <p:spPr>
            <a:xfrm>
              <a:off x="1640708" y="2510324"/>
              <a:ext cx="1189703" cy="45719"/>
            </a:xfrm>
            <a:prstGeom prst="roundRect">
              <a:avLst>
                <a:gd name="adj" fmla="val 50000"/>
              </a:avLst>
            </a:prstGeom>
            <a:solidFill>
              <a:schemeClr val="accent1"/>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Roboto Regular"/>
                <a:ea typeface="微软雅黑" panose="020B0503020204020204" pitchFamily="34" charset="-122"/>
                <a:cs typeface="+mn-cs"/>
              </a:endParaRPr>
            </a:p>
          </p:txBody>
        </p:sp>
      </p:grpSp>
      <p:grpSp>
        <p:nvGrpSpPr>
          <p:cNvPr id="23" name="组合 22"/>
          <p:cNvGrpSpPr/>
          <p:nvPr/>
        </p:nvGrpSpPr>
        <p:grpSpPr>
          <a:xfrm>
            <a:off x="8831732" y="1495109"/>
            <a:ext cx="2106661" cy="4300494"/>
            <a:chOff x="1182229" y="1533666"/>
            <a:chExt cx="2106661" cy="4300494"/>
          </a:xfrm>
        </p:grpSpPr>
        <p:sp>
          <p:nvSpPr>
            <p:cNvPr id="24" name="矩形: 剪去对角 23"/>
            <p:cNvSpPr/>
            <p:nvPr/>
          </p:nvSpPr>
          <p:spPr>
            <a:xfrm>
              <a:off x="1182229" y="1533666"/>
              <a:ext cx="2106661" cy="4300494"/>
            </a:xfrm>
            <a:prstGeom prst="snip2DiagRect">
              <a:avLst/>
            </a:prstGeom>
            <a:solidFill>
              <a:sysClr val="window" lastClr="FFFFFF"/>
            </a:solidFill>
            <a:ln w="1905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noFill/>
                <a:effectLst/>
                <a:uLnTx/>
                <a:uFillTx/>
                <a:latin typeface="思源黑体 CN Regular"/>
                <a:ea typeface="微软雅黑" panose="020B0503020204020204" pitchFamily="34" charset="-122"/>
                <a:cs typeface="+mn-cs"/>
              </a:endParaRPr>
            </a:p>
          </p:txBody>
        </p:sp>
        <p:sp>
          <p:nvSpPr>
            <p:cNvPr id="25" name="文本框 24"/>
            <p:cNvSpPr txBox="1"/>
            <p:nvPr/>
          </p:nvSpPr>
          <p:spPr>
            <a:xfrm>
              <a:off x="1638250" y="1942844"/>
              <a:ext cx="1194619"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accent1"/>
                  </a:solidFill>
                  <a:effectLst/>
                  <a:uLnTx/>
                  <a:uFillTx/>
                  <a:latin typeface="思源黑体 CN Bold"/>
                  <a:ea typeface="微软雅黑" panose="020B0503020204020204" pitchFamily="34" charset="-122"/>
                  <a:cs typeface="+mn-cs"/>
                </a:rPr>
                <a:t>Title</a:t>
              </a:r>
            </a:p>
          </p:txBody>
        </p:sp>
        <p:sp>
          <p:nvSpPr>
            <p:cNvPr id="26" name="文本框 25"/>
            <p:cNvSpPr txBox="1"/>
            <p:nvPr/>
          </p:nvSpPr>
          <p:spPr>
            <a:xfrm>
              <a:off x="1323624" y="2663761"/>
              <a:ext cx="1821331" cy="3138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75000"/>
                    <a:lumOff val="25000"/>
                  </a:prstClr>
                </a:solidFill>
                <a:effectLst/>
                <a:uLnTx/>
                <a:uFillTx/>
                <a:latin typeface="Roboto Regular"/>
                <a:ea typeface="微软雅黑" panose="020B0503020204020204" pitchFamily="34" charset="-122"/>
                <a:cs typeface="+mn-cs"/>
              </a:endParaRPr>
            </a:p>
          </p:txBody>
        </p:sp>
        <p:sp>
          <p:nvSpPr>
            <p:cNvPr id="30" name="矩形: 圆角 29"/>
            <p:cNvSpPr/>
            <p:nvPr/>
          </p:nvSpPr>
          <p:spPr>
            <a:xfrm>
              <a:off x="1640708" y="2510324"/>
              <a:ext cx="1189703" cy="45719"/>
            </a:xfrm>
            <a:prstGeom prst="roundRect">
              <a:avLst>
                <a:gd name="adj" fmla="val 50000"/>
              </a:avLst>
            </a:prstGeom>
            <a:solidFill>
              <a:schemeClr val="accent1"/>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Roboto Regular"/>
                <a:ea typeface="微软雅黑" panose="020B0503020204020204" pitchFamily="34" charset="-122"/>
                <a:cs typeface="+mn-cs"/>
              </a:endParaRPr>
            </a:p>
          </p:txBody>
        </p:sp>
      </p:grpSp>
      <p:sp>
        <p:nvSpPr>
          <p:cNvPr id="31" name="right-arrow_339913"/>
          <p:cNvSpPr>
            <a:spLocks noChangeAspect="1"/>
          </p:cNvSpPr>
          <p:nvPr/>
        </p:nvSpPr>
        <p:spPr bwMode="auto">
          <a:xfrm>
            <a:off x="7710678" y="3369131"/>
            <a:ext cx="553515" cy="552451"/>
          </a:xfrm>
          <a:custGeom>
            <a:avLst/>
            <a:gdLst>
              <a:gd name="connsiteX0" fmla="*/ 312860 w 607729"/>
              <a:gd name="connsiteY0" fmla="*/ 3534 h 606561"/>
              <a:gd name="connsiteX1" fmla="*/ 603991 w 607729"/>
              <a:gd name="connsiteY1" fmla="*/ 294222 h 606561"/>
              <a:gd name="connsiteX2" fmla="*/ 603991 w 607729"/>
              <a:gd name="connsiteY2" fmla="*/ 312084 h 606561"/>
              <a:gd name="connsiteX3" fmla="*/ 312860 w 607729"/>
              <a:gd name="connsiteY3" fmla="*/ 602772 h 606561"/>
              <a:gd name="connsiteX4" fmla="*/ 312593 w 607729"/>
              <a:gd name="connsiteY4" fmla="*/ 602949 h 606561"/>
              <a:gd name="connsiteX5" fmla="*/ 294792 w 607729"/>
              <a:gd name="connsiteY5" fmla="*/ 602772 h 606561"/>
              <a:gd name="connsiteX6" fmla="*/ 295059 w 607729"/>
              <a:gd name="connsiteY6" fmla="*/ 584909 h 606561"/>
              <a:gd name="connsiteX7" fmla="*/ 577201 w 607729"/>
              <a:gd name="connsiteY7" fmla="*/ 303108 h 606561"/>
              <a:gd name="connsiteX8" fmla="*/ 295059 w 607729"/>
              <a:gd name="connsiteY8" fmla="*/ 21308 h 606561"/>
              <a:gd name="connsiteX9" fmla="*/ 295059 w 607729"/>
              <a:gd name="connsiteY9" fmla="*/ 3800 h 606561"/>
              <a:gd name="connsiteX10" fmla="*/ 312860 w 607729"/>
              <a:gd name="connsiteY10" fmla="*/ 3534 h 606561"/>
              <a:gd name="connsiteX11" fmla="*/ 21707 w 607729"/>
              <a:gd name="connsiteY11" fmla="*/ 3534 h 606561"/>
              <a:gd name="connsiteX12" fmla="*/ 312838 w 607729"/>
              <a:gd name="connsiteY12" fmla="*/ 294222 h 606561"/>
              <a:gd name="connsiteX13" fmla="*/ 312838 w 607729"/>
              <a:gd name="connsiteY13" fmla="*/ 312084 h 606561"/>
              <a:gd name="connsiteX14" fmla="*/ 21707 w 607729"/>
              <a:gd name="connsiteY14" fmla="*/ 602772 h 606561"/>
              <a:gd name="connsiteX15" fmla="*/ 21440 w 607729"/>
              <a:gd name="connsiteY15" fmla="*/ 602949 h 606561"/>
              <a:gd name="connsiteX16" fmla="*/ 3639 w 607729"/>
              <a:gd name="connsiteY16" fmla="*/ 602772 h 606561"/>
              <a:gd name="connsiteX17" fmla="*/ 3906 w 607729"/>
              <a:gd name="connsiteY17" fmla="*/ 584909 h 606561"/>
              <a:gd name="connsiteX18" fmla="*/ 286047 w 607729"/>
              <a:gd name="connsiteY18" fmla="*/ 303197 h 606561"/>
              <a:gd name="connsiteX19" fmla="*/ 3906 w 607729"/>
              <a:gd name="connsiteY19" fmla="*/ 21485 h 606561"/>
              <a:gd name="connsiteX20" fmla="*/ 3906 w 607729"/>
              <a:gd name="connsiteY20" fmla="*/ 3889 h 606561"/>
              <a:gd name="connsiteX21" fmla="*/ 21707 w 607729"/>
              <a:gd name="connsiteY21" fmla="*/ 3534 h 60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729" h="606561">
                <a:moveTo>
                  <a:pt x="312860" y="3534"/>
                </a:moveTo>
                <a:lnTo>
                  <a:pt x="603991" y="294222"/>
                </a:lnTo>
                <a:cubicBezTo>
                  <a:pt x="608975" y="299109"/>
                  <a:pt x="608975" y="307107"/>
                  <a:pt x="603991" y="312084"/>
                </a:cubicBezTo>
                <a:lnTo>
                  <a:pt x="312860" y="602772"/>
                </a:lnTo>
                <a:lnTo>
                  <a:pt x="312593" y="602949"/>
                </a:lnTo>
                <a:cubicBezTo>
                  <a:pt x="307698" y="607926"/>
                  <a:pt x="299688" y="607659"/>
                  <a:pt x="294792" y="602772"/>
                </a:cubicBezTo>
                <a:cubicBezTo>
                  <a:pt x="289808" y="597795"/>
                  <a:pt x="289986" y="589708"/>
                  <a:pt x="295059" y="584909"/>
                </a:cubicBezTo>
                <a:lnTo>
                  <a:pt x="577201" y="303108"/>
                </a:lnTo>
                <a:lnTo>
                  <a:pt x="295059" y="21308"/>
                </a:lnTo>
                <a:cubicBezTo>
                  <a:pt x="290342" y="16420"/>
                  <a:pt x="290342" y="8688"/>
                  <a:pt x="295059" y="3800"/>
                </a:cubicBezTo>
                <a:cubicBezTo>
                  <a:pt x="299866" y="-1176"/>
                  <a:pt x="307787" y="-1265"/>
                  <a:pt x="312860" y="3534"/>
                </a:cubicBezTo>
                <a:close/>
                <a:moveTo>
                  <a:pt x="21707" y="3534"/>
                </a:moveTo>
                <a:lnTo>
                  <a:pt x="312838" y="294222"/>
                </a:lnTo>
                <a:cubicBezTo>
                  <a:pt x="317822" y="299109"/>
                  <a:pt x="317822" y="307107"/>
                  <a:pt x="312838" y="312084"/>
                </a:cubicBezTo>
                <a:lnTo>
                  <a:pt x="21707" y="602772"/>
                </a:lnTo>
                <a:lnTo>
                  <a:pt x="21440" y="602949"/>
                </a:lnTo>
                <a:cubicBezTo>
                  <a:pt x="16544" y="607926"/>
                  <a:pt x="8534" y="607659"/>
                  <a:pt x="3639" y="602772"/>
                </a:cubicBezTo>
                <a:cubicBezTo>
                  <a:pt x="-1345" y="597795"/>
                  <a:pt x="-1167" y="589708"/>
                  <a:pt x="3906" y="584909"/>
                </a:cubicBezTo>
                <a:lnTo>
                  <a:pt x="286047" y="303197"/>
                </a:lnTo>
                <a:lnTo>
                  <a:pt x="3906" y="21485"/>
                </a:lnTo>
                <a:cubicBezTo>
                  <a:pt x="-811" y="16509"/>
                  <a:pt x="-811" y="8866"/>
                  <a:pt x="3906" y="3889"/>
                </a:cubicBezTo>
                <a:cubicBezTo>
                  <a:pt x="8712" y="-1176"/>
                  <a:pt x="16811" y="-1265"/>
                  <a:pt x="21707" y="3534"/>
                </a:cubicBezTo>
                <a:close/>
              </a:path>
            </a:pathLst>
          </a:custGeom>
          <a:solidFill>
            <a:schemeClr val="accent1"/>
          </a:solidFill>
          <a:ln>
            <a:solidFill>
              <a:schemeClr val="accent1"/>
            </a:solidFill>
          </a:ln>
        </p:spPr>
      </p:sp>
      <p:pic>
        <p:nvPicPr>
          <p:cNvPr id="32" name="图片 31">
            <a:extLst>
              <a:ext uri="{FF2B5EF4-FFF2-40B4-BE49-F238E27FC236}">
                <a16:creationId xmlns:a16="http://schemas.microsoft.com/office/drawing/2014/main" id="{51FBDBEE-7687-DE6D-F87F-8B742E763D15}"/>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12" name="组合 11"/>
          <p:cNvGrpSpPr/>
          <p:nvPr/>
        </p:nvGrpSpPr>
        <p:grpSpPr>
          <a:xfrm>
            <a:off x="678857" y="2093340"/>
            <a:ext cx="2160001" cy="3340384"/>
            <a:chOff x="678857" y="2188316"/>
            <a:chExt cx="2160001" cy="3340384"/>
          </a:xfrm>
        </p:grpSpPr>
        <p:sp>
          <p:nvSpPr>
            <p:cNvPr id="13" name="矩形 12"/>
            <p:cNvSpPr/>
            <p:nvPr/>
          </p:nvSpPr>
          <p:spPr>
            <a:xfrm>
              <a:off x="678857" y="2819802"/>
              <a:ext cx="720000" cy="72000"/>
            </a:xfrm>
            <a:prstGeom prst="rect">
              <a:avLst/>
            </a:prstGeom>
            <a:solidFill>
              <a:schemeClr val="accent1"/>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Roboto Regular"/>
                <a:ea typeface="微软雅黑" panose="020B0503020204020204" pitchFamily="34" charset="-122"/>
                <a:cs typeface="+mn-cs"/>
              </a:endParaRPr>
            </a:p>
          </p:txBody>
        </p:sp>
        <p:sp>
          <p:nvSpPr>
            <p:cNvPr id="14" name="文本框 13"/>
            <p:cNvSpPr txBox="1"/>
            <p:nvPr/>
          </p:nvSpPr>
          <p:spPr>
            <a:xfrm>
              <a:off x="678857" y="2188316"/>
              <a:ext cx="781624" cy="461665"/>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100" normalizeH="0" baseline="0" noProof="0" dirty="0">
                  <a:ln>
                    <a:noFill/>
                  </a:ln>
                  <a:solidFill>
                    <a:schemeClr val="accent1"/>
                  </a:solidFill>
                  <a:effectLst/>
                  <a:uLnTx/>
                  <a:uFillTx/>
                  <a:latin typeface="Roboto Regular"/>
                  <a:ea typeface="微软雅黑" panose="020B0503020204020204" pitchFamily="34" charset="-122"/>
                  <a:cs typeface="+mn-cs"/>
                </a:rPr>
                <a:t>Title</a:t>
              </a:r>
            </a:p>
          </p:txBody>
        </p:sp>
        <p:sp>
          <p:nvSpPr>
            <p:cNvPr id="15" name="文本框 14"/>
            <p:cNvSpPr txBox="1"/>
            <p:nvPr/>
          </p:nvSpPr>
          <p:spPr>
            <a:xfrm>
              <a:off x="678858" y="3123178"/>
              <a:ext cx="2160000" cy="2405522"/>
            </a:xfrm>
            <a:prstGeom prst="rect">
              <a:avLst/>
            </a:prstGeom>
            <a:noFill/>
          </p:spPr>
          <p:txBody>
            <a:bodyPr wrap="square" lIns="0" rtlCol="0">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0" cap="none" spc="100" normalizeH="0" baseline="0" noProof="0" dirty="0">
                <a:ln>
                  <a:noFill/>
                </a:ln>
                <a:solidFill>
                  <a:prstClr val="black">
                    <a:lumMod val="65000"/>
                    <a:lumOff val="35000"/>
                  </a:prstClr>
                </a:solidFill>
                <a:effectLst/>
                <a:uLnTx/>
                <a:uFillTx/>
                <a:latin typeface="Roboto Regular"/>
                <a:ea typeface="微软雅黑" panose="020B0503020204020204" pitchFamily="34" charset="-122"/>
                <a:cs typeface="+mn-cs"/>
              </a:endParaRPr>
            </a:p>
          </p:txBody>
        </p:sp>
      </p:grpSp>
      <p:grpSp>
        <p:nvGrpSpPr>
          <p:cNvPr id="16" name="组合 15"/>
          <p:cNvGrpSpPr/>
          <p:nvPr/>
        </p:nvGrpSpPr>
        <p:grpSpPr>
          <a:xfrm>
            <a:off x="3706306" y="2093340"/>
            <a:ext cx="2160001" cy="3340384"/>
            <a:chOff x="5063619" y="2188316"/>
            <a:chExt cx="2160001" cy="3340384"/>
          </a:xfrm>
        </p:grpSpPr>
        <p:sp>
          <p:nvSpPr>
            <p:cNvPr id="17" name="矩形 16"/>
            <p:cNvSpPr/>
            <p:nvPr/>
          </p:nvSpPr>
          <p:spPr>
            <a:xfrm>
              <a:off x="5063619" y="2819802"/>
              <a:ext cx="720000" cy="72000"/>
            </a:xfrm>
            <a:prstGeom prst="rect">
              <a:avLst/>
            </a:prstGeom>
            <a:solidFill>
              <a:schemeClr val="accent1"/>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18" name="文本框 17"/>
            <p:cNvSpPr txBox="1"/>
            <p:nvPr/>
          </p:nvSpPr>
          <p:spPr>
            <a:xfrm>
              <a:off x="5063619" y="2188316"/>
              <a:ext cx="781624" cy="461665"/>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100" normalizeH="0" baseline="0" noProof="0" dirty="0">
                  <a:ln>
                    <a:noFill/>
                  </a:ln>
                  <a:solidFill>
                    <a:schemeClr val="accent1"/>
                  </a:solidFill>
                  <a:effectLst/>
                  <a:uLnTx/>
                  <a:uFillTx/>
                  <a:latin typeface="Roboto Regular"/>
                  <a:ea typeface="微软雅黑" panose="020B0503020204020204" pitchFamily="34" charset="-122"/>
                  <a:cs typeface="+mn-cs"/>
                </a:rPr>
                <a:t>Title</a:t>
              </a:r>
            </a:p>
          </p:txBody>
        </p:sp>
        <p:sp>
          <p:nvSpPr>
            <p:cNvPr id="19" name="文本框 18"/>
            <p:cNvSpPr txBox="1"/>
            <p:nvPr/>
          </p:nvSpPr>
          <p:spPr>
            <a:xfrm>
              <a:off x="5063620" y="3123178"/>
              <a:ext cx="2160000" cy="2405522"/>
            </a:xfrm>
            <a:prstGeom prst="rect">
              <a:avLst/>
            </a:prstGeom>
            <a:noFill/>
          </p:spPr>
          <p:txBody>
            <a:bodyPr wrap="square" lIns="0" rtlCol="0">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en-US" altLang="zh-CN" b="0" i="0" u="none" strike="noStrike" kern="0" cap="none" spc="100" normalizeH="0" baseline="0" noProof="0" dirty="0">
                <a:ln>
                  <a:noFill/>
                </a:ln>
                <a:solidFill>
                  <a:prstClr val="black">
                    <a:lumMod val="65000"/>
                    <a:lumOff val="35000"/>
                  </a:prstClr>
                </a:solidFill>
                <a:effectLst/>
                <a:uLnTx/>
                <a:uFillTx/>
                <a:latin typeface="Roboto Regular"/>
                <a:ea typeface="微软雅黑" panose="020B0503020204020204" pitchFamily="34" charset="-122"/>
                <a:cs typeface="+mn-cs"/>
              </a:endParaRPr>
            </a:p>
          </p:txBody>
        </p:sp>
      </p:grpSp>
      <p:grpSp>
        <p:nvGrpSpPr>
          <p:cNvPr id="20" name="组合 19"/>
          <p:cNvGrpSpPr/>
          <p:nvPr/>
        </p:nvGrpSpPr>
        <p:grpSpPr>
          <a:xfrm>
            <a:off x="9761206" y="2093340"/>
            <a:ext cx="781624" cy="703486"/>
            <a:chOff x="9448380" y="2188316"/>
            <a:chExt cx="781624" cy="703486"/>
          </a:xfrm>
        </p:grpSpPr>
        <p:sp>
          <p:nvSpPr>
            <p:cNvPr id="21" name="矩形 20"/>
            <p:cNvSpPr/>
            <p:nvPr/>
          </p:nvSpPr>
          <p:spPr>
            <a:xfrm>
              <a:off x="9448380" y="2819802"/>
              <a:ext cx="720000" cy="72000"/>
            </a:xfrm>
            <a:prstGeom prst="rect">
              <a:avLst/>
            </a:prstGeom>
            <a:solidFill>
              <a:schemeClr val="accent1"/>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Roboto Regular"/>
                <a:ea typeface="微软雅黑" panose="020B0503020204020204" pitchFamily="34" charset="-122"/>
                <a:cs typeface="+mn-cs"/>
              </a:endParaRPr>
            </a:p>
          </p:txBody>
        </p:sp>
        <p:sp>
          <p:nvSpPr>
            <p:cNvPr id="22" name="文本框 21"/>
            <p:cNvSpPr txBox="1"/>
            <p:nvPr/>
          </p:nvSpPr>
          <p:spPr>
            <a:xfrm>
              <a:off x="9448380" y="2188316"/>
              <a:ext cx="781624" cy="461665"/>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100" normalizeH="0" baseline="0" noProof="0" dirty="0">
                  <a:ln>
                    <a:noFill/>
                  </a:ln>
                  <a:solidFill>
                    <a:schemeClr val="accent1"/>
                  </a:solidFill>
                  <a:effectLst/>
                  <a:uLnTx/>
                  <a:uFillTx/>
                  <a:latin typeface="Roboto Regular"/>
                  <a:ea typeface="微软雅黑" panose="020B0503020204020204" pitchFamily="34" charset="-122"/>
                  <a:cs typeface="+mn-cs"/>
                </a:rPr>
                <a:t>Title</a:t>
              </a:r>
            </a:p>
          </p:txBody>
        </p:sp>
      </p:grpSp>
      <p:sp>
        <p:nvSpPr>
          <p:cNvPr id="24" name="right-arrow_339913"/>
          <p:cNvSpPr>
            <a:spLocks noChangeAspect="1"/>
          </p:cNvSpPr>
          <p:nvPr/>
        </p:nvSpPr>
        <p:spPr bwMode="auto">
          <a:xfrm>
            <a:off x="3056811" y="3548176"/>
            <a:ext cx="431542" cy="430712"/>
          </a:xfrm>
          <a:custGeom>
            <a:avLst/>
            <a:gdLst>
              <a:gd name="connsiteX0" fmla="*/ 312860 w 607729"/>
              <a:gd name="connsiteY0" fmla="*/ 3534 h 606561"/>
              <a:gd name="connsiteX1" fmla="*/ 603991 w 607729"/>
              <a:gd name="connsiteY1" fmla="*/ 294222 h 606561"/>
              <a:gd name="connsiteX2" fmla="*/ 603991 w 607729"/>
              <a:gd name="connsiteY2" fmla="*/ 312084 h 606561"/>
              <a:gd name="connsiteX3" fmla="*/ 312860 w 607729"/>
              <a:gd name="connsiteY3" fmla="*/ 602772 h 606561"/>
              <a:gd name="connsiteX4" fmla="*/ 312593 w 607729"/>
              <a:gd name="connsiteY4" fmla="*/ 602949 h 606561"/>
              <a:gd name="connsiteX5" fmla="*/ 294792 w 607729"/>
              <a:gd name="connsiteY5" fmla="*/ 602772 h 606561"/>
              <a:gd name="connsiteX6" fmla="*/ 295059 w 607729"/>
              <a:gd name="connsiteY6" fmla="*/ 584909 h 606561"/>
              <a:gd name="connsiteX7" fmla="*/ 577201 w 607729"/>
              <a:gd name="connsiteY7" fmla="*/ 303108 h 606561"/>
              <a:gd name="connsiteX8" fmla="*/ 295059 w 607729"/>
              <a:gd name="connsiteY8" fmla="*/ 21308 h 606561"/>
              <a:gd name="connsiteX9" fmla="*/ 295059 w 607729"/>
              <a:gd name="connsiteY9" fmla="*/ 3800 h 606561"/>
              <a:gd name="connsiteX10" fmla="*/ 312860 w 607729"/>
              <a:gd name="connsiteY10" fmla="*/ 3534 h 606561"/>
              <a:gd name="connsiteX11" fmla="*/ 21707 w 607729"/>
              <a:gd name="connsiteY11" fmla="*/ 3534 h 606561"/>
              <a:gd name="connsiteX12" fmla="*/ 312838 w 607729"/>
              <a:gd name="connsiteY12" fmla="*/ 294222 h 606561"/>
              <a:gd name="connsiteX13" fmla="*/ 312838 w 607729"/>
              <a:gd name="connsiteY13" fmla="*/ 312084 h 606561"/>
              <a:gd name="connsiteX14" fmla="*/ 21707 w 607729"/>
              <a:gd name="connsiteY14" fmla="*/ 602772 h 606561"/>
              <a:gd name="connsiteX15" fmla="*/ 21440 w 607729"/>
              <a:gd name="connsiteY15" fmla="*/ 602949 h 606561"/>
              <a:gd name="connsiteX16" fmla="*/ 3639 w 607729"/>
              <a:gd name="connsiteY16" fmla="*/ 602772 h 606561"/>
              <a:gd name="connsiteX17" fmla="*/ 3906 w 607729"/>
              <a:gd name="connsiteY17" fmla="*/ 584909 h 606561"/>
              <a:gd name="connsiteX18" fmla="*/ 286047 w 607729"/>
              <a:gd name="connsiteY18" fmla="*/ 303197 h 606561"/>
              <a:gd name="connsiteX19" fmla="*/ 3906 w 607729"/>
              <a:gd name="connsiteY19" fmla="*/ 21485 h 606561"/>
              <a:gd name="connsiteX20" fmla="*/ 3906 w 607729"/>
              <a:gd name="connsiteY20" fmla="*/ 3889 h 606561"/>
              <a:gd name="connsiteX21" fmla="*/ 21707 w 607729"/>
              <a:gd name="connsiteY21" fmla="*/ 3534 h 60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729" h="606561">
                <a:moveTo>
                  <a:pt x="312860" y="3534"/>
                </a:moveTo>
                <a:lnTo>
                  <a:pt x="603991" y="294222"/>
                </a:lnTo>
                <a:cubicBezTo>
                  <a:pt x="608975" y="299109"/>
                  <a:pt x="608975" y="307107"/>
                  <a:pt x="603991" y="312084"/>
                </a:cubicBezTo>
                <a:lnTo>
                  <a:pt x="312860" y="602772"/>
                </a:lnTo>
                <a:lnTo>
                  <a:pt x="312593" y="602949"/>
                </a:lnTo>
                <a:cubicBezTo>
                  <a:pt x="307698" y="607926"/>
                  <a:pt x="299688" y="607659"/>
                  <a:pt x="294792" y="602772"/>
                </a:cubicBezTo>
                <a:cubicBezTo>
                  <a:pt x="289808" y="597795"/>
                  <a:pt x="289986" y="589708"/>
                  <a:pt x="295059" y="584909"/>
                </a:cubicBezTo>
                <a:lnTo>
                  <a:pt x="577201" y="303108"/>
                </a:lnTo>
                <a:lnTo>
                  <a:pt x="295059" y="21308"/>
                </a:lnTo>
                <a:cubicBezTo>
                  <a:pt x="290342" y="16420"/>
                  <a:pt x="290342" y="8688"/>
                  <a:pt x="295059" y="3800"/>
                </a:cubicBezTo>
                <a:cubicBezTo>
                  <a:pt x="299866" y="-1176"/>
                  <a:pt x="307787" y="-1265"/>
                  <a:pt x="312860" y="3534"/>
                </a:cubicBezTo>
                <a:close/>
                <a:moveTo>
                  <a:pt x="21707" y="3534"/>
                </a:moveTo>
                <a:lnTo>
                  <a:pt x="312838" y="294222"/>
                </a:lnTo>
                <a:cubicBezTo>
                  <a:pt x="317822" y="299109"/>
                  <a:pt x="317822" y="307107"/>
                  <a:pt x="312838" y="312084"/>
                </a:cubicBezTo>
                <a:lnTo>
                  <a:pt x="21707" y="602772"/>
                </a:lnTo>
                <a:lnTo>
                  <a:pt x="21440" y="602949"/>
                </a:lnTo>
                <a:cubicBezTo>
                  <a:pt x="16544" y="607926"/>
                  <a:pt x="8534" y="607659"/>
                  <a:pt x="3639" y="602772"/>
                </a:cubicBezTo>
                <a:cubicBezTo>
                  <a:pt x="-1345" y="597795"/>
                  <a:pt x="-1167" y="589708"/>
                  <a:pt x="3906" y="584909"/>
                </a:cubicBezTo>
                <a:lnTo>
                  <a:pt x="286047" y="303197"/>
                </a:lnTo>
                <a:lnTo>
                  <a:pt x="3906" y="21485"/>
                </a:lnTo>
                <a:cubicBezTo>
                  <a:pt x="-811" y="16509"/>
                  <a:pt x="-811" y="8866"/>
                  <a:pt x="3906" y="3889"/>
                </a:cubicBezTo>
                <a:cubicBezTo>
                  <a:pt x="8712" y="-1176"/>
                  <a:pt x="16811" y="-1265"/>
                  <a:pt x="21707" y="3534"/>
                </a:cubicBezTo>
                <a:close/>
              </a:path>
            </a:pathLst>
          </a:custGeom>
          <a:solidFill>
            <a:schemeClr val="accent1"/>
          </a:solidFill>
          <a:ln>
            <a:solidFill>
              <a:schemeClr val="accent1"/>
            </a:solidFill>
          </a:ln>
        </p:spPr>
      </p:sp>
      <p:sp>
        <p:nvSpPr>
          <p:cNvPr id="25" name="right-arrow_339913"/>
          <p:cNvSpPr>
            <a:spLocks noChangeAspect="1"/>
          </p:cNvSpPr>
          <p:nvPr/>
        </p:nvSpPr>
        <p:spPr bwMode="auto">
          <a:xfrm>
            <a:off x="6084260" y="3548176"/>
            <a:ext cx="431542" cy="430712"/>
          </a:xfrm>
          <a:custGeom>
            <a:avLst/>
            <a:gdLst>
              <a:gd name="connsiteX0" fmla="*/ 312860 w 607729"/>
              <a:gd name="connsiteY0" fmla="*/ 3534 h 606561"/>
              <a:gd name="connsiteX1" fmla="*/ 603991 w 607729"/>
              <a:gd name="connsiteY1" fmla="*/ 294222 h 606561"/>
              <a:gd name="connsiteX2" fmla="*/ 603991 w 607729"/>
              <a:gd name="connsiteY2" fmla="*/ 312084 h 606561"/>
              <a:gd name="connsiteX3" fmla="*/ 312860 w 607729"/>
              <a:gd name="connsiteY3" fmla="*/ 602772 h 606561"/>
              <a:gd name="connsiteX4" fmla="*/ 312593 w 607729"/>
              <a:gd name="connsiteY4" fmla="*/ 602949 h 606561"/>
              <a:gd name="connsiteX5" fmla="*/ 294792 w 607729"/>
              <a:gd name="connsiteY5" fmla="*/ 602772 h 606561"/>
              <a:gd name="connsiteX6" fmla="*/ 295059 w 607729"/>
              <a:gd name="connsiteY6" fmla="*/ 584909 h 606561"/>
              <a:gd name="connsiteX7" fmla="*/ 577201 w 607729"/>
              <a:gd name="connsiteY7" fmla="*/ 303108 h 606561"/>
              <a:gd name="connsiteX8" fmla="*/ 295059 w 607729"/>
              <a:gd name="connsiteY8" fmla="*/ 21308 h 606561"/>
              <a:gd name="connsiteX9" fmla="*/ 295059 w 607729"/>
              <a:gd name="connsiteY9" fmla="*/ 3800 h 606561"/>
              <a:gd name="connsiteX10" fmla="*/ 312860 w 607729"/>
              <a:gd name="connsiteY10" fmla="*/ 3534 h 606561"/>
              <a:gd name="connsiteX11" fmla="*/ 21707 w 607729"/>
              <a:gd name="connsiteY11" fmla="*/ 3534 h 606561"/>
              <a:gd name="connsiteX12" fmla="*/ 312838 w 607729"/>
              <a:gd name="connsiteY12" fmla="*/ 294222 h 606561"/>
              <a:gd name="connsiteX13" fmla="*/ 312838 w 607729"/>
              <a:gd name="connsiteY13" fmla="*/ 312084 h 606561"/>
              <a:gd name="connsiteX14" fmla="*/ 21707 w 607729"/>
              <a:gd name="connsiteY14" fmla="*/ 602772 h 606561"/>
              <a:gd name="connsiteX15" fmla="*/ 21440 w 607729"/>
              <a:gd name="connsiteY15" fmla="*/ 602949 h 606561"/>
              <a:gd name="connsiteX16" fmla="*/ 3639 w 607729"/>
              <a:gd name="connsiteY16" fmla="*/ 602772 h 606561"/>
              <a:gd name="connsiteX17" fmla="*/ 3906 w 607729"/>
              <a:gd name="connsiteY17" fmla="*/ 584909 h 606561"/>
              <a:gd name="connsiteX18" fmla="*/ 286047 w 607729"/>
              <a:gd name="connsiteY18" fmla="*/ 303197 h 606561"/>
              <a:gd name="connsiteX19" fmla="*/ 3906 w 607729"/>
              <a:gd name="connsiteY19" fmla="*/ 21485 h 606561"/>
              <a:gd name="connsiteX20" fmla="*/ 3906 w 607729"/>
              <a:gd name="connsiteY20" fmla="*/ 3889 h 606561"/>
              <a:gd name="connsiteX21" fmla="*/ 21707 w 607729"/>
              <a:gd name="connsiteY21" fmla="*/ 3534 h 60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729" h="606561">
                <a:moveTo>
                  <a:pt x="312860" y="3534"/>
                </a:moveTo>
                <a:lnTo>
                  <a:pt x="603991" y="294222"/>
                </a:lnTo>
                <a:cubicBezTo>
                  <a:pt x="608975" y="299109"/>
                  <a:pt x="608975" y="307107"/>
                  <a:pt x="603991" y="312084"/>
                </a:cubicBezTo>
                <a:lnTo>
                  <a:pt x="312860" y="602772"/>
                </a:lnTo>
                <a:lnTo>
                  <a:pt x="312593" y="602949"/>
                </a:lnTo>
                <a:cubicBezTo>
                  <a:pt x="307698" y="607926"/>
                  <a:pt x="299688" y="607659"/>
                  <a:pt x="294792" y="602772"/>
                </a:cubicBezTo>
                <a:cubicBezTo>
                  <a:pt x="289808" y="597795"/>
                  <a:pt x="289986" y="589708"/>
                  <a:pt x="295059" y="584909"/>
                </a:cubicBezTo>
                <a:lnTo>
                  <a:pt x="577201" y="303108"/>
                </a:lnTo>
                <a:lnTo>
                  <a:pt x="295059" y="21308"/>
                </a:lnTo>
                <a:cubicBezTo>
                  <a:pt x="290342" y="16420"/>
                  <a:pt x="290342" y="8688"/>
                  <a:pt x="295059" y="3800"/>
                </a:cubicBezTo>
                <a:cubicBezTo>
                  <a:pt x="299866" y="-1176"/>
                  <a:pt x="307787" y="-1265"/>
                  <a:pt x="312860" y="3534"/>
                </a:cubicBezTo>
                <a:close/>
                <a:moveTo>
                  <a:pt x="21707" y="3534"/>
                </a:moveTo>
                <a:lnTo>
                  <a:pt x="312838" y="294222"/>
                </a:lnTo>
                <a:cubicBezTo>
                  <a:pt x="317822" y="299109"/>
                  <a:pt x="317822" y="307107"/>
                  <a:pt x="312838" y="312084"/>
                </a:cubicBezTo>
                <a:lnTo>
                  <a:pt x="21707" y="602772"/>
                </a:lnTo>
                <a:lnTo>
                  <a:pt x="21440" y="602949"/>
                </a:lnTo>
                <a:cubicBezTo>
                  <a:pt x="16544" y="607926"/>
                  <a:pt x="8534" y="607659"/>
                  <a:pt x="3639" y="602772"/>
                </a:cubicBezTo>
                <a:cubicBezTo>
                  <a:pt x="-1345" y="597795"/>
                  <a:pt x="-1167" y="589708"/>
                  <a:pt x="3906" y="584909"/>
                </a:cubicBezTo>
                <a:lnTo>
                  <a:pt x="286047" y="303197"/>
                </a:lnTo>
                <a:lnTo>
                  <a:pt x="3906" y="21485"/>
                </a:lnTo>
                <a:cubicBezTo>
                  <a:pt x="-811" y="16509"/>
                  <a:pt x="-811" y="8866"/>
                  <a:pt x="3906" y="3889"/>
                </a:cubicBezTo>
                <a:cubicBezTo>
                  <a:pt x="8712" y="-1176"/>
                  <a:pt x="16811" y="-1265"/>
                  <a:pt x="21707" y="3534"/>
                </a:cubicBezTo>
                <a:close/>
              </a:path>
            </a:pathLst>
          </a:custGeom>
          <a:solidFill>
            <a:srgbClr val="005825"/>
          </a:solidFill>
          <a:ln>
            <a:solidFill>
              <a:schemeClr val="accent1"/>
            </a:solidFill>
          </a:ln>
        </p:spPr>
      </p:sp>
      <p:sp>
        <p:nvSpPr>
          <p:cNvPr id="26" name="right-arrow_339913"/>
          <p:cNvSpPr>
            <a:spLocks noChangeAspect="1"/>
          </p:cNvSpPr>
          <p:nvPr/>
        </p:nvSpPr>
        <p:spPr bwMode="auto">
          <a:xfrm>
            <a:off x="9111709" y="3548176"/>
            <a:ext cx="431542" cy="430712"/>
          </a:xfrm>
          <a:custGeom>
            <a:avLst/>
            <a:gdLst>
              <a:gd name="connsiteX0" fmla="*/ 312860 w 607729"/>
              <a:gd name="connsiteY0" fmla="*/ 3534 h 606561"/>
              <a:gd name="connsiteX1" fmla="*/ 603991 w 607729"/>
              <a:gd name="connsiteY1" fmla="*/ 294222 h 606561"/>
              <a:gd name="connsiteX2" fmla="*/ 603991 w 607729"/>
              <a:gd name="connsiteY2" fmla="*/ 312084 h 606561"/>
              <a:gd name="connsiteX3" fmla="*/ 312860 w 607729"/>
              <a:gd name="connsiteY3" fmla="*/ 602772 h 606561"/>
              <a:gd name="connsiteX4" fmla="*/ 312593 w 607729"/>
              <a:gd name="connsiteY4" fmla="*/ 602949 h 606561"/>
              <a:gd name="connsiteX5" fmla="*/ 294792 w 607729"/>
              <a:gd name="connsiteY5" fmla="*/ 602772 h 606561"/>
              <a:gd name="connsiteX6" fmla="*/ 295059 w 607729"/>
              <a:gd name="connsiteY6" fmla="*/ 584909 h 606561"/>
              <a:gd name="connsiteX7" fmla="*/ 577201 w 607729"/>
              <a:gd name="connsiteY7" fmla="*/ 303108 h 606561"/>
              <a:gd name="connsiteX8" fmla="*/ 295059 w 607729"/>
              <a:gd name="connsiteY8" fmla="*/ 21308 h 606561"/>
              <a:gd name="connsiteX9" fmla="*/ 295059 w 607729"/>
              <a:gd name="connsiteY9" fmla="*/ 3800 h 606561"/>
              <a:gd name="connsiteX10" fmla="*/ 312860 w 607729"/>
              <a:gd name="connsiteY10" fmla="*/ 3534 h 606561"/>
              <a:gd name="connsiteX11" fmla="*/ 21707 w 607729"/>
              <a:gd name="connsiteY11" fmla="*/ 3534 h 606561"/>
              <a:gd name="connsiteX12" fmla="*/ 312838 w 607729"/>
              <a:gd name="connsiteY12" fmla="*/ 294222 h 606561"/>
              <a:gd name="connsiteX13" fmla="*/ 312838 w 607729"/>
              <a:gd name="connsiteY13" fmla="*/ 312084 h 606561"/>
              <a:gd name="connsiteX14" fmla="*/ 21707 w 607729"/>
              <a:gd name="connsiteY14" fmla="*/ 602772 h 606561"/>
              <a:gd name="connsiteX15" fmla="*/ 21440 w 607729"/>
              <a:gd name="connsiteY15" fmla="*/ 602949 h 606561"/>
              <a:gd name="connsiteX16" fmla="*/ 3639 w 607729"/>
              <a:gd name="connsiteY16" fmla="*/ 602772 h 606561"/>
              <a:gd name="connsiteX17" fmla="*/ 3906 w 607729"/>
              <a:gd name="connsiteY17" fmla="*/ 584909 h 606561"/>
              <a:gd name="connsiteX18" fmla="*/ 286047 w 607729"/>
              <a:gd name="connsiteY18" fmla="*/ 303197 h 606561"/>
              <a:gd name="connsiteX19" fmla="*/ 3906 w 607729"/>
              <a:gd name="connsiteY19" fmla="*/ 21485 h 606561"/>
              <a:gd name="connsiteX20" fmla="*/ 3906 w 607729"/>
              <a:gd name="connsiteY20" fmla="*/ 3889 h 606561"/>
              <a:gd name="connsiteX21" fmla="*/ 21707 w 607729"/>
              <a:gd name="connsiteY21" fmla="*/ 3534 h 60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729" h="606561">
                <a:moveTo>
                  <a:pt x="312860" y="3534"/>
                </a:moveTo>
                <a:lnTo>
                  <a:pt x="603991" y="294222"/>
                </a:lnTo>
                <a:cubicBezTo>
                  <a:pt x="608975" y="299109"/>
                  <a:pt x="608975" y="307107"/>
                  <a:pt x="603991" y="312084"/>
                </a:cubicBezTo>
                <a:lnTo>
                  <a:pt x="312860" y="602772"/>
                </a:lnTo>
                <a:lnTo>
                  <a:pt x="312593" y="602949"/>
                </a:lnTo>
                <a:cubicBezTo>
                  <a:pt x="307698" y="607926"/>
                  <a:pt x="299688" y="607659"/>
                  <a:pt x="294792" y="602772"/>
                </a:cubicBezTo>
                <a:cubicBezTo>
                  <a:pt x="289808" y="597795"/>
                  <a:pt x="289986" y="589708"/>
                  <a:pt x="295059" y="584909"/>
                </a:cubicBezTo>
                <a:lnTo>
                  <a:pt x="577201" y="303108"/>
                </a:lnTo>
                <a:lnTo>
                  <a:pt x="295059" y="21308"/>
                </a:lnTo>
                <a:cubicBezTo>
                  <a:pt x="290342" y="16420"/>
                  <a:pt x="290342" y="8688"/>
                  <a:pt x="295059" y="3800"/>
                </a:cubicBezTo>
                <a:cubicBezTo>
                  <a:pt x="299866" y="-1176"/>
                  <a:pt x="307787" y="-1265"/>
                  <a:pt x="312860" y="3534"/>
                </a:cubicBezTo>
                <a:close/>
                <a:moveTo>
                  <a:pt x="21707" y="3534"/>
                </a:moveTo>
                <a:lnTo>
                  <a:pt x="312838" y="294222"/>
                </a:lnTo>
                <a:cubicBezTo>
                  <a:pt x="317822" y="299109"/>
                  <a:pt x="317822" y="307107"/>
                  <a:pt x="312838" y="312084"/>
                </a:cubicBezTo>
                <a:lnTo>
                  <a:pt x="21707" y="602772"/>
                </a:lnTo>
                <a:lnTo>
                  <a:pt x="21440" y="602949"/>
                </a:lnTo>
                <a:cubicBezTo>
                  <a:pt x="16544" y="607926"/>
                  <a:pt x="8534" y="607659"/>
                  <a:pt x="3639" y="602772"/>
                </a:cubicBezTo>
                <a:cubicBezTo>
                  <a:pt x="-1345" y="597795"/>
                  <a:pt x="-1167" y="589708"/>
                  <a:pt x="3906" y="584909"/>
                </a:cubicBezTo>
                <a:lnTo>
                  <a:pt x="286047" y="303197"/>
                </a:lnTo>
                <a:lnTo>
                  <a:pt x="3906" y="21485"/>
                </a:lnTo>
                <a:cubicBezTo>
                  <a:pt x="-811" y="16509"/>
                  <a:pt x="-811" y="8866"/>
                  <a:pt x="3906" y="3889"/>
                </a:cubicBezTo>
                <a:cubicBezTo>
                  <a:pt x="8712" y="-1176"/>
                  <a:pt x="16811" y="-1265"/>
                  <a:pt x="21707" y="3534"/>
                </a:cubicBezTo>
                <a:close/>
              </a:path>
            </a:pathLst>
          </a:custGeom>
          <a:solidFill>
            <a:srgbClr val="005825"/>
          </a:solidFill>
          <a:ln>
            <a:solidFill>
              <a:schemeClr val="accent1"/>
            </a:solidFill>
          </a:ln>
        </p:spPr>
      </p:sp>
      <p:grpSp>
        <p:nvGrpSpPr>
          <p:cNvPr id="30" name="组合 29"/>
          <p:cNvGrpSpPr/>
          <p:nvPr/>
        </p:nvGrpSpPr>
        <p:grpSpPr>
          <a:xfrm>
            <a:off x="6733755" y="2093340"/>
            <a:ext cx="781624" cy="703486"/>
            <a:chOff x="9448380" y="2188316"/>
            <a:chExt cx="781624" cy="703486"/>
          </a:xfrm>
        </p:grpSpPr>
        <p:sp>
          <p:nvSpPr>
            <p:cNvPr id="31" name="矩形 30"/>
            <p:cNvSpPr/>
            <p:nvPr/>
          </p:nvSpPr>
          <p:spPr>
            <a:xfrm>
              <a:off x="9448380" y="2819802"/>
              <a:ext cx="720000" cy="72000"/>
            </a:xfrm>
            <a:prstGeom prst="rect">
              <a:avLst/>
            </a:prstGeom>
            <a:solidFill>
              <a:schemeClr val="accent1"/>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32" name="文本框 31"/>
            <p:cNvSpPr txBox="1"/>
            <p:nvPr/>
          </p:nvSpPr>
          <p:spPr>
            <a:xfrm>
              <a:off x="9448380" y="2188316"/>
              <a:ext cx="781624" cy="461665"/>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100" normalizeH="0" baseline="0" noProof="0" dirty="0">
                  <a:ln>
                    <a:noFill/>
                  </a:ln>
                  <a:solidFill>
                    <a:schemeClr val="accent1"/>
                  </a:solidFill>
                  <a:effectLst/>
                  <a:uLnTx/>
                  <a:uFillTx/>
                  <a:latin typeface="Roboto Regular"/>
                  <a:ea typeface="微软雅黑" panose="020B0503020204020204" pitchFamily="34" charset="-122"/>
                  <a:cs typeface="+mn-cs"/>
                </a:rPr>
                <a:t>Title</a:t>
              </a:r>
            </a:p>
          </p:txBody>
        </p:sp>
      </p:grpSp>
      <p:sp>
        <p:nvSpPr>
          <p:cNvPr id="2" name="文本框 1"/>
          <p:cNvSpPr txBox="1"/>
          <p:nvPr>
            <p:custDataLst>
              <p:tags r:id="rId2"/>
            </p:custDataLst>
          </p:nvPr>
        </p:nvSpPr>
        <p:spPr>
          <a:xfrm>
            <a:off x="6606987" y="3028202"/>
            <a:ext cx="2160000" cy="2405522"/>
          </a:xfrm>
          <a:prstGeom prst="rect">
            <a:avLst/>
          </a:prstGeom>
          <a:noFill/>
        </p:spPr>
        <p:txBody>
          <a:bodyPr wrap="square" lIns="0" rtlCol="0">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en-US" altLang="zh-CN" b="0" i="0" u="none" strike="noStrike" kern="0" cap="none" spc="100" normalizeH="0" baseline="0" noProof="0" dirty="0">
              <a:ln>
                <a:noFill/>
              </a:ln>
              <a:solidFill>
                <a:prstClr val="black">
                  <a:lumMod val="65000"/>
                  <a:lumOff val="35000"/>
                </a:prstClr>
              </a:solidFill>
              <a:effectLst/>
              <a:uLnTx/>
              <a:uFillTx/>
              <a:latin typeface="Roboto Regular"/>
              <a:ea typeface="微软雅黑" panose="020B0503020204020204" pitchFamily="34" charset="-122"/>
              <a:cs typeface="+mn-cs"/>
            </a:endParaRPr>
          </a:p>
        </p:txBody>
      </p:sp>
      <p:sp>
        <p:nvSpPr>
          <p:cNvPr id="4" name="文本框 3"/>
          <p:cNvSpPr txBox="1"/>
          <p:nvPr>
            <p:custDataLst>
              <p:tags r:id="rId3"/>
            </p:custDataLst>
          </p:nvPr>
        </p:nvSpPr>
        <p:spPr>
          <a:xfrm>
            <a:off x="9704517" y="3033282"/>
            <a:ext cx="2160000" cy="2405522"/>
          </a:xfrm>
          <a:prstGeom prst="rect">
            <a:avLst/>
          </a:prstGeom>
          <a:noFill/>
        </p:spPr>
        <p:txBody>
          <a:bodyPr wrap="square" lIns="0" rtlCol="0">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en-US" altLang="zh-CN" b="0" i="0" u="none" strike="noStrike" kern="0" cap="none" spc="100" normalizeH="0" baseline="0" noProof="0" dirty="0">
              <a:ln>
                <a:noFill/>
              </a:ln>
              <a:solidFill>
                <a:prstClr val="black">
                  <a:lumMod val="65000"/>
                  <a:lumOff val="35000"/>
                </a:prstClr>
              </a:solidFill>
              <a:effectLst/>
              <a:uLnTx/>
              <a:uFillTx/>
              <a:latin typeface="Roboto Regular"/>
              <a:ea typeface="微软雅黑" panose="020B0503020204020204" pitchFamily="34" charset="-122"/>
              <a:cs typeface="+mn-cs"/>
            </a:endParaRPr>
          </a:p>
        </p:txBody>
      </p:sp>
      <p:pic>
        <p:nvPicPr>
          <p:cNvPr id="33" name="图片 32">
            <a:extLst>
              <a:ext uri="{FF2B5EF4-FFF2-40B4-BE49-F238E27FC236}">
                <a16:creationId xmlns:a16="http://schemas.microsoft.com/office/drawing/2014/main" id="{CADB9B43-DD82-8083-2175-605AE75901E1}"/>
              </a:ext>
            </a:extLst>
          </p:cNvPr>
          <p:cNvPicPr>
            <a:picLocks noChangeAspect="1"/>
          </p:cNvPicPr>
          <p:nvPr/>
        </p:nvPicPr>
        <p:blipFill rotWithShape="1">
          <a:blip r:embed="rId6">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sp>
        <p:nvSpPr>
          <p:cNvPr id="12" name="任意多边形: 形状 11"/>
          <p:cNvSpPr/>
          <p:nvPr/>
        </p:nvSpPr>
        <p:spPr>
          <a:xfrm>
            <a:off x="4849132" y="2466862"/>
            <a:ext cx="1107169" cy="1104919"/>
          </a:xfrm>
          <a:custGeom>
            <a:avLst/>
            <a:gdLst>
              <a:gd name="connsiteX0" fmla="*/ 1107169 w 1107169"/>
              <a:gd name="connsiteY0" fmla="*/ 0 h 1104919"/>
              <a:gd name="connsiteX1" fmla="*/ 1107169 w 1107169"/>
              <a:gd name="connsiteY1" fmla="*/ 954367 h 1104919"/>
              <a:gd name="connsiteX2" fmla="*/ 956617 w 1107169"/>
              <a:gd name="connsiteY2" fmla="*/ 1104919 h 1104919"/>
              <a:gd name="connsiteX3" fmla="*/ 0 w 1107169"/>
              <a:gd name="connsiteY3" fmla="*/ 1104919 h 1104919"/>
              <a:gd name="connsiteX4" fmla="*/ 16890 w 1107169"/>
              <a:gd name="connsiteY4" fmla="*/ 994250 h 1104919"/>
              <a:gd name="connsiteX5" fmla="*/ 993845 w 1107169"/>
              <a:gd name="connsiteY5" fmla="*/ 17295 h 1104919"/>
              <a:gd name="connsiteX6" fmla="*/ 1107169 w 1107169"/>
              <a:gd name="connsiteY6" fmla="*/ 0 h 110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7169" h="1104919">
                <a:moveTo>
                  <a:pt x="1107169" y="0"/>
                </a:moveTo>
                <a:lnTo>
                  <a:pt x="1107169" y="954367"/>
                </a:lnTo>
                <a:cubicBezTo>
                  <a:pt x="1107169" y="1037515"/>
                  <a:pt x="1039765" y="1104919"/>
                  <a:pt x="956617" y="1104919"/>
                </a:cubicBezTo>
                <a:lnTo>
                  <a:pt x="0" y="1104919"/>
                </a:lnTo>
                <a:lnTo>
                  <a:pt x="16890" y="994250"/>
                </a:lnTo>
                <a:cubicBezTo>
                  <a:pt x="117235" y="503875"/>
                  <a:pt x="503470" y="117640"/>
                  <a:pt x="993845" y="17295"/>
                </a:cubicBezTo>
                <a:lnTo>
                  <a:pt x="1107169" y="0"/>
                </a:lnTo>
                <a:close/>
              </a:path>
            </a:pathLst>
          </a:custGeom>
          <a:solidFill>
            <a:srgbClr val="0C98FA">
              <a:lumMod val="20000"/>
              <a:lumOff val="80000"/>
            </a:srgbClr>
          </a:solidFill>
          <a:ln w="12700" cap="flat" cmpd="sng" algn="ctr">
            <a:noFill/>
            <a:prstDash val="solid"/>
            <a:miter lim="800000"/>
          </a:ln>
          <a:effectLst/>
        </p:spPr>
        <p:txBody>
          <a:bodyPr lIns="180000" tIns="180000" rIns="180000" bIns="180000" rtlCol="0" anchor="b" anchorCtr="0"/>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3600" b="1" i="0" u="none" strike="noStrike" kern="0" cap="none" spc="0" normalizeH="0" baseline="0" noProof="0">
              <a:ln>
                <a:noFill/>
              </a:ln>
              <a:solidFill>
                <a:prstClr val="white"/>
              </a:solidFill>
              <a:effectLst/>
              <a:uLnTx/>
              <a:uFillTx/>
              <a:latin typeface="Roboto Bold"/>
              <a:ea typeface="微软雅黑" panose="020B0503020204020204" pitchFamily="34" charset="-122"/>
              <a:cs typeface="+mn-cs"/>
            </a:endParaRPr>
          </a:p>
        </p:txBody>
      </p:sp>
      <p:sp>
        <p:nvSpPr>
          <p:cNvPr id="13" name="任意多边形: 形状 12"/>
          <p:cNvSpPr/>
          <p:nvPr/>
        </p:nvSpPr>
        <p:spPr>
          <a:xfrm>
            <a:off x="6235701" y="2466862"/>
            <a:ext cx="1107169" cy="1104919"/>
          </a:xfrm>
          <a:custGeom>
            <a:avLst/>
            <a:gdLst>
              <a:gd name="connsiteX0" fmla="*/ 0 w 1107169"/>
              <a:gd name="connsiteY0" fmla="*/ 0 h 1104919"/>
              <a:gd name="connsiteX1" fmla="*/ 113324 w 1107169"/>
              <a:gd name="connsiteY1" fmla="*/ 17295 h 1104919"/>
              <a:gd name="connsiteX2" fmla="*/ 1090279 w 1107169"/>
              <a:gd name="connsiteY2" fmla="*/ 994250 h 1104919"/>
              <a:gd name="connsiteX3" fmla="*/ 1107169 w 1107169"/>
              <a:gd name="connsiteY3" fmla="*/ 1104919 h 1104919"/>
              <a:gd name="connsiteX4" fmla="*/ 150552 w 1107169"/>
              <a:gd name="connsiteY4" fmla="*/ 1104919 h 1104919"/>
              <a:gd name="connsiteX5" fmla="*/ 0 w 1107169"/>
              <a:gd name="connsiteY5" fmla="*/ 954367 h 1104919"/>
              <a:gd name="connsiteX6" fmla="*/ 0 w 1107169"/>
              <a:gd name="connsiteY6" fmla="*/ 0 h 110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7169" h="1104919">
                <a:moveTo>
                  <a:pt x="0" y="0"/>
                </a:moveTo>
                <a:lnTo>
                  <a:pt x="113324" y="17295"/>
                </a:lnTo>
                <a:cubicBezTo>
                  <a:pt x="603699" y="117640"/>
                  <a:pt x="989934" y="503875"/>
                  <a:pt x="1090279" y="994250"/>
                </a:cubicBezTo>
                <a:lnTo>
                  <a:pt x="1107169" y="1104919"/>
                </a:lnTo>
                <a:lnTo>
                  <a:pt x="150552" y="1104919"/>
                </a:lnTo>
                <a:cubicBezTo>
                  <a:pt x="67404" y="1104919"/>
                  <a:pt x="0" y="1037515"/>
                  <a:pt x="0" y="954367"/>
                </a:cubicBezTo>
                <a:lnTo>
                  <a:pt x="0" y="0"/>
                </a:lnTo>
                <a:close/>
              </a:path>
            </a:pathLst>
          </a:custGeom>
          <a:solidFill>
            <a:srgbClr val="0C98FA">
              <a:lumMod val="20000"/>
              <a:lumOff val="80000"/>
            </a:srgbClr>
          </a:solidFill>
          <a:ln w="12700" cap="flat" cmpd="sng" algn="ctr">
            <a:noFill/>
            <a:prstDash val="solid"/>
            <a:miter lim="800000"/>
          </a:ln>
          <a:effectLst/>
        </p:spPr>
        <p:txBody>
          <a:bodyPr lIns="180000" tIns="180000" rIns="180000" bIns="180000" rtlCol="0" anchor="b" anchorCtr="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600" b="1" i="0" u="none" strike="noStrike" kern="0" cap="none" spc="0" normalizeH="0" baseline="0" noProof="0">
              <a:ln>
                <a:noFill/>
              </a:ln>
              <a:solidFill>
                <a:prstClr val="white"/>
              </a:solidFill>
              <a:effectLst/>
              <a:uLnTx/>
              <a:uFillTx/>
              <a:latin typeface="Roboto Bold"/>
              <a:ea typeface="微软雅黑" panose="020B0503020204020204" pitchFamily="34" charset="-122"/>
              <a:cs typeface="+mn-cs"/>
            </a:endParaRPr>
          </a:p>
        </p:txBody>
      </p:sp>
      <p:sp>
        <p:nvSpPr>
          <p:cNvPr id="14" name="任意多边形: 形状 13"/>
          <p:cNvSpPr/>
          <p:nvPr/>
        </p:nvSpPr>
        <p:spPr>
          <a:xfrm>
            <a:off x="4849132" y="3856491"/>
            <a:ext cx="1107169" cy="1104919"/>
          </a:xfrm>
          <a:custGeom>
            <a:avLst/>
            <a:gdLst>
              <a:gd name="connsiteX0" fmla="*/ 0 w 1107169"/>
              <a:gd name="connsiteY0" fmla="*/ 0 h 1104919"/>
              <a:gd name="connsiteX1" fmla="*/ 956617 w 1107169"/>
              <a:gd name="connsiteY1" fmla="*/ 0 h 1104919"/>
              <a:gd name="connsiteX2" fmla="*/ 1107169 w 1107169"/>
              <a:gd name="connsiteY2" fmla="*/ 150552 h 1104919"/>
              <a:gd name="connsiteX3" fmla="*/ 1107169 w 1107169"/>
              <a:gd name="connsiteY3" fmla="*/ 1104919 h 1104919"/>
              <a:gd name="connsiteX4" fmla="*/ 993845 w 1107169"/>
              <a:gd name="connsiteY4" fmla="*/ 1087624 h 1104919"/>
              <a:gd name="connsiteX5" fmla="*/ 16890 w 1107169"/>
              <a:gd name="connsiteY5" fmla="*/ 110669 h 1104919"/>
              <a:gd name="connsiteX6" fmla="*/ 0 w 1107169"/>
              <a:gd name="connsiteY6" fmla="*/ 0 h 110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7169" h="1104919">
                <a:moveTo>
                  <a:pt x="0" y="0"/>
                </a:moveTo>
                <a:lnTo>
                  <a:pt x="956617" y="0"/>
                </a:lnTo>
                <a:cubicBezTo>
                  <a:pt x="1039765" y="0"/>
                  <a:pt x="1107169" y="67404"/>
                  <a:pt x="1107169" y="150552"/>
                </a:cubicBezTo>
                <a:lnTo>
                  <a:pt x="1107169" y="1104919"/>
                </a:lnTo>
                <a:lnTo>
                  <a:pt x="993845" y="1087624"/>
                </a:lnTo>
                <a:cubicBezTo>
                  <a:pt x="503470" y="987279"/>
                  <a:pt x="117235" y="601044"/>
                  <a:pt x="16890" y="110669"/>
                </a:cubicBezTo>
                <a:lnTo>
                  <a:pt x="0" y="0"/>
                </a:lnTo>
                <a:close/>
              </a:path>
            </a:pathLst>
          </a:custGeom>
          <a:solidFill>
            <a:srgbClr val="0C98FA">
              <a:lumMod val="20000"/>
              <a:lumOff val="80000"/>
            </a:srgbClr>
          </a:solidFill>
          <a:ln w="12700" cap="flat" cmpd="sng" algn="ctr">
            <a:noFill/>
            <a:prstDash val="solid"/>
            <a:miter lim="800000"/>
          </a:ln>
          <a:effectLst/>
        </p:spPr>
        <p:txBody>
          <a:bodyPr lIns="180000" tIns="180000" rIns="180000" bIns="180000" rtlCol="0" anchor="t" anchorCtr="0"/>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3600" b="1" i="0" u="none" strike="noStrike" kern="0" cap="none" spc="0" normalizeH="0" baseline="0" noProof="0">
              <a:ln>
                <a:noFill/>
              </a:ln>
              <a:solidFill>
                <a:prstClr val="white"/>
              </a:solidFill>
              <a:effectLst/>
              <a:uLnTx/>
              <a:uFillTx/>
              <a:latin typeface="Roboto Bold"/>
              <a:ea typeface="微软雅黑" panose="020B0503020204020204" pitchFamily="34" charset="-122"/>
              <a:cs typeface="+mn-cs"/>
            </a:endParaRPr>
          </a:p>
        </p:txBody>
      </p:sp>
      <p:sp>
        <p:nvSpPr>
          <p:cNvPr id="15" name="任意多边形: 形状 14"/>
          <p:cNvSpPr/>
          <p:nvPr/>
        </p:nvSpPr>
        <p:spPr>
          <a:xfrm>
            <a:off x="6235701" y="3856491"/>
            <a:ext cx="1107169" cy="1104919"/>
          </a:xfrm>
          <a:custGeom>
            <a:avLst/>
            <a:gdLst>
              <a:gd name="connsiteX0" fmla="*/ 150552 w 1107169"/>
              <a:gd name="connsiteY0" fmla="*/ 0 h 1104919"/>
              <a:gd name="connsiteX1" fmla="*/ 1107169 w 1107169"/>
              <a:gd name="connsiteY1" fmla="*/ 0 h 1104919"/>
              <a:gd name="connsiteX2" fmla="*/ 1090279 w 1107169"/>
              <a:gd name="connsiteY2" fmla="*/ 110669 h 1104919"/>
              <a:gd name="connsiteX3" fmla="*/ 113324 w 1107169"/>
              <a:gd name="connsiteY3" fmla="*/ 1087624 h 1104919"/>
              <a:gd name="connsiteX4" fmla="*/ 0 w 1107169"/>
              <a:gd name="connsiteY4" fmla="*/ 1104919 h 1104919"/>
              <a:gd name="connsiteX5" fmla="*/ 0 w 1107169"/>
              <a:gd name="connsiteY5" fmla="*/ 150552 h 1104919"/>
              <a:gd name="connsiteX6" fmla="*/ 150552 w 1107169"/>
              <a:gd name="connsiteY6" fmla="*/ 0 h 110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7169" h="1104919">
                <a:moveTo>
                  <a:pt x="150552" y="0"/>
                </a:moveTo>
                <a:lnTo>
                  <a:pt x="1107169" y="0"/>
                </a:lnTo>
                <a:lnTo>
                  <a:pt x="1090279" y="110669"/>
                </a:lnTo>
                <a:cubicBezTo>
                  <a:pt x="989934" y="601044"/>
                  <a:pt x="603699" y="987279"/>
                  <a:pt x="113324" y="1087624"/>
                </a:cubicBezTo>
                <a:lnTo>
                  <a:pt x="0" y="1104919"/>
                </a:lnTo>
                <a:lnTo>
                  <a:pt x="0" y="150552"/>
                </a:lnTo>
                <a:cubicBezTo>
                  <a:pt x="0" y="67404"/>
                  <a:pt x="67404" y="0"/>
                  <a:pt x="150552" y="0"/>
                </a:cubicBezTo>
                <a:close/>
              </a:path>
            </a:pathLst>
          </a:custGeom>
          <a:solidFill>
            <a:srgbClr val="0C98FA">
              <a:lumMod val="20000"/>
              <a:lumOff val="80000"/>
            </a:srgbClr>
          </a:solidFill>
          <a:ln w="12700" cap="flat" cmpd="sng" algn="ctr">
            <a:noFill/>
            <a:prstDash val="solid"/>
            <a:miter lim="800000"/>
          </a:ln>
          <a:effectLst/>
        </p:spPr>
        <p:txBody>
          <a:bodyPr lIns="180000" tIns="180000" rIns="180000" bIns="180000" rtlCol="0" anchor="t" anchorCtr="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600" b="1" i="0" u="none" strike="noStrike" kern="0" cap="none" spc="0" normalizeH="0" baseline="0" noProof="0">
              <a:ln>
                <a:noFill/>
              </a:ln>
              <a:solidFill>
                <a:prstClr val="white"/>
              </a:solidFill>
              <a:effectLst/>
              <a:uLnTx/>
              <a:uFillTx/>
              <a:latin typeface="Roboto Bold"/>
              <a:ea typeface="微软雅黑" panose="020B0503020204020204" pitchFamily="34" charset="-122"/>
              <a:cs typeface="+mn-cs"/>
            </a:endParaRPr>
          </a:p>
        </p:txBody>
      </p:sp>
      <p:sp>
        <p:nvSpPr>
          <p:cNvPr id="16" name="任意多边形: 形状 15"/>
          <p:cNvSpPr/>
          <p:nvPr/>
        </p:nvSpPr>
        <p:spPr>
          <a:xfrm>
            <a:off x="4849132" y="2466862"/>
            <a:ext cx="1107169" cy="1104919"/>
          </a:xfrm>
          <a:custGeom>
            <a:avLst/>
            <a:gdLst>
              <a:gd name="connsiteX0" fmla="*/ 1107169 w 1107169"/>
              <a:gd name="connsiteY0" fmla="*/ 0 h 1104919"/>
              <a:gd name="connsiteX1" fmla="*/ 1107169 w 1107169"/>
              <a:gd name="connsiteY1" fmla="*/ 954367 h 1104919"/>
              <a:gd name="connsiteX2" fmla="*/ 956617 w 1107169"/>
              <a:gd name="connsiteY2" fmla="*/ 1104919 h 1104919"/>
              <a:gd name="connsiteX3" fmla="*/ 0 w 1107169"/>
              <a:gd name="connsiteY3" fmla="*/ 1104919 h 1104919"/>
              <a:gd name="connsiteX4" fmla="*/ 16890 w 1107169"/>
              <a:gd name="connsiteY4" fmla="*/ 994250 h 1104919"/>
              <a:gd name="connsiteX5" fmla="*/ 993845 w 1107169"/>
              <a:gd name="connsiteY5" fmla="*/ 17295 h 1104919"/>
              <a:gd name="connsiteX6" fmla="*/ 1107169 w 1107169"/>
              <a:gd name="connsiteY6" fmla="*/ 0 h 110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7169" h="1104919">
                <a:moveTo>
                  <a:pt x="1107169" y="0"/>
                </a:moveTo>
                <a:lnTo>
                  <a:pt x="1107169" y="954367"/>
                </a:lnTo>
                <a:cubicBezTo>
                  <a:pt x="1107169" y="1037515"/>
                  <a:pt x="1039765" y="1104919"/>
                  <a:pt x="956617" y="1104919"/>
                </a:cubicBezTo>
                <a:lnTo>
                  <a:pt x="0" y="1104919"/>
                </a:lnTo>
                <a:lnTo>
                  <a:pt x="16890" y="994250"/>
                </a:lnTo>
                <a:cubicBezTo>
                  <a:pt x="117235" y="503875"/>
                  <a:pt x="503470" y="117640"/>
                  <a:pt x="993845" y="17295"/>
                </a:cubicBezTo>
                <a:lnTo>
                  <a:pt x="1107169" y="0"/>
                </a:lnTo>
                <a:close/>
              </a:path>
            </a:pathLst>
          </a:custGeom>
          <a:solidFill>
            <a:schemeClr val="accent1"/>
          </a:solidFill>
          <a:ln w="12700" cap="flat" cmpd="sng" algn="ctr">
            <a:solidFill>
              <a:schemeClr val="accent1"/>
            </a:solidFill>
            <a:prstDash val="solid"/>
            <a:miter lim="800000"/>
          </a:ln>
          <a:effectLst/>
        </p:spPr>
        <p:txBody>
          <a:bodyPr lIns="180000" tIns="180000" rIns="180000" bIns="180000" rtlCol="0" anchor="b" anchorCtr="0"/>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Roboto Bold"/>
                <a:ea typeface="微软雅黑" panose="020B0503020204020204" pitchFamily="34" charset="-122"/>
                <a:cs typeface="+mn-cs"/>
              </a:rPr>
              <a:t>1</a:t>
            </a:r>
            <a:endParaRPr kumimoji="0" lang="zh-CN" altLang="en-US" sz="3600" b="1" i="0" u="none" strike="noStrike" kern="0" cap="none" spc="0" normalizeH="0" baseline="0" noProof="0" dirty="0">
              <a:ln>
                <a:noFill/>
              </a:ln>
              <a:solidFill>
                <a:prstClr val="white"/>
              </a:solidFill>
              <a:effectLst/>
              <a:uLnTx/>
              <a:uFillTx/>
              <a:latin typeface="Roboto Bold"/>
              <a:ea typeface="微软雅黑" panose="020B0503020204020204" pitchFamily="34" charset="-122"/>
              <a:cs typeface="+mn-cs"/>
            </a:endParaRPr>
          </a:p>
        </p:txBody>
      </p:sp>
      <p:sp>
        <p:nvSpPr>
          <p:cNvPr id="17" name="任意多边形: 形状 16"/>
          <p:cNvSpPr/>
          <p:nvPr/>
        </p:nvSpPr>
        <p:spPr>
          <a:xfrm>
            <a:off x="6235701" y="2466862"/>
            <a:ext cx="1107169" cy="1104919"/>
          </a:xfrm>
          <a:custGeom>
            <a:avLst/>
            <a:gdLst>
              <a:gd name="connsiteX0" fmla="*/ 0 w 1107169"/>
              <a:gd name="connsiteY0" fmla="*/ 0 h 1104919"/>
              <a:gd name="connsiteX1" fmla="*/ 113324 w 1107169"/>
              <a:gd name="connsiteY1" fmla="*/ 17295 h 1104919"/>
              <a:gd name="connsiteX2" fmla="*/ 1090279 w 1107169"/>
              <a:gd name="connsiteY2" fmla="*/ 994250 h 1104919"/>
              <a:gd name="connsiteX3" fmla="*/ 1107169 w 1107169"/>
              <a:gd name="connsiteY3" fmla="*/ 1104919 h 1104919"/>
              <a:gd name="connsiteX4" fmla="*/ 150552 w 1107169"/>
              <a:gd name="connsiteY4" fmla="*/ 1104919 h 1104919"/>
              <a:gd name="connsiteX5" fmla="*/ 0 w 1107169"/>
              <a:gd name="connsiteY5" fmla="*/ 954367 h 1104919"/>
              <a:gd name="connsiteX6" fmla="*/ 0 w 1107169"/>
              <a:gd name="connsiteY6" fmla="*/ 0 h 110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7169" h="1104919">
                <a:moveTo>
                  <a:pt x="0" y="0"/>
                </a:moveTo>
                <a:lnTo>
                  <a:pt x="113324" y="17295"/>
                </a:lnTo>
                <a:cubicBezTo>
                  <a:pt x="603699" y="117640"/>
                  <a:pt x="989934" y="503875"/>
                  <a:pt x="1090279" y="994250"/>
                </a:cubicBezTo>
                <a:lnTo>
                  <a:pt x="1107169" y="1104919"/>
                </a:lnTo>
                <a:lnTo>
                  <a:pt x="150552" y="1104919"/>
                </a:lnTo>
                <a:cubicBezTo>
                  <a:pt x="67404" y="1104919"/>
                  <a:pt x="0" y="1037515"/>
                  <a:pt x="0" y="954367"/>
                </a:cubicBezTo>
                <a:lnTo>
                  <a:pt x="0" y="0"/>
                </a:lnTo>
                <a:close/>
              </a:path>
            </a:pathLst>
          </a:custGeom>
          <a:solidFill>
            <a:schemeClr val="accent1"/>
          </a:solidFill>
          <a:ln w="12700" cap="flat" cmpd="sng" algn="ctr">
            <a:solidFill>
              <a:schemeClr val="accent1"/>
            </a:solidFill>
            <a:prstDash val="solid"/>
            <a:miter lim="800000"/>
          </a:ln>
          <a:effectLst/>
        </p:spPr>
        <p:txBody>
          <a:bodyPr lIns="180000" tIns="180000" rIns="180000" bIns="180000" rtlCol="0" anchor="b" anchorCtr="0"/>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Roboto Bold"/>
                <a:ea typeface="微软雅黑" panose="020B0503020204020204" pitchFamily="34" charset="-122"/>
                <a:cs typeface="+mn-cs"/>
              </a:rPr>
              <a:t>2</a:t>
            </a:r>
            <a:endParaRPr kumimoji="0" lang="zh-CN" altLang="en-US" sz="3600" b="1" i="0" u="none" strike="noStrike" kern="0" cap="none" spc="0" normalizeH="0" baseline="0" noProof="0" dirty="0">
              <a:ln>
                <a:noFill/>
              </a:ln>
              <a:solidFill>
                <a:prstClr val="white"/>
              </a:solidFill>
              <a:effectLst/>
              <a:uLnTx/>
              <a:uFillTx/>
              <a:latin typeface="Roboto Bold"/>
              <a:ea typeface="微软雅黑" panose="020B0503020204020204" pitchFamily="34" charset="-122"/>
              <a:cs typeface="+mn-cs"/>
            </a:endParaRPr>
          </a:p>
        </p:txBody>
      </p:sp>
      <p:sp>
        <p:nvSpPr>
          <p:cNvPr id="18" name="任意多边形: 形状 17"/>
          <p:cNvSpPr/>
          <p:nvPr/>
        </p:nvSpPr>
        <p:spPr>
          <a:xfrm>
            <a:off x="4849132" y="3856491"/>
            <a:ext cx="1107169" cy="1104919"/>
          </a:xfrm>
          <a:custGeom>
            <a:avLst/>
            <a:gdLst>
              <a:gd name="connsiteX0" fmla="*/ 0 w 1107169"/>
              <a:gd name="connsiteY0" fmla="*/ 0 h 1104919"/>
              <a:gd name="connsiteX1" fmla="*/ 956617 w 1107169"/>
              <a:gd name="connsiteY1" fmla="*/ 0 h 1104919"/>
              <a:gd name="connsiteX2" fmla="*/ 1107169 w 1107169"/>
              <a:gd name="connsiteY2" fmla="*/ 150552 h 1104919"/>
              <a:gd name="connsiteX3" fmla="*/ 1107169 w 1107169"/>
              <a:gd name="connsiteY3" fmla="*/ 1104919 h 1104919"/>
              <a:gd name="connsiteX4" fmla="*/ 993845 w 1107169"/>
              <a:gd name="connsiteY4" fmla="*/ 1087624 h 1104919"/>
              <a:gd name="connsiteX5" fmla="*/ 16890 w 1107169"/>
              <a:gd name="connsiteY5" fmla="*/ 110669 h 1104919"/>
              <a:gd name="connsiteX6" fmla="*/ 0 w 1107169"/>
              <a:gd name="connsiteY6" fmla="*/ 0 h 110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7169" h="1104919">
                <a:moveTo>
                  <a:pt x="0" y="0"/>
                </a:moveTo>
                <a:lnTo>
                  <a:pt x="956617" y="0"/>
                </a:lnTo>
                <a:cubicBezTo>
                  <a:pt x="1039765" y="0"/>
                  <a:pt x="1107169" y="67404"/>
                  <a:pt x="1107169" y="150552"/>
                </a:cubicBezTo>
                <a:lnTo>
                  <a:pt x="1107169" y="1104919"/>
                </a:lnTo>
                <a:lnTo>
                  <a:pt x="993845" y="1087624"/>
                </a:lnTo>
                <a:cubicBezTo>
                  <a:pt x="503470" y="987279"/>
                  <a:pt x="117235" y="601044"/>
                  <a:pt x="16890" y="110669"/>
                </a:cubicBezTo>
                <a:lnTo>
                  <a:pt x="0" y="0"/>
                </a:lnTo>
                <a:close/>
              </a:path>
            </a:pathLst>
          </a:custGeom>
          <a:solidFill>
            <a:schemeClr val="accent1"/>
          </a:solidFill>
          <a:ln w="12700" cap="flat" cmpd="sng" algn="ctr">
            <a:solidFill>
              <a:schemeClr val="accent1"/>
            </a:solidFill>
            <a:prstDash val="solid"/>
            <a:miter lim="800000"/>
          </a:ln>
          <a:effectLst/>
        </p:spPr>
        <p:txBody>
          <a:bodyPr lIns="180000" tIns="180000" rIns="180000" bIns="180000" rtlCol="0" anchor="t" anchorCtr="0"/>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Roboto Bold"/>
                <a:ea typeface="微软雅黑" panose="020B0503020204020204" pitchFamily="34" charset="-122"/>
                <a:cs typeface="+mn-cs"/>
              </a:rPr>
              <a:t>3</a:t>
            </a:r>
            <a:endParaRPr kumimoji="0" lang="zh-CN" altLang="en-US" sz="3600" b="1" i="0" u="none" strike="noStrike" kern="0" cap="none" spc="0" normalizeH="0" baseline="0" noProof="0" dirty="0">
              <a:ln>
                <a:noFill/>
              </a:ln>
              <a:solidFill>
                <a:prstClr val="white"/>
              </a:solidFill>
              <a:effectLst/>
              <a:uLnTx/>
              <a:uFillTx/>
              <a:latin typeface="Roboto Bold"/>
              <a:ea typeface="微软雅黑" panose="020B0503020204020204" pitchFamily="34" charset="-122"/>
              <a:cs typeface="+mn-cs"/>
            </a:endParaRPr>
          </a:p>
        </p:txBody>
      </p:sp>
      <p:sp>
        <p:nvSpPr>
          <p:cNvPr id="19" name="任意多边形: 形状 18"/>
          <p:cNvSpPr/>
          <p:nvPr/>
        </p:nvSpPr>
        <p:spPr>
          <a:xfrm>
            <a:off x="6235701" y="3856491"/>
            <a:ext cx="1107169" cy="1104919"/>
          </a:xfrm>
          <a:custGeom>
            <a:avLst/>
            <a:gdLst>
              <a:gd name="connsiteX0" fmla="*/ 150552 w 1107169"/>
              <a:gd name="connsiteY0" fmla="*/ 0 h 1104919"/>
              <a:gd name="connsiteX1" fmla="*/ 1107169 w 1107169"/>
              <a:gd name="connsiteY1" fmla="*/ 0 h 1104919"/>
              <a:gd name="connsiteX2" fmla="*/ 1090279 w 1107169"/>
              <a:gd name="connsiteY2" fmla="*/ 110669 h 1104919"/>
              <a:gd name="connsiteX3" fmla="*/ 113324 w 1107169"/>
              <a:gd name="connsiteY3" fmla="*/ 1087624 h 1104919"/>
              <a:gd name="connsiteX4" fmla="*/ 0 w 1107169"/>
              <a:gd name="connsiteY4" fmla="*/ 1104919 h 1104919"/>
              <a:gd name="connsiteX5" fmla="*/ 0 w 1107169"/>
              <a:gd name="connsiteY5" fmla="*/ 150552 h 1104919"/>
              <a:gd name="connsiteX6" fmla="*/ 150552 w 1107169"/>
              <a:gd name="connsiteY6" fmla="*/ 0 h 110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7169" h="1104919">
                <a:moveTo>
                  <a:pt x="150552" y="0"/>
                </a:moveTo>
                <a:lnTo>
                  <a:pt x="1107169" y="0"/>
                </a:lnTo>
                <a:lnTo>
                  <a:pt x="1090279" y="110669"/>
                </a:lnTo>
                <a:cubicBezTo>
                  <a:pt x="989934" y="601044"/>
                  <a:pt x="603699" y="987279"/>
                  <a:pt x="113324" y="1087624"/>
                </a:cubicBezTo>
                <a:lnTo>
                  <a:pt x="0" y="1104919"/>
                </a:lnTo>
                <a:lnTo>
                  <a:pt x="0" y="150552"/>
                </a:lnTo>
                <a:cubicBezTo>
                  <a:pt x="0" y="67404"/>
                  <a:pt x="67404" y="0"/>
                  <a:pt x="150552" y="0"/>
                </a:cubicBezTo>
                <a:close/>
              </a:path>
            </a:pathLst>
          </a:custGeom>
          <a:solidFill>
            <a:schemeClr val="accent1"/>
          </a:solidFill>
          <a:ln w="12700" cap="flat" cmpd="sng" algn="ctr">
            <a:solidFill>
              <a:schemeClr val="accent1"/>
            </a:solidFill>
            <a:prstDash val="solid"/>
            <a:miter lim="800000"/>
          </a:ln>
          <a:effectLst/>
        </p:spPr>
        <p:txBody>
          <a:bodyPr lIns="180000" tIns="180000" rIns="180000" bIns="180000" rtlCol="0" anchor="t" anchorCtr="0"/>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prstClr val="white"/>
                </a:solidFill>
                <a:effectLst/>
                <a:uLnTx/>
                <a:uFillTx/>
                <a:latin typeface="Roboto Bold"/>
                <a:ea typeface="微软雅黑" panose="020B0503020204020204" pitchFamily="34" charset="-122"/>
                <a:cs typeface="+mn-cs"/>
              </a:rPr>
              <a:t>4</a:t>
            </a:r>
            <a:endParaRPr kumimoji="0" lang="zh-CN" altLang="en-US" sz="3600" b="1" i="0" u="none" strike="noStrike" kern="0" cap="none" spc="0" normalizeH="0" baseline="0" noProof="0" dirty="0">
              <a:ln>
                <a:noFill/>
              </a:ln>
              <a:solidFill>
                <a:prstClr val="white"/>
              </a:solidFill>
              <a:effectLst/>
              <a:uLnTx/>
              <a:uFillTx/>
              <a:latin typeface="Roboto Bold"/>
              <a:ea typeface="微软雅黑" panose="020B0503020204020204" pitchFamily="34" charset="-122"/>
              <a:cs typeface="+mn-cs"/>
            </a:endParaRPr>
          </a:p>
        </p:txBody>
      </p:sp>
      <p:grpSp>
        <p:nvGrpSpPr>
          <p:cNvPr id="20" name="组合 19"/>
          <p:cNvGrpSpPr/>
          <p:nvPr/>
        </p:nvGrpSpPr>
        <p:grpSpPr>
          <a:xfrm>
            <a:off x="7342871" y="1744328"/>
            <a:ext cx="4404630" cy="1631074"/>
            <a:chOff x="7342871" y="1709588"/>
            <a:chExt cx="4404630" cy="1631074"/>
          </a:xfrm>
        </p:grpSpPr>
        <p:sp>
          <p:nvSpPr>
            <p:cNvPr id="21" name="ïṡļíḍê"/>
            <p:cNvSpPr txBox="1"/>
            <p:nvPr/>
          </p:nvSpPr>
          <p:spPr>
            <a:xfrm>
              <a:off x="7761000" y="1709588"/>
              <a:ext cx="3759488" cy="439417"/>
            </a:xfrm>
            <a:prstGeom prst="rect">
              <a:avLst/>
            </a:prstGeom>
            <a:noFill/>
            <a:ln>
              <a:noFill/>
            </a:ln>
          </p:spPr>
          <p:txBody>
            <a:bodyPr wrap="none" lIns="91440" tIns="45720" rIns="91440" bIns="45720" anchor="t"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defRPr/>
              </a:pPr>
              <a:r>
                <a:rPr kumimoji="0" lang="zh-CN" altLang="en-US" sz="1900" b="1" i="0" u="none" strike="noStrike" kern="1200" cap="none" spc="0" normalizeH="0" baseline="0" noProof="0" dirty="0">
                  <a:ln>
                    <a:noFill/>
                  </a:ln>
                  <a:solidFill>
                    <a:schemeClr val="accent1"/>
                  </a:solidFill>
                  <a:effectLst/>
                  <a:uLnTx/>
                  <a:uFillTx/>
                  <a:latin typeface="Roboto Regular"/>
                  <a:ea typeface="微软雅黑" panose="020B0503020204020204" pitchFamily="34" charset="-122"/>
                  <a:cs typeface="+mn-cs"/>
                </a:rPr>
                <a:t>Title</a:t>
              </a:r>
            </a:p>
          </p:txBody>
        </p:sp>
        <p:sp>
          <p:nvSpPr>
            <p:cNvPr id="22" name="ïšľîḑê"/>
            <p:cNvSpPr txBox="1"/>
            <p:nvPr/>
          </p:nvSpPr>
          <p:spPr>
            <a:xfrm>
              <a:off x="7342871" y="2218634"/>
              <a:ext cx="4404630" cy="1122028"/>
            </a:xfrm>
            <a:prstGeom prst="rect">
              <a:avLst/>
            </a:prstGeom>
            <a:noFill/>
            <a:ln>
              <a:noFill/>
            </a:ln>
          </p:spPr>
          <p:txBody>
            <a:bodyPr lIns="91440" tIns="45720" rIns="91440" bIns="4572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75000"/>
                    <a:lumOff val="25000"/>
                  </a:prstClr>
                </a:solidFill>
                <a:effectLst/>
                <a:uLnTx/>
                <a:uFillTx/>
                <a:latin typeface="Roboto Regular"/>
                <a:ea typeface="微软雅黑" panose="020B0503020204020204" pitchFamily="34" charset="-122"/>
                <a:cs typeface="+mn-cs"/>
              </a:endParaRPr>
            </a:p>
          </p:txBody>
        </p:sp>
      </p:grpSp>
      <p:grpSp>
        <p:nvGrpSpPr>
          <p:cNvPr id="23" name="组合 22"/>
          <p:cNvGrpSpPr/>
          <p:nvPr/>
        </p:nvGrpSpPr>
        <p:grpSpPr>
          <a:xfrm>
            <a:off x="7622269" y="4195984"/>
            <a:ext cx="3898217" cy="1820505"/>
            <a:chOff x="7622269" y="4291876"/>
            <a:chExt cx="3898217" cy="1820505"/>
          </a:xfrm>
        </p:grpSpPr>
        <p:sp>
          <p:nvSpPr>
            <p:cNvPr id="24" name="î$ḻíḋê"/>
            <p:cNvSpPr txBox="1"/>
            <p:nvPr/>
          </p:nvSpPr>
          <p:spPr>
            <a:xfrm>
              <a:off x="8349500" y="4291876"/>
              <a:ext cx="3170986" cy="439417"/>
            </a:xfrm>
            <a:prstGeom prst="rect">
              <a:avLst/>
            </a:prstGeom>
            <a:noFill/>
            <a:ln>
              <a:noFill/>
            </a:ln>
          </p:spPr>
          <p:txBody>
            <a:bodyPr wrap="none" lIns="91440" tIns="45720" rIns="91440" bIns="45720" anchor="t"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defRPr/>
              </a:pPr>
              <a:r>
                <a:rPr kumimoji="0" lang="zh-CN" altLang="en-US" sz="1900" b="1" i="0" u="none" strike="noStrike" kern="1200" cap="none" spc="0" normalizeH="0" baseline="0" noProof="0" dirty="0">
                  <a:ln>
                    <a:noFill/>
                  </a:ln>
                  <a:solidFill>
                    <a:schemeClr val="accent1"/>
                  </a:solidFill>
                  <a:effectLst/>
                  <a:uLnTx/>
                  <a:uFillTx/>
                  <a:latin typeface="Roboto Regular"/>
                  <a:ea typeface="微软雅黑" panose="020B0503020204020204" pitchFamily="34" charset="-122"/>
                  <a:cs typeface="+mn-cs"/>
                </a:rPr>
                <a:t>Title</a:t>
              </a:r>
            </a:p>
          </p:txBody>
        </p:sp>
        <p:sp>
          <p:nvSpPr>
            <p:cNvPr id="25" name="îš1iḑê"/>
            <p:cNvSpPr txBox="1"/>
            <p:nvPr/>
          </p:nvSpPr>
          <p:spPr>
            <a:xfrm>
              <a:off x="7622269" y="4731293"/>
              <a:ext cx="3898217" cy="1381088"/>
            </a:xfrm>
            <a:prstGeom prst="rect">
              <a:avLst/>
            </a:prstGeom>
            <a:noFill/>
            <a:ln>
              <a:noFill/>
            </a:ln>
          </p:spPr>
          <p:txBody>
            <a:bodyPr lIns="91440" tIns="45720" rIns="91440" bIns="45720" anchor="t" anchorCtr="0">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sz="1800" b="0" i="0" u="none" strike="noStrike" kern="0" cap="none" spc="0" normalizeH="0" baseline="0" noProof="0" dirty="0">
                <a:ln>
                  <a:noFill/>
                </a:ln>
                <a:solidFill>
                  <a:prstClr val="black">
                    <a:lumMod val="75000"/>
                    <a:lumOff val="25000"/>
                  </a:prstClr>
                </a:solidFill>
                <a:effectLst/>
                <a:uLnTx/>
                <a:uFillTx/>
                <a:latin typeface="Roboto Regular"/>
                <a:ea typeface="微软雅黑" panose="020B0503020204020204" pitchFamily="34" charset="-122"/>
                <a:cs typeface="+mn-cs"/>
              </a:endParaRPr>
            </a:p>
          </p:txBody>
        </p:sp>
      </p:grpSp>
      <p:grpSp>
        <p:nvGrpSpPr>
          <p:cNvPr id="26" name="组合 25"/>
          <p:cNvGrpSpPr/>
          <p:nvPr/>
        </p:nvGrpSpPr>
        <p:grpSpPr>
          <a:xfrm>
            <a:off x="673100" y="4195984"/>
            <a:ext cx="4176031" cy="1820505"/>
            <a:chOff x="673100" y="4291876"/>
            <a:chExt cx="4176031" cy="1820505"/>
          </a:xfrm>
        </p:grpSpPr>
        <p:sp>
          <p:nvSpPr>
            <p:cNvPr id="30" name="ïsḻîdé"/>
            <p:cNvSpPr txBox="1"/>
            <p:nvPr/>
          </p:nvSpPr>
          <p:spPr>
            <a:xfrm>
              <a:off x="673100" y="4291876"/>
              <a:ext cx="3639397" cy="439417"/>
            </a:xfrm>
            <a:prstGeom prst="rect">
              <a:avLst/>
            </a:prstGeom>
            <a:noFill/>
            <a:ln>
              <a:noFill/>
            </a:ln>
          </p:spPr>
          <p:txBody>
            <a:bodyPr wrap="none" lIns="91440" tIns="45720" rIns="91440" bIns="45720" anchor="t" anchorCtr="0">
              <a:noAutofit/>
            </a:bodyPr>
            <a:lstStyle/>
            <a:p>
              <a:pPr marL="0" marR="0" lvl="0" indent="0" algn="l" defTabSz="914400" rtl="0" eaLnBrk="1" fontAlgn="auto" latinLnBrk="0" hangingPunct="1">
                <a:lnSpc>
                  <a:spcPct val="100000"/>
                </a:lnSpc>
                <a:spcBef>
                  <a:spcPts val="0"/>
                </a:spcBef>
                <a:spcAft>
                  <a:spcPts val="0"/>
                </a:spcAft>
                <a:buClrTx/>
                <a:buSzPct val="25000"/>
                <a:buFontTx/>
                <a:buNone/>
                <a:defRPr/>
              </a:pPr>
              <a:r>
                <a:rPr kumimoji="0" lang="zh-CN" altLang="en-US" sz="1900" b="1" i="0" u="none" strike="noStrike" kern="1200" cap="none" spc="0" normalizeH="0" baseline="0" noProof="0" dirty="0">
                  <a:ln>
                    <a:noFill/>
                  </a:ln>
                  <a:solidFill>
                    <a:schemeClr val="accent1"/>
                  </a:solidFill>
                  <a:effectLst/>
                  <a:uLnTx/>
                  <a:uFillTx/>
                  <a:latin typeface="Roboto Regular"/>
                  <a:ea typeface="微软雅黑" panose="020B0503020204020204" pitchFamily="34" charset="-122"/>
                  <a:cs typeface="+mn-cs"/>
                </a:rPr>
                <a:t>Title</a:t>
              </a:r>
            </a:p>
          </p:txBody>
        </p:sp>
        <p:sp>
          <p:nvSpPr>
            <p:cNvPr id="31" name="ïṥļíḋé"/>
            <p:cNvSpPr txBox="1"/>
            <p:nvPr/>
          </p:nvSpPr>
          <p:spPr>
            <a:xfrm>
              <a:off x="673100" y="4731292"/>
              <a:ext cx="4176031" cy="1381089"/>
            </a:xfrm>
            <a:prstGeom prst="rect">
              <a:avLst/>
            </a:prstGeom>
            <a:noFill/>
            <a:ln>
              <a:noFill/>
            </a:ln>
          </p:spPr>
          <p:txBody>
            <a:bodyPr lIns="91440" tIns="45720" rIns="91440" bIns="4572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sz="1800" b="0" i="0" u="none" strike="noStrike" kern="0" cap="none" spc="0" normalizeH="0" baseline="0" noProof="0" dirty="0">
                <a:ln>
                  <a:noFill/>
                </a:ln>
                <a:solidFill>
                  <a:prstClr val="black">
                    <a:lumMod val="75000"/>
                    <a:lumOff val="25000"/>
                  </a:prstClr>
                </a:solidFill>
                <a:effectLst/>
                <a:uLnTx/>
                <a:uFillTx/>
                <a:latin typeface="Roboto Regular"/>
                <a:ea typeface="微软雅黑" panose="020B0503020204020204" pitchFamily="34" charset="-122"/>
                <a:cs typeface="+mn-cs"/>
              </a:endParaRPr>
            </a:p>
          </p:txBody>
        </p:sp>
      </p:grpSp>
      <p:grpSp>
        <p:nvGrpSpPr>
          <p:cNvPr id="32" name="组合 31"/>
          <p:cNvGrpSpPr/>
          <p:nvPr/>
        </p:nvGrpSpPr>
        <p:grpSpPr>
          <a:xfrm>
            <a:off x="673100" y="1744328"/>
            <a:ext cx="4303633" cy="1775172"/>
            <a:chOff x="673100" y="1709588"/>
            <a:chExt cx="3966207" cy="1532357"/>
          </a:xfrm>
        </p:grpSpPr>
        <p:sp>
          <p:nvSpPr>
            <p:cNvPr id="33" name="ís1îďê"/>
            <p:cNvSpPr txBox="1"/>
            <p:nvPr/>
          </p:nvSpPr>
          <p:spPr>
            <a:xfrm>
              <a:off x="673101" y="1709588"/>
              <a:ext cx="3076574" cy="439417"/>
            </a:xfrm>
            <a:prstGeom prst="rect">
              <a:avLst/>
            </a:prstGeom>
            <a:noFill/>
            <a:ln>
              <a:noFill/>
            </a:ln>
          </p:spPr>
          <p:txBody>
            <a:bodyPr wrap="none" lIns="91440" tIns="45720" rIns="91440" bIns="45720" anchor="t" anchorCtr="0">
              <a:normAutofit fontScale="97500"/>
            </a:bodyPr>
            <a:lstStyle/>
            <a:p>
              <a:pPr marL="0" marR="0" lvl="0" indent="0" algn="l" defTabSz="914400" rtl="0" eaLnBrk="1" fontAlgn="auto" latinLnBrk="0" hangingPunct="1">
                <a:lnSpc>
                  <a:spcPct val="100000"/>
                </a:lnSpc>
                <a:spcBef>
                  <a:spcPts val="0"/>
                </a:spcBef>
                <a:spcAft>
                  <a:spcPts val="0"/>
                </a:spcAft>
                <a:buClrTx/>
                <a:buSzPct val="25000"/>
                <a:buFontTx/>
                <a:buNone/>
                <a:defRPr/>
              </a:pPr>
              <a:r>
                <a:rPr lang="zh-CN" altLang="en-US" sz="2400" b="1" noProof="0" dirty="0">
                  <a:ln>
                    <a:noFill/>
                  </a:ln>
                  <a:solidFill>
                    <a:schemeClr val="accent1"/>
                  </a:solidFill>
                  <a:effectLst/>
                  <a:uLnTx/>
                  <a:uFillTx/>
                  <a:latin typeface="Roboto Regular"/>
                  <a:ea typeface="微软雅黑" panose="020B0503020204020204" pitchFamily="34" charset="-122"/>
                  <a:sym typeface="+mn-ea"/>
                </a:rPr>
                <a:t>Title</a:t>
              </a:r>
              <a:endParaRPr kumimoji="0" lang="zh-CN" altLang="en-US" sz="2400" b="1" i="0" u="none" strike="noStrike" kern="1200" cap="none" spc="0" normalizeH="0" baseline="0" noProof="0" dirty="0">
                <a:ln>
                  <a:noFill/>
                </a:ln>
                <a:solidFill>
                  <a:schemeClr val="accent1"/>
                </a:solidFill>
                <a:effectLst/>
                <a:uLnTx/>
                <a:uFillTx/>
                <a:latin typeface="思源黑体 CN Regular"/>
                <a:ea typeface="微软雅黑" panose="020B0503020204020204" pitchFamily="34" charset="-122"/>
                <a:cs typeface="+mn-cs"/>
              </a:endParaRPr>
            </a:p>
          </p:txBody>
        </p:sp>
        <p:sp>
          <p:nvSpPr>
            <p:cNvPr id="34" name="iSḻîḍê"/>
            <p:cNvSpPr txBox="1"/>
            <p:nvPr/>
          </p:nvSpPr>
          <p:spPr>
            <a:xfrm>
              <a:off x="673100" y="2125788"/>
              <a:ext cx="3966207" cy="1116157"/>
            </a:xfrm>
            <a:prstGeom prst="rect">
              <a:avLst/>
            </a:prstGeom>
            <a:noFill/>
            <a:ln>
              <a:noFill/>
            </a:ln>
          </p:spPr>
          <p:txBody>
            <a:bodyPr lIns="91440" tIns="45720" rIns="91440" bIns="4572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0" cap="none" spc="0" normalizeH="0" baseline="0" noProof="0" dirty="0">
                <a:ln>
                  <a:noFill/>
                </a:ln>
                <a:solidFill>
                  <a:prstClr val="black">
                    <a:lumMod val="75000"/>
                    <a:lumOff val="25000"/>
                  </a:prstClr>
                </a:solidFill>
                <a:effectLst/>
                <a:uLnTx/>
                <a:uFillTx/>
                <a:latin typeface="Roboto Regular"/>
                <a:ea typeface="微软雅黑" panose="020B0503020204020204" pitchFamily="34" charset="-122"/>
                <a:cs typeface="+mn-cs"/>
              </a:endParaRPr>
            </a:p>
          </p:txBody>
        </p:sp>
      </p:grpSp>
      <p:sp>
        <p:nvSpPr>
          <p:cNvPr id="35" name="矩形: 圆角 34"/>
          <p:cNvSpPr/>
          <p:nvPr/>
        </p:nvSpPr>
        <p:spPr>
          <a:xfrm>
            <a:off x="444500" y="1411780"/>
            <a:ext cx="5511800" cy="2160000"/>
          </a:xfrm>
          <a:prstGeom prst="roundRect">
            <a:avLst>
              <a:gd name="adj" fmla="val 6970"/>
            </a:avLst>
          </a:prstGeom>
          <a:no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36" name="矩形: 圆角 35"/>
          <p:cNvSpPr/>
          <p:nvPr/>
        </p:nvSpPr>
        <p:spPr>
          <a:xfrm>
            <a:off x="6235700" y="1411780"/>
            <a:ext cx="5511800" cy="2160000"/>
          </a:xfrm>
          <a:prstGeom prst="roundRect">
            <a:avLst>
              <a:gd name="adj" fmla="val 6970"/>
            </a:avLst>
          </a:prstGeom>
          <a:no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39" name="矩形: 圆角 38"/>
          <p:cNvSpPr/>
          <p:nvPr/>
        </p:nvSpPr>
        <p:spPr>
          <a:xfrm>
            <a:off x="444500" y="3856490"/>
            <a:ext cx="5511800" cy="2160000"/>
          </a:xfrm>
          <a:prstGeom prst="roundRect">
            <a:avLst>
              <a:gd name="adj" fmla="val 6970"/>
            </a:avLst>
          </a:prstGeom>
          <a:no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40" name="矩形: 圆角 39"/>
          <p:cNvSpPr/>
          <p:nvPr/>
        </p:nvSpPr>
        <p:spPr>
          <a:xfrm>
            <a:off x="6235700" y="3856490"/>
            <a:ext cx="5511800" cy="2160000"/>
          </a:xfrm>
          <a:prstGeom prst="roundRect">
            <a:avLst>
              <a:gd name="adj" fmla="val 6970"/>
            </a:avLst>
          </a:prstGeom>
          <a:no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pic>
        <p:nvPicPr>
          <p:cNvPr id="41" name="图片 40">
            <a:extLst>
              <a:ext uri="{FF2B5EF4-FFF2-40B4-BE49-F238E27FC236}">
                <a16:creationId xmlns:a16="http://schemas.microsoft.com/office/drawing/2014/main" id="{59D17322-632A-E923-2ED1-FF813CD570BD}"/>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组合 11"/>
          <p:cNvGrpSpPr/>
          <p:nvPr/>
        </p:nvGrpSpPr>
        <p:grpSpPr>
          <a:xfrm>
            <a:off x="0" y="1204009"/>
            <a:ext cx="12192000" cy="2325573"/>
            <a:chOff x="0" y="1204009"/>
            <a:chExt cx="12192000" cy="2325573"/>
          </a:xfrm>
        </p:grpSpPr>
        <p:pic>
          <p:nvPicPr>
            <p:cNvPr id="13" name="图片 12"/>
            <p:cNvPicPr>
              <a:picLocks noChangeAspect="1"/>
            </p:cNvPicPr>
            <p:nvPr/>
          </p:nvPicPr>
          <p:blipFill rotWithShape="1">
            <a:blip r:embed="rId4">
              <a:extLst>
                <a:ext uri="{28A0092B-C50C-407E-A947-70E740481C1C}">
                  <a14:useLocalDpi xmlns:a14="http://schemas.microsoft.com/office/drawing/2010/main" val="0"/>
                </a:ext>
              </a:extLst>
            </a:blip>
            <a:srcRect l="-7" t="48618" r="7" b="6350"/>
            <a:stretch/>
          </p:blipFill>
          <p:spPr>
            <a:xfrm flipH="1">
              <a:off x="0" y="1204009"/>
              <a:ext cx="12192000" cy="2311316"/>
            </a:xfrm>
            <a:prstGeom prst="rect">
              <a:avLst/>
            </a:prstGeom>
          </p:spPr>
        </p:pic>
        <p:sp>
          <p:nvSpPr>
            <p:cNvPr id="14" name="矩形 13"/>
            <p:cNvSpPr/>
            <p:nvPr/>
          </p:nvSpPr>
          <p:spPr>
            <a:xfrm>
              <a:off x="860" y="1204009"/>
              <a:ext cx="12191140" cy="2325573"/>
            </a:xfrm>
            <a:prstGeom prst="rect">
              <a:avLst/>
            </a:prstGeom>
            <a:gradFill flip="none" rotWithShape="1">
              <a:gsLst>
                <a:gs pos="8000">
                  <a:schemeClr val="accent1"/>
                </a:gs>
                <a:gs pos="100000">
                  <a:schemeClr val="accent1"/>
                </a:gs>
              </a:gsLst>
              <a:lin ang="0" scaled="0"/>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Roboto Regular"/>
                <a:ea typeface="微软雅黑" panose="020B0503020204020204" pitchFamily="34" charset="-122"/>
                <a:cs typeface="+mn-cs"/>
              </a:endParaRPr>
            </a:p>
          </p:txBody>
        </p:sp>
      </p:grpSp>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15" name="组合 14"/>
          <p:cNvGrpSpPr/>
          <p:nvPr/>
        </p:nvGrpSpPr>
        <p:grpSpPr>
          <a:xfrm>
            <a:off x="982728" y="3924802"/>
            <a:ext cx="1895576" cy="2440622"/>
            <a:chOff x="1183998" y="3956334"/>
            <a:chExt cx="1895576" cy="2440622"/>
          </a:xfrm>
        </p:grpSpPr>
        <p:sp>
          <p:nvSpPr>
            <p:cNvPr id="16" name="矩形 15"/>
            <p:cNvSpPr/>
            <p:nvPr/>
          </p:nvSpPr>
          <p:spPr>
            <a:xfrm>
              <a:off x="1183998" y="5059011"/>
              <a:ext cx="1895576" cy="1337945"/>
            </a:xfrm>
            <a:prstGeom prst="rect">
              <a:avLst/>
            </a:prstGeom>
          </p:spPr>
          <p:txBody>
            <a:bodyPr wrap="square">
              <a:spAutoFit/>
            </a:bodyPr>
            <a:lstStyle/>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p:txBody>
        </p:sp>
        <p:sp>
          <p:nvSpPr>
            <p:cNvPr id="17" name="矩形 16"/>
            <p:cNvSpPr/>
            <p:nvPr/>
          </p:nvSpPr>
          <p:spPr>
            <a:xfrm>
              <a:off x="1810223" y="4554214"/>
              <a:ext cx="64312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accent1"/>
                  </a:solidFill>
                  <a:effectLst/>
                  <a:uLnTx/>
                  <a:uFillTx/>
                  <a:latin typeface="思源黑体 CN Bold"/>
                  <a:ea typeface="微软雅黑" panose="020B0503020204020204" pitchFamily="34" charset="-122"/>
                  <a:cs typeface="+mn-cs"/>
                </a:rPr>
                <a:t>Title</a:t>
              </a:r>
            </a:p>
          </p:txBody>
        </p:sp>
        <p:cxnSp>
          <p:nvCxnSpPr>
            <p:cNvPr id="18" name="直接连接符 17"/>
            <p:cNvCxnSpPr/>
            <p:nvPr/>
          </p:nvCxnSpPr>
          <p:spPr>
            <a:xfrm>
              <a:off x="1451641" y="5009958"/>
              <a:ext cx="1360291" cy="0"/>
            </a:xfrm>
            <a:prstGeom prst="line">
              <a:avLst/>
            </a:prstGeom>
            <a:noFill/>
            <a:ln w="9525" cap="flat" cmpd="sng" algn="ctr">
              <a:solidFill>
                <a:srgbClr val="E7E6E6">
                  <a:lumMod val="90000"/>
                </a:srgbClr>
              </a:solidFill>
              <a:prstDash val="solid"/>
              <a:miter lim="800000"/>
            </a:ln>
            <a:effectLst/>
          </p:spPr>
        </p:cxnSp>
        <p:sp>
          <p:nvSpPr>
            <p:cNvPr id="19" name="strategy_342477"/>
            <p:cNvSpPr>
              <a:spLocks noChangeAspect="1"/>
            </p:cNvSpPr>
            <p:nvPr/>
          </p:nvSpPr>
          <p:spPr bwMode="auto">
            <a:xfrm>
              <a:off x="1879008" y="3956334"/>
              <a:ext cx="505557" cy="504796"/>
            </a:xfrm>
            <a:custGeom>
              <a:avLst/>
              <a:gdLst>
                <a:gd name="connsiteX0" fmla="*/ 501466 w 609614"/>
                <a:gd name="connsiteY0" fmla="*/ 500746 h 608697"/>
                <a:gd name="connsiteX1" fmla="*/ 481827 w 609614"/>
                <a:gd name="connsiteY1" fmla="*/ 520352 h 608697"/>
                <a:gd name="connsiteX2" fmla="*/ 501466 w 609614"/>
                <a:gd name="connsiteY2" fmla="*/ 540049 h 608697"/>
                <a:gd name="connsiteX3" fmla="*/ 521104 w 609614"/>
                <a:gd name="connsiteY3" fmla="*/ 520352 h 608697"/>
                <a:gd name="connsiteX4" fmla="*/ 501466 w 609614"/>
                <a:gd name="connsiteY4" fmla="*/ 500746 h 608697"/>
                <a:gd name="connsiteX5" fmla="*/ 182434 w 609614"/>
                <a:gd name="connsiteY5" fmla="*/ 464186 h 608697"/>
                <a:gd name="connsiteX6" fmla="*/ 118919 w 609614"/>
                <a:gd name="connsiteY6" fmla="*/ 520057 h 608697"/>
                <a:gd name="connsiteX7" fmla="*/ 274527 w 609614"/>
                <a:gd name="connsiteY7" fmla="*/ 587435 h 608697"/>
                <a:gd name="connsiteX8" fmla="*/ 182434 w 609614"/>
                <a:gd name="connsiteY8" fmla="*/ 464186 h 608697"/>
                <a:gd name="connsiteX9" fmla="*/ 294992 w 609614"/>
                <a:gd name="connsiteY9" fmla="*/ 442003 h 608697"/>
                <a:gd name="connsiteX10" fmla="*/ 293886 w 609614"/>
                <a:gd name="connsiteY10" fmla="*/ 442095 h 608697"/>
                <a:gd name="connsiteX11" fmla="*/ 245857 w 609614"/>
                <a:gd name="connsiteY11" fmla="*/ 481122 h 608697"/>
                <a:gd name="connsiteX12" fmla="*/ 203268 w 609614"/>
                <a:gd name="connsiteY12" fmla="*/ 456178 h 608697"/>
                <a:gd name="connsiteX13" fmla="*/ 200779 w 609614"/>
                <a:gd name="connsiteY13" fmla="*/ 457006 h 608697"/>
                <a:gd name="connsiteX14" fmla="*/ 294992 w 609614"/>
                <a:gd name="connsiteY14" fmla="*/ 579151 h 608697"/>
                <a:gd name="connsiteX15" fmla="*/ 245857 w 609614"/>
                <a:gd name="connsiteY15" fmla="*/ 402515 h 608697"/>
                <a:gd name="connsiteX16" fmla="*/ 216358 w 609614"/>
                <a:gd name="connsiteY16" fmla="*/ 431970 h 608697"/>
                <a:gd name="connsiteX17" fmla="*/ 245857 w 609614"/>
                <a:gd name="connsiteY17" fmla="*/ 461424 h 608697"/>
                <a:gd name="connsiteX18" fmla="*/ 275357 w 609614"/>
                <a:gd name="connsiteY18" fmla="*/ 431970 h 608697"/>
                <a:gd name="connsiteX19" fmla="*/ 245857 w 609614"/>
                <a:gd name="connsiteY19" fmla="*/ 402515 h 608697"/>
                <a:gd name="connsiteX20" fmla="*/ 314627 w 609614"/>
                <a:gd name="connsiteY20" fmla="*/ 333849 h 608697"/>
                <a:gd name="connsiteX21" fmla="*/ 314627 w 609614"/>
                <a:gd name="connsiteY21" fmla="*/ 402515 h 608697"/>
                <a:gd name="connsiteX22" fmla="*/ 349105 w 609614"/>
                <a:gd name="connsiteY22" fmla="*/ 402515 h 608697"/>
                <a:gd name="connsiteX23" fmla="*/ 383490 w 609614"/>
                <a:gd name="connsiteY23" fmla="*/ 368182 h 608697"/>
                <a:gd name="connsiteX24" fmla="*/ 349105 w 609614"/>
                <a:gd name="connsiteY24" fmla="*/ 333849 h 608697"/>
                <a:gd name="connsiteX25" fmla="*/ 19912 w 609614"/>
                <a:gd name="connsiteY25" fmla="*/ 314152 h 608697"/>
                <a:gd name="connsiteX26" fmla="*/ 103985 w 609614"/>
                <a:gd name="connsiteY26" fmla="*/ 506159 h 608697"/>
                <a:gd name="connsiteX27" fmla="*/ 174598 w 609614"/>
                <a:gd name="connsiteY27" fmla="*/ 446145 h 608697"/>
                <a:gd name="connsiteX28" fmla="*/ 147680 w 609614"/>
                <a:gd name="connsiteY28" fmla="*/ 314152 h 608697"/>
                <a:gd name="connsiteX29" fmla="*/ 314627 w 609614"/>
                <a:gd name="connsiteY29" fmla="*/ 294546 h 608697"/>
                <a:gd name="connsiteX30" fmla="*/ 314627 w 609614"/>
                <a:gd name="connsiteY30" fmla="*/ 314152 h 608697"/>
                <a:gd name="connsiteX31" fmla="*/ 349105 w 609614"/>
                <a:gd name="connsiteY31" fmla="*/ 314152 h 608697"/>
                <a:gd name="connsiteX32" fmla="*/ 403125 w 609614"/>
                <a:gd name="connsiteY32" fmla="*/ 368182 h 608697"/>
                <a:gd name="connsiteX33" fmla="*/ 349105 w 609614"/>
                <a:gd name="connsiteY33" fmla="*/ 422213 h 608697"/>
                <a:gd name="connsiteX34" fmla="*/ 314627 w 609614"/>
                <a:gd name="connsiteY34" fmla="*/ 422213 h 608697"/>
                <a:gd name="connsiteX35" fmla="*/ 314627 w 609614"/>
                <a:gd name="connsiteY35" fmla="*/ 481122 h 608697"/>
                <a:gd name="connsiteX36" fmla="*/ 334355 w 609614"/>
                <a:gd name="connsiteY36" fmla="*/ 481122 h 608697"/>
                <a:gd name="connsiteX37" fmla="*/ 334355 w 609614"/>
                <a:gd name="connsiteY37" fmla="*/ 441819 h 608697"/>
                <a:gd name="connsiteX38" fmla="*/ 349105 w 609614"/>
                <a:gd name="connsiteY38" fmla="*/ 441819 h 608697"/>
                <a:gd name="connsiteX39" fmla="*/ 422853 w 609614"/>
                <a:gd name="connsiteY39" fmla="*/ 368182 h 608697"/>
                <a:gd name="connsiteX40" fmla="*/ 349105 w 609614"/>
                <a:gd name="connsiteY40" fmla="*/ 294546 h 608697"/>
                <a:gd name="connsiteX41" fmla="*/ 167131 w 609614"/>
                <a:gd name="connsiteY41" fmla="*/ 196333 h 608697"/>
                <a:gd name="connsiteX42" fmla="*/ 137632 w 609614"/>
                <a:gd name="connsiteY42" fmla="*/ 225788 h 608697"/>
                <a:gd name="connsiteX43" fmla="*/ 167131 w 609614"/>
                <a:gd name="connsiteY43" fmla="*/ 255242 h 608697"/>
                <a:gd name="connsiteX44" fmla="*/ 196631 w 609614"/>
                <a:gd name="connsiteY44" fmla="*/ 225788 h 608697"/>
                <a:gd name="connsiteX45" fmla="*/ 167131 w 609614"/>
                <a:gd name="connsiteY45" fmla="*/ 196333 h 608697"/>
                <a:gd name="connsiteX46" fmla="*/ 192574 w 609614"/>
                <a:gd name="connsiteY46" fmla="*/ 169916 h 608697"/>
                <a:gd name="connsiteX47" fmla="*/ 188242 w 609614"/>
                <a:gd name="connsiteY47" fmla="*/ 181698 h 608697"/>
                <a:gd name="connsiteX48" fmla="*/ 216358 w 609614"/>
                <a:gd name="connsiteY48" fmla="*/ 225788 h 608697"/>
                <a:gd name="connsiteX49" fmla="*/ 168514 w 609614"/>
                <a:gd name="connsiteY49" fmla="*/ 274756 h 608697"/>
                <a:gd name="connsiteX50" fmla="*/ 167408 w 609614"/>
                <a:gd name="connsiteY50" fmla="*/ 294546 h 608697"/>
                <a:gd name="connsiteX51" fmla="*/ 255629 w 609614"/>
                <a:gd name="connsiteY51" fmla="*/ 294546 h 608697"/>
                <a:gd name="connsiteX52" fmla="*/ 255629 w 609614"/>
                <a:gd name="connsiteY52" fmla="*/ 314152 h 608697"/>
                <a:gd name="connsiteX53" fmla="*/ 167408 w 609614"/>
                <a:gd name="connsiteY53" fmla="*/ 314152 h 608697"/>
                <a:gd name="connsiteX54" fmla="*/ 192851 w 609614"/>
                <a:gd name="connsiteY54" fmla="*/ 438873 h 608697"/>
                <a:gd name="connsiteX55" fmla="*/ 197184 w 609614"/>
                <a:gd name="connsiteY55" fmla="*/ 437493 h 608697"/>
                <a:gd name="connsiteX56" fmla="*/ 196631 w 609614"/>
                <a:gd name="connsiteY56" fmla="*/ 431970 h 608697"/>
                <a:gd name="connsiteX57" fmla="*/ 245857 w 609614"/>
                <a:gd name="connsiteY57" fmla="*/ 382910 h 608697"/>
                <a:gd name="connsiteX58" fmla="*/ 294070 w 609614"/>
                <a:gd name="connsiteY58" fmla="*/ 422397 h 608697"/>
                <a:gd name="connsiteX59" fmla="*/ 294992 w 609614"/>
                <a:gd name="connsiteY59" fmla="*/ 422397 h 608697"/>
                <a:gd name="connsiteX60" fmla="*/ 294992 w 609614"/>
                <a:gd name="connsiteY60" fmla="*/ 314152 h 608697"/>
                <a:gd name="connsiteX61" fmla="*/ 275357 w 609614"/>
                <a:gd name="connsiteY61" fmla="*/ 314152 h 608697"/>
                <a:gd name="connsiteX62" fmla="*/ 275357 w 609614"/>
                <a:gd name="connsiteY62" fmla="*/ 294546 h 608697"/>
                <a:gd name="connsiteX63" fmla="*/ 294992 w 609614"/>
                <a:gd name="connsiteY63" fmla="*/ 294546 h 608697"/>
                <a:gd name="connsiteX64" fmla="*/ 294992 w 609614"/>
                <a:gd name="connsiteY64" fmla="*/ 186392 h 608697"/>
                <a:gd name="connsiteX65" fmla="*/ 192574 w 609614"/>
                <a:gd name="connsiteY65" fmla="*/ 169916 h 608697"/>
                <a:gd name="connsiteX66" fmla="*/ 314627 w 609614"/>
                <a:gd name="connsiteY66" fmla="*/ 127667 h 608697"/>
                <a:gd name="connsiteX67" fmla="*/ 314627 w 609614"/>
                <a:gd name="connsiteY67" fmla="*/ 186577 h 608697"/>
                <a:gd name="connsiteX68" fmla="*/ 349105 w 609614"/>
                <a:gd name="connsiteY68" fmla="*/ 186577 h 608697"/>
                <a:gd name="connsiteX69" fmla="*/ 403125 w 609614"/>
                <a:gd name="connsiteY69" fmla="*/ 240515 h 608697"/>
                <a:gd name="connsiteX70" fmla="*/ 403125 w 609614"/>
                <a:gd name="connsiteY70" fmla="*/ 255242 h 608697"/>
                <a:gd name="connsiteX71" fmla="*/ 422853 w 609614"/>
                <a:gd name="connsiteY71" fmla="*/ 255242 h 608697"/>
                <a:gd name="connsiteX72" fmla="*/ 422853 w 609614"/>
                <a:gd name="connsiteY72" fmla="*/ 240515 h 608697"/>
                <a:gd name="connsiteX73" fmla="*/ 349105 w 609614"/>
                <a:gd name="connsiteY73" fmla="*/ 166879 h 608697"/>
                <a:gd name="connsiteX74" fmla="*/ 334355 w 609614"/>
                <a:gd name="connsiteY74" fmla="*/ 166879 h 608697"/>
                <a:gd name="connsiteX75" fmla="*/ 334355 w 609614"/>
                <a:gd name="connsiteY75" fmla="*/ 127667 h 608697"/>
                <a:gd name="connsiteX76" fmla="*/ 103892 w 609614"/>
                <a:gd name="connsiteY76" fmla="*/ 102631 h 608697"/>
                <a:gd name="connsiteX77" fmla="*/ 19912 w 609614"/>
                <a:gd name="connsiteY77" fmla="*/ 294546 h 608697"/>
                <a:gd name="connsiteX78" fmla="*/ 147773 w 609614"/>
                <a:gd name="connsiteY78" fmla="*/ 294546 h 608697"/>
                <a:gd name="connsiteX79" fmla="*/ 149063 w 609614"/>
                <a:gd name="connsiteY79" fmla="*/ 271350 h 608697"/>
                <a:gd name="connsiteX80" fmla="*/ 117997 w 609614"/>
                <a:gd name="connsiteY80" fmla="*/ 225788 h 608697"/>
                <a:gd name="connsiteX81" fmla="*/ 167131 w 609614"/>
                <a:gd name="connsiteY81" fmla="*/ 176728 h 608697"/>
                <a:gd name="connsiteX82" fmla="*/ 169067 w 609614"/>
                <a:gd name="connsiteY82" fmla="*/ 176912 h 608697"/>
                <a:gd name="connsiteX83" fmla="*/ 174230 w 609614"/>
                <a:gd name="connsiteY83" fmla="*/ 162645 h 608697"/>
                <a:gd name="connsiteX84" fmla="*/ 103892 w 609614"/>
                <a:gd name="connsiteY84" fmla="*/ 102631 h 608697"/>
                <a:gd name="connsiteX85" fmla="*/ 314627 w 609614"/>
                <a:gd name="connsiteY85" fmla="*/ 78791 h 608697"/>
                <a:gd name="connsiteX86" fmla="*/ 314627 w 609614"/>
                <a:gd name="connsiteY86" fmla="*/ 107970 h 608697"/>
                <a:gd name="connsiteX87" fmla="*/ 353990 w 609614"/>
                <a:gd name="connsiteY87" fmla="*/ 107970 h 608697"/>
                <a:gd name="connsiteX88" fmla="*/ 353990 w 609614"/>
                <a:gd name="connsiteY88" fmla="*/ 147365 h 608697"/>
                <a:gd name="connsiteX89" fmla="*/ 442488 w 609614"/>
                <a:gd name="connsiteY89" fmla="*/ 240515 h 608697"/>
                <a:gd name="connsiteX90" fmla="*/ 442488 w 609614"/>
                <a:gd name="connsiteY90" fmla="*/ 274940 h 608697"/>
                <a:gd name="connsiteX91" fmla="*/ 383490 w 609614"/>
                <a:gd name="connsiteY91" fmla="*/ 274940 h 608697"/>
                <a:gd name="connsiteX92" fmla="*/ 383490 w 609614"/>
                <a:gd name="connsiteY92" fmla="*/ 240515 h 608697"/>
                <a:gd name="connsiteX93" fmla="*/ 349105 w 609614"/>
                <a:gd name="connsiteY93" fmla="*/ 206182 h 608697"/>
                <a:gd name="connsiteX94" fmla="*/ 314627 w 609614"/>
                <a:gd name="connsiteY94" fmla="*/ 206182 h 608697"/>
                <a:gd name="connsiteX95" fmla="*/ 314627 w 609614"/>
                <a:gd name="connsiteY95" fmla="*/ 274940 h 608697"/>
                <a:gd name="connsiteX96" fmla="*/ 349105 w 609614"/>
                <a:gd name="connsiteY96" fmla="*/ 274940 h 608697"/>
                <a:gd name="connsiteX97" fmla="*/ 442488 w 609614"/>
                <a:gd name="connsiteY97" fmla="*/ 368182 h 608697"/>
                <a:gd name="connsiteX98" fmla="*/ 353990 w 609614"/>
                <a:gd name="connsiteY98" fmla="*/ 461332 h 608697"/>
                <a:gd name="connsiteX99" fmla="*/ 353990 w 609614"/>
                <a:gd name="connsiteY99" fmla="*/ 500728 h 608697"/>
                <a:gd name="connsiteX100" fmla="*/ 314627 w 609614"/>
                <a:gd name="connsiteY100" fmla="*/ 500728 h 608697"/>
                <a:gd name="connsiteX101" fmla="*/ 314627 w 609614"/>
                <a:gd name="connsiteY101" fmla="*/ 529906 h 608697"/>
                <a:gd name="connsiteX102" fmla="*/ 530986 w 609614"/>
                <a:gd name="connsiteY102" fmla="*/ 304395 h 608697"/>
                <a:gd name="connsiteX103" fmla="*/ 314627 w 609614"/>
                <a:gd name="connsiteY103" fmla="*/ 78791 h 608697"/>
                <a:gd name="connsiteX104" fmla="*/ 294992 w 609614"/>
                <a:gd name="connsiteY104" fmla="*/ 29547 h 608697"/>
                <a:gd name="connsiteX105" fmla="*/ 200410 w 609614"/>
                <a:gd name="connsiteY105" fmla="*/ 151967 h 608697"/>
                <a:gd name="connsiteX106" fmla="*/ 294992 w 609614"/>
                <a:gd name="connsiteY106" fmla="*/ 166787 h 608697"/>
                <a:gd name="connsiteX107" fmla="*/ 274066 w 609614"/>
                <a:gd name="connsiteY107" fmla="*/ 21355 h 608697"/>
                <a:gd name="connsiteX108" fmla="*/ 118826 w 609614"/>
                <a:gd name="connsiteY108" fmla="*/ 88732 h 608697"/>
                <a:gd name="connsiteX109" fmla="*/ 182065 w 609614"/>
                <a:gd name="connsiteY109" fmla="*/ 144788 h 608697"/>
                <a:gd name="connsiteX110" fmla="*/ 274066 w 609614"/>
                <a:gd name="connsiteY110" fmla="*/ 21355 h 608697"/>
                <a:gd name="connsiteX111" fmla="*/ 396268 w 609614"/>
                <a:gd name="connsiteY111" fmla="*/ 14113 h 608697"/>
                <a:gd name="connsiteX112" fmla="*/ 609614 w 609614"/>
                <a:gd name="connsiteY112" fmla="*/ 304418 h 608697"/>
                <a:gd name="connsiteX113" fmla="*/ 536224 w 609614"/>
                <a:gd name="connsiteY113" fmla="*/ 502403 h 608697"/>
                <a:gd name="connsiteX114" fmla="*/ 540834 w 609614"/>
                <a:gd name="connsiteY114" fmla="*/ 520352 h 608697"/>
                <a:gd name="connsiteX115" fmla="*/ 501466 w 609614"/>
                <a:gd name="connsiteY115" fmla="*/ 559654 h 608697"/>
                <a:gd name="connsiteX116" fmla="*/ 462097 w 609614"/>
                <a:gd name="connsiteY116" fmla="*/ 520352 h 608697"/>
                <a:gd name="connsiteX117" fmla="*/ 501466 w 609614"/>
                <a:gd name="connsiteY117" fmla="*/ 481141 h 608697"/>
                <a:gd name="connsiteX118" fmla="*/ 523040 w 609614"/>
                <a:gd name="connsiteY118" fmla="*/ 487584 h 608697"/>
                <a:gd name="connsiteX119" fmla="*/ 589976 w 609614"/>
                <a:gd name="connsiteY119" fmla="*/ 304418 h 608697"/>
                <a:gd name="connsiteX120" fmla="*/ 390367 w 609614"/>
                <a:gd name="connsiteY120" fmla="*/ 32798 h 608697"/>
                <a:gd name="connsiteX121" fmla="*/ 355647 w 609614"/>
                <a:gd name="connsiteY121" fmla="*/ 4304 h 608697"/>
                <a:gd name="connsiteX122" fmla="*/ 375902 w 609614"/>
                <a:gd name="connsiteY122" fmla="*/ 8446 h 608697"/>
                <a:gd name="connsiteX123" fmla="*/ 371299 w 609614"/>
                <a:gd name="connsiteY123" fmla="*/ 27591 h 608697"/>
                <a:gd name="connsiteX124" fmla="*/ 352333 w 609614"/>
                <a:gd name="connsiteY124" fmla="*/ 23633 h 608697"/>
                <a:gd name="connsiteX125" fmla="*/ 304856 w 609614"/>
                <a:gd name="connsiteY125" fmla="*/ 0 h 608697"/>
                <a:gd name="connsiteX126" fmla="*/ 314627 w 609614"/>
                <a:gd name="connsiteY126" fmla="*/ 0 h 608697"/>
                <a:gd name="connsiteX127" fmla="*/ 314627 w 609614"/>
                <a:gd name="connsiteY127" fmla="*/ 59186 h 608697"/>
                <a:gd name="connsiteX128" fmla="*/ 550621 w 609614"/>
                <a:gd name="connsiteY128" fmla="*/ 304395 h 608697"/>
                <a:gd name="connsiteX129" fmla="*/ 314627 w 609614"/>
                <a:gd name="connsiteY129" fmla="*/ 549604 h 608697"/>
                <a:gd name="connsiteX130" fmla="*/ 314627 w 609614"/>
                <a:gd name="connsiteY130" fmla="*/ 608697 h 608697"/>
                <a:gd name="connsiteX131" fmla="*/ 304856 w 609614"/>
                <a:gd name="connsiteY131" fmla="*/ 608697 h 608697"/>
                <a:gd name="connsiteX132" fmla="*/ 0 w 609614"/>
                <a:gd name="connsiteY132" fmla="*/ 304395 h 608697"/>
                <a:gd name="connsiteX133" fmla="*/ 304856 w 609614"/>
                <a:gd name="connsiteY133" fmla="*/ 0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609614" h="608697">
                  <a:moveTo>
                    <a:pt x="501466" y="500746"/>
                  </a:moveTo>
                  <a:cubicBezTo>
                    <a:pt x="490586" y="500746"/>
                    <a:pt x="481827" y="509583"/>
                    <a:pt x="481827" y="520352"/>
                  </a:cubicBezTo>
                  <a:cubicBezTo>
                    <a:pt x="481827" y="531213"/>
                    <a:pt x="490586" y="540049"/>
                    <a:pt x="501466" y="540049"/>
                  </a:cubicBezTo>
                  <a:cubicBezTo>
                    <a:pt x="512345" y="540049"/>
                    <a:pt x="521104" y="531213"/>
                    <a:pt x="521104" y="520352"/>
                  </a:cubicBezTo>
                  <a:cubicBezTo>
                    <a:pt x="521104" y="509583"/>
                    <a:pt x="512345" y="500746"/>
                    <a:pt x="501466" y="500746"/>
                  </a:cubicBezTo>
                  <a:close/>
                  <a:moveTo>
                    <a:pt x="182434" y="464186"/>
                  </a:moveTo>
                  <a:cubicBezTo>
                    <a:pt x="138646" y="483884"/>
                    <a:pt x="123159" y="510761"/>
                    <a:pt x="118919" y="520057"/>
                  </a:cubicBezTo>
                  <a:cubicBezTo>
                    <a:pt x="161600" y="556876"/>
                    <a:pt x="215436" y="581176"/>
                    <a:pt x="274527" y="587435"/>
                  </a:cubicBezTo>
                  <a:cubicBezTo>
                    <a:pt x="249453" y="565252"/>
                    <a:pt x="210551" y="524291"/>
                    <a:pt x="182434" y="464186"/>
                  </a:cubicBezTo>
                  <a:close/>
                  <a:moveTo>
                    <a:pt x="294992" y="442003"/>
                  </a:moveTo>
                  <a:lnTo>
                    <a:pt x="293886" y="442095"/>
                  </a:lnTo>
                  <a:cubicBezTo>
                    <a:pt x="289277" y="464278"/>
                    <a:pt x="269457" y="481122"/>
                    <a:pt x="245857" y="481122"/>
                  </a:cubicBezTo>
                  <a:cubicBezTo>
                    <a:pt x="227513" y="481122"/>
                    <a:pt x="211749" y="470997"/>
                    <a:pt x="203268" y="456178"/>
                  </a:cubicBezTo>
                  <a:cubicBezTo>
                    <a:pt x="202438" y="456454"/>
                    <a:pt x="201609" y="456638"/>
                    <a:pt x="200779" y="457006"/>
                  </a:cubicBezTo>
                  <a:cubicBezTo>
                    <a:pt x="230555" y="520241"/>
                    <a:pt x="272683" y="560742"/>
                    <a:pt x="294992" y="579151"/>
                  </a:cubicBezTo>
                  <a:close/>
                  <a:moveTo>
                    <a:pt x="245857" y="402515"/>
                  </a:moveTo>
                  <a:cubicBezTo>
                    <a:pt x="229541" y="402515"/>
                    <a:pt x="216358" y="415770"/>
                    <a:pt x="216358" y="431970"/>
                  </a:cubicBezTo>
                  <a:cubicBezTo>
                    <a:pt x="216358" y="448262"/>
                    <a:pt x="229541" y="461424"/>
                    <a:pt x="245857" y="461424"/>
                  </a:cubicBezTo>
                  <a:cubicBezTo>
                    <a:pt x="262082" y="461424"/>
                    <a:pt x="275357" y="448262"/>
                    <a:pt x="275357" y="431970"/>
                  </a:cubicBezTo>
                  <a:cubicBezTo>
                    <a:pt x="275357" y="415770"/>
                    <a:pt x="262082" y="402515"/>
                    <a:pt x="245857" y="402515"/>
                  </a:cubicBezTo>
                  <a:close/>
                  <a:moveTo>
                    <a:pt x="314627" y="333849"/>
                  </a:moveTo>
                  <a:lnTo>
                    <a:pt x="314627" y="402515"/>
                  </a:lnTo>
                  <a:lnTo>
                    <a:pt x="349105" y="402515"/>
                  </a:lnTo>
                  <a:cubicBezTo>
                    <a:pt x="368095" y="402515"/>
                    <a:pt x="383490" y="387144"/>
                    <a:pt x="383490" y="368182"/>
                  </a:cubicBezTo>
                  <a:cubicBezTo>
                    <a:pt x="383490" y="349221"/>
                    <a:pt x="368095" y="333849"/>
                    <a:pt x="349105" y="333849"/>
                  </a:cubicBezTo>
                  <a:close/>
                  <a:moveTo>
                    <a:pt x="19912" y="314152"/>
                  </a:moveTo>
                  <a:cubicBezTo>
                    <a:pt x="22493" y="389077"/>
                    <a:pt x="54113" y="456730"/>
                    <a:pt x="103985" y="506159"/>
                  </a:cubicBezTo>
                  <a:cubicBezTo>
                    <a:pt x="112189" y="491431"/>
                    <a:pt x="131825" y="465382"/>
                    <a:pt x="174598" y="446145"/>
                  </a:cubicBezTo>
                  <a:cubicBezTo>
                    <a:pt x="159480" y="408774"/>
                    <a:pt x="148971" y="364777"/>
                    <a:pt x="147680" y="314152"/>
                  </a:cubicBezTo>
                  <a:close/>
                  <a:moveTo>
                    <a:pt x="314627" y="294546"/>
                  </a:moveTo>
                  <a:lnTo>
                    <a:pt x="314627" y="314152"/>
                  </a:lnTo>
                  <a:lnTo>
                    <a:pt x="349105" y="314152"/>
                  </a:lnTo>
                  <a:cubicBezTo>
                    <a:pt x="378880" y="314152"/>
                    <a:pt x="403125" y="338452"/>
                    <a:pt x="403125" y="368182"/>
                  </a:cubicBezTo>
                  <a:cubicBezTo>
                    <a:pt x="403125" y="397913"/>
                    <a:pt x="378880" y="422213"/>
                    <a:pt x="349105" y="422213"/>
                  </a:cubicBezTo>
                  <a:lnTo>
                    <a:pt x="314627" y="422213"/>
                  </a:lnTo>
                  <a:lnTo>
                    <a:pt x="314627" y="481122"/>
                  </a:lnTo>
                  <a:lnTo>
                    <a:pt x="334355" y="481122"/>
                  </a:lnTo>
                  <a:lnTo>
                    <a:pt x="334355" y="441819"/>
                  </a:lnTo>
                  <a:lnTo>
                    <a:pt x="349105" y="441819"/>
                  </a:lnTo>
                  <a:cubicBezTo>
                    <a:pt x="389758" y="441819"/>
                    <a:pt x="422853" y="408774"/>
                    <a:pt x="422853" y="368182"/>
                  </a:cubicBezTo>
                  <a:cubicBezTo>
                    <a:pt x="422853" y="327590"/>
                    <a:pt x="389758" y="294546"/>
                    <a:pt x="349105" y="294546"/>
                  </a:cubicBezTo>
                  <a:close/>
                  <a:moveTo>
                    <a:pt x="167131" y="196333"/>
                  </a:moveTo>
                  <a:cubicBezTo>
                    <a:pt x="150907" y="196333"/>
                    <a:pt x="137632" y="209588"/>
                    <a:pt x="137632" y="225788"/>
                  </a:cubicBezTo>
                  <a:cubicBezTo>
                    <a:pt x="137632" y="242080"/>
                    <a:pt x="150907" y="255242"/>
                    <a:pt x="167131" y="255242"/>
                  </a:cubicBezTo>
                  <a:cubicBezTo>
                    <a:pt x="183448" y="255242"/>
                    <a:pt x="196631" y="242080"/>
                    <a:pt x="196631" y="225788"/>
                  </a:cubicBezTo>
                  <a:cubicBezTo>
                    <a:pt x="196631" y="209588"/>
                    <a:pt x="183448" y="196333"/>
                    <a:pt x="167131" y="196333"/>
                  </a:cubicBezTo>
                  <a:close/>
                  <a:moveTo>
                    <a:pt x="192574" y="169916"/>
                  </a:moveTo>
                  <a:cubicBezTo>
                    <a:pt x="191007" y="173690"/>
                    <a:pt x="189717" y="177740"/>
                    <a:pt x="188242" y="181698"/>
                  </a:cubicBezTo>
                  <a:cubicBezTo>
                    <a:pt x="204835" y="189614"/>
                    <a:pt x="216358" y="206366"/>
                    <a:pt x="216358" y="225788"/>
                  </a:cubicBezTo>
                  <a:cubicBezTo>
                    <a:pt x="216358" y="252481"/>
                    <a:pt x="194971" y="274020"/>
                    <a:pt x="168514" y="274756"/>
                  </a:cubicBezTo>
                  <a:cubicBezTo>
                    <a:pt x="167961" y="281383"/>
                    <a:pt x="167592" y="288011"/>
                    <a:pt x="167408" y="294546"/>
                  </a:cubicBezTo>
                  <a:lnTo>
                    <a:pt x="255629" y="294546"/>
                  </a:lnTo>
                  <a:lnTo>
                    <a:pt x="255629" y="314152"/>
                  </a:lnTo>
                  <a:lnTo>
                    <a:pt x="167408" y="314152"/>
                  </a:lnTo>
                  <a:cubicBezTo>
                    <a:pt x="168606" y="362015"/>
                    <a:pt x="178655" y="403620"/>
                    <a:pt x="192851" y="438873"/>
                  </a:cubicBezTo>
                  <a:cubicBezTo>
                    <a:pt x="194326" y="438413"/>
                    <a:pt x="195801" y="437953"/>
                    <a:pt x="197184" y="437493"/>
                  </a:cubicBezTo>
                  <a:cubicBezTo>
                    <a:pt x="196999" y="435652"/>
                    <a:pt x="196631" y="433903"/>
                    <a:pt x="196631" y="431970"/>
                  </a:cubicBezTo>
                  <a:cubicBezTo>
                    <a:pt x="196631" y="404908"/>
                    <a:pt x="218755" y="382910"/>
                    <a:pt x="245857" y="382910"/>
                  </a:cubicBezTo>
                  <a:cubicBezTo>
                    <a:pt x="269641" y="382910"/>
                    <a:pt x="289553" y="399938"/>
                    <a:pt x="294070" y="422397"/>
                  </a:cubicBezTo>
                  <a:cubicBezTo>
                    <a:pt x="294347" y="422397"/>
                    <a:pt x="294623" y="422397"/>
                    <a:pt x="294992" y="422397"/>
                  </a:cubicBezTo>
                  <a:lnTo>
                    <a:pt x="294992" y="314152"/>
                  </a:lnTo>
                  <a:lnTo>
                    <a:pt x="275357" y="314152"/>
                  </a:lnTo>
                  <a:lnTo>
                    <a:pt x="275357" y="294546"/>
                  </a:lnTo>
                  <a:lnTo>
                    <a:pt x="294992" y="294546"/>
                  </a:lnTo>
                  <a:lnTo>
                    <a:pt x="294992" y="186392"/>
                  </a:lnTo>
                  <a:cubicBezTo>
                    <a:pt x="252495" y="185472"/>
                    <a:pt x="218939" y="179121"/>
                    <a:pt x="192574" y="169916"/>
                  </a:cubicBezTo>
                  <a:close/>
                  <a:moveTo>
                    <a:pt x="314627" y="127667"/>
                  </a:moveTo>
                  <a:lnTo>
                    <a:pt x="314627" y="186577"/>
                  </a:lnTo>
                  <a:lnTo>
                    <a:pt x="349105" y="186577"/>
                  </a:lnTo>
                  <a:cubicBezTo>
                    <a:pt x="378880" y="186577"/>
                    <a:pt x="403125" y="210784"/>
                    <a:pt x="403125" y="240515"/>
                  </a:cubicBezTo>
                  <a:lnTo>
                    <a:pt x="403125" y="255242"/>
                  </a:lnTo>
                  <a:lnTo>
                    <a:pt x="422853" y="255242"/>
                  </a:lnTo>
                  <a:lnTo>
                    <a:pt x="422853" y="240515"/>
                  </a:lnTo>
                  <a:cubicBezTo>
                    <a:pt x="422853" y="199923"/>
                    <a:pt x="389758" y="166879"/>
                    <a:pt x="349105" y="166879"/>
                  </a:cubicBezTo>
                  <a:lnTo>
                    <a:pt x="334355" y="166879"/>
                  </a:lnTo>
                  <a:lnTo>
                    <a:pt x="334355" y="127667"/>
                  </a:lnTo>
                  <a:close/>
                  <a:moveTo>
                    <a:pt x="103892" y="102631"/>
                  </a:moveTo>
                  <a:cubicBezTo>
                    <a:pt x="54113" y="152059"/>
                    <a:pt x="22493" y="219621"/>
                    <a:pt x="19912" y="294546"/>
                  </a:cubicBezTo>
                  <a:lnTo>
                    <a:pt x="147773" y="294546"/>
                  </a:lnTo>
                  <a:cubicBezTo>
                    <a:pt x="147957" y="286906"/>
                    <a:pt x="148326" y="279174"/>
                    <a:pt x="149063" y="271350"/>
                  </a:cubicBezTo>
                  <a:cubicBezTo>
                    <a:pt x="130903" y="264079"/>
                    <a:pt x="117997" y="246498"/>
                    <a:pt x="117997" y="225788"/>
                  </a:cubicBezTo>
                  <a:cubicBezTo>
                    <a:pt x="117997" y="198727"/>
                    <a:pt x="140029" y="176728"/>
                    <a:pt x="167131" y="176728"/>
                  </a:cubicBezTo>
                  <a:cubicBezTo>
                    <a:pt x="167777" y="176728"/>
                    <a:pt x="168422" y="176912"/>
                    <a:pt x="169067" y="176912"/>
                  </a:cubicBezTo>
                  <a:cubicBezTo>
                    <a:pt x="170727" y="172125"/>
                    <a:pt x="172478" y="167247"/>
                    <a:pt x="174230" y="162645"/>
                  </a:cubicBezTo>
                  <a:cubicBezTo>
                    <a:pt x="131640" y="143499"/>
                    <a:pt x="112097" y="117358"/>
                    <a:pt x="103892" y="102631"/>
                  </a:cubicBezTo>
                  <a:close/>
                  <a:moveTo>
                    <a:pt x="314627" y="78791"/>
                  </a:moveTo>
                  <a:lnTo>
                    <a:pt x="314627" y="107970"/>
                  </a:lnTo>
                  <a:lnTo>
                    <a:pt x="353990" y="107970"/>
                  </a:lnTo>
                  <a:lnTo>
                    <a:pt x="353990" y="147365"/>
                  </a:lnTo>
                  <a:cubicBezTo>
                    <a:pt x="403217" y="149942"/>
                    <a:pt x="442488" y="190811"/>
                    <a:pt x="442488" y="240515"/>
                  </a:cubicBezTo>
                  <a:lnTo>
                    <a:pt x="442488" y="274940"/>
                  </a:lnTo>
                  <a:lnTo>
                    <a:pt x="383490" y="274940"/>
                  </a:lnTo>
                  <a:lnTo>
                    <a:pt x="383490" y="240515"/>
                  </a:lnTo>
                  <a:cubicBezTo>
                    <a:pt x="383490" y="221554"/>
                    <a:pt x="368095" y="206182"/>
                    <a:pt x="349105" y="206182"/>
                  </a:cubicBezTo>
                  <a:lnTo>
                    <a:pt x="314627" y="206182"/>
                  </a:lnTo>
                  <a:lnTo>
                    <a:pt x="314627" y="274940"/>
                  </a:lnTo>
                  <a:lnTo>
                    <a:pt x="349105" y="274940"/>
                  </a:lnTo>
                  <a:cubicBezTo>
                    <a:pt x="400544" y="274940"/>
                    <a:pt x="442488" y="316729"/>
                    <a:pt x="442488" y="368182"/>
                  </a:cubicBezTo>
                  <a:cubicBezTo>
                    <a:pt x="442488" y="417979"/>
                    <a:pt x="403217" y="458755"/>
                    <a:pt x="353990" y="461332"/>
                  </a:cubicBezTo>
                  <a:lnTo>
                    <a:pt x="353990" y="500728"/>
                  </a:lnTo>
                  <a:lnTo>
                    <a:pt x="314627" y="500728"/>
                  </a:lnTo>
                  <a:lnTo>
                    <a:pt x="314627" y="529906"/>
                  </a:lnTo>
                  <a:cubicBezTo>
                    <a:pt x="434837" y="524752"/>
                    <a:pt x="530986" y="425619"/>
                    <a:pt x="530986" y="304395"/>
                  </a:cubicBezTo>
                  <a:cubicBezTo>
                    <a:pt x="530986" y="183171"/>
                    <a:pt x="434837" y="83946"/>
                    <a:pt x="314627" y="78791"/>
                  </a:cubicBezTo>
                  <a:close/>
                  <a:moveTo>
                    <a:pt x="294992" y="29547"/>
                  </a:moveTo>
                  <a:cubicBezTo>
                    <a:pt x="272591" y="47956"/>
                    <a:pt x="230186" y="88640"/>
                    <a:pt x="200410" y="151967"/>
                  </a:cubicBezTo>
                  <a:cubicBezTo>
                    <a:pt x="224563" y="160159"/>
                    <a:pt x="255537" y="165958"/>
                    <a:pt x="294992" y="166787"/>
                  </a:cubicBezTo>
                  <a:close/>
                  <a:moveTo>
                    <a:pt x="274066" y="21355"/>
                  </a:moveTo>
                  <a:cubicBezTo>
                    <a:pt x="215160" y="27706"/>
                    <a:pt x="161508" y="52006"/>
                    <a:pt x="118826" y="88732"/>
                  </a:cubicBezTo>
                  <a:cubicBezTo>
                    <a:pt x="123067" y="98121"/>
                    <a:pt x="138462" y="125090"/>
                    <a:pt x="182065" y="144788"/>
                  </a:cubicBezTo>
                  <a:cubicBezTo>
                    <a:pt x="210182" y="84130"/>
                    <a:pt x="248807" y="43446"/>
                    <a:pt x="274066" y="21355"/>
                  </a:cubicBezTo>
                  <a:close/>
                  <a:moveTo>
                    <a:pt x="396268" y="14113"/>
                  </a:moveTo>
                  <a:cubicBezTo>
                    <a:pt x="523870" y="54060"/>
                    <a:pt x="609614" y="170771"/>
                    <a:pt x="609614" y="304418"/>
                  </a:cubicBezTo>
                  <a:cubicBezTo>
                    <a:pt x="609614" y="377408"/>
                    <a:pt x="583614" y="447269"/>
                    <a:pt x="536224" y="502403"/>
                  </a:cubicBezTo>
                  <a:cubicBezTo>
                    <a:pt x="539082" y="507834"/>
                    <a:pt x="540834" y="513909"/>
                    <a:pt x="540834" y="520352"/>
                  </a:cubicBezTo>
                  <a:cubicBezTo>
                    <a:pt x="540834" y="542074"/>
                    <a:pt x="523132" y="559654"/>
                    <a:pt x="501466" y="559654"/>
                  </a:cubicBezTo>
                  <a:cubicBezTo>
                    <a:pt x="479799" y="559654"/>
                    <a:pt x="462097" y="542074"/>
                    <a:pt x="462097" y="520352"/>
                  </a:cubicBezTo>
                  <a:cubicBezTo>
                    <a:pt x="462097" y="498722"/>
                    <a:pt x="479799" y="481141"/>
                    <a:pt x="501466" y="481141"/>
                  </a:cubicBezTo>
                  <a:cubicBezTo>
                    <a:pt x="509487" y="481141"/>
                    <a:pt x="516863" y="483534"/>
                    <a:pt x="523040" y="487584"/>
                  </a:cubicBezTo>
                  <a:cubicBezTo>
                    <a:pt x="566281" y="436316"/>
                    <a:pt x="589976" y="371794"/>
                    <a:pt x="589976" y="304418"/>
                  </a:cubicBezTo>
                  <a:cubicBezTo>
                    <a:pt x="589976" y="179423"/>
                    <a:pt x="509763" y="70260"/>
                    <a:pt x="390367" y="32798"/>
                  </a:cubicBezTo>
                  <a:close/>
                  <a:moveTo>
                    <a:pt x="355647" y="4304"/>
                  </a:moveTo>
                  <a:cubicBezTo>
                    <a:pt x="361908" y="5317"/>
                    <a:pt x="368537" y="6697"/>
                    <a:pt x="375902" y="8446"/>
                  </a:cubicBezTo>
                  <a:lnTo>
                    <a:pt x="371299" y="27591"/>
                  </a:lnTo>
                  <a:cubicBezTo>
                    <a:pt x="364394" y="25842"/>
                    <a:pt x="358133" y="24646"/>
                    <a:pt x="352333" y="23633"/>
                  </a:cubicBezTo>
                  <a:close/>
                  <a:moveTo>
                    <a:pt x="304856" y="0"/>
                  </a:moveTo>
                  <a:lnTo>
                    <a:pt x="314627" y="0"/>
                  </a:lnTo>
                  <a:lnTo>
                    <a:pt x="314627" y="59186"/>
                  </a:lnTo>
                  <a:cubicBezTo>
                    <a:pt x="445622" y="64340"/>
                    <a:pt x="550621" y="172309"/>
                    <a:pt x="550621" y="304395"/>
                  </a:cubicBezTo>
                  <a:cubicBezTo>
                    <a:pt x="550621" y="436388"/>
                    <a:pt x="445622" y="544357"/>
                    <a:pt x="314627" y="549604"/>
                  </a:cubicBezTo>
                  <a:lnTo>
                    <a:pt x="314627" y="608697"/>
                  </a:lnTo>
                  <a:lnTo>
                    <a:pt x="304856" y="608697"/>
                  </a:lnTo>
                  <a:cubicBezTo>
                    <a:pt x="136710" y="608697"/>
                    <a:pt x="0" y="472194"/>
                    <a:pt x="0" y="304395"/>
                  </a:cubicBezTo>
                  <a:cubicBezTo>
                    <a:pt x="0" y="136504"/>
                    <a:pt x="136710" y="0"/>
                    <a:pt x="304856" y="0"/>
                  </a:cubicBezTo>
                  <a:close/>
                </a:path>
              </a:pathLst>
            </a:custGeom>
            <a:solidFill>
              <a:schemeClr val="accent1"/>
            </a:solidFill>
            <a:ln>
              <a:noFill/>
            </a:ln>
          </p:spPr>
        </p:sp>
      </p:grpSp>
      <p:grpSp>
        <p:nvGrpSpPr>
          <p:cNvPr id="20" name="组合 19"/>
          <p:cNvGrpSpPr/>
          <p:nvPr/>
        </p:nvGrpSpPr>
        <p:grpSpPr>
          <a:xfrm>
            <a:off x="6603081" y="3927909"/>
            <a:ext cx="1895577" cy="2434407"/>
            <a:chOff x="6202022" y="3959441"/>
            <a:chExt cx="1895577" cy="2434407"/>
          </a:xfrm>
        </p:grpSpPr>
        <p:sp>
          <p:nvSpPr>
            <p:cNvPr id="21" name="development_249168"/>
            <p:cNvSpPr>
              <a:spLocks noChangeAspect="1"/>
            </p:cNvSpPr>
            <p:nvPr/>
          </p:nvSpPr>
          <p:spPr bwMode="auto">
            <a:xfrm>
              <a:off x="6889553" y="3959441"/>
              <a:ext cx="520515" cy="511417"/>
            </a:xfrm>
            <a:custGeom>
              <a:avLst/>
              <a:gdLst>
                <a:gd name="connsiteX0" fmla="*/ 481817 w 609614"/>
                <a:gd name="connsiteY0" fmla="*/ 549900 h 598959"/>
                <a:gd name="connsiteX1" fmla="*/ 481817 w 609614"/>
                <a:gd name="connsiteY1" fmla="*/ 579354 h 598959"/>
                <a:gd name="connsiteX2" fmla="*/ 589974 w 609614"/>
                <a:gd name="connsiteY2" fmla="*/ 579354 h 598959"/>
                <a:gd name="connsiteX3" fmla="*/ 589974 w 609614"/>
                <a:gd name="connsiteY3" fmla="*/ 549900 h 598959"/>
                <a:gd name="connsiteX4" fmla="*/ 19631 w 609614"/>
                <a:gd name="connsiteY4" fmla="*/ 549900 h 598959"/>
                <a:gd name="connsiteX5" fmla="*/ 19631 w 609614"/>
                <a:gd name="connsiteY5" fmla="*/ 579354 h 598959"/>
                <a:gd name="connsiteX6" fmla="*/ 127836 w 609614"/>
                <a:gd name="connsiteY6" fmla="*/ 579354 h 598959"/>
                <a:gd name="connsiteX7" fmla="*/ 127836 w 609614"/>
                <a:gd name="connsiteY7" fmla="*/ 549900 h 598959"/>
                <a:gd name="connsiteX8" fmla="*/ 294963 w 609614"/>
                <a:gd name="connsiteY8" fmla="*/ 451689 h 598959"/>
                <a:gd name="connsiteX9" fmla="*/ 314651 w 609614"/>
                <a:gd name="connsiteY9" fmla="*/ 451689 h 598959"/>
                <a:gd name="connsiteX10" fmla="*/ 314651 w 609614"/>
                <a:gd name="connsiteY10" fmla="*/ 471306 h 598959"/>
                <a:gd name="connsiteX11" fmla="*/ 294963 w 609614"/>
                <a:gd name="connsiteY11" fmla="*/ 471306 h 598959"/>
                <a:gd name="connsiteX12" fmla="*/ 294963 w 609614"/>
                <a:gd name="connsiteY12" fmla="*/ 412384 h 598959"/>
                <a:gd name="connsiteX13" fmla="*/ 314651 w 609614"/>
                <a:gd name="connsiteY13" fmla="*/ 412384 h 598959"/>
                <a:gd name="connsiteX14" fmla="*/ 314651 w 609614"/>
                <a:gd name="connsiteY14" fmla="*/ 432072 h 598959"/>
                <a:gd name="connsiteX15" fmla="*/ 294963 w 609614"/>
                <a:gd name="connsiteY15" fmla="*/ 432072 h 598959"/>
                <a:gd name="connsiteX16" fmla="*/ 294963 w 609614"/>
                <a:gd name="connsiteY16" fmla="*/ 373150 h 598959"/>
                <a:gd name="connsiteX17" fmla="*/ 314651 w 609614"/>
                <a:gd name="connsiteY17" fmla="*/ 373150 h 598959"/>
                <a:gd name="connsiteX18" fmla="*/ 314651 w 609614"/>
                <a:gd name="connsiteY18" fmla="*/ 392767 h 598959"/>
                <a:gd name="connsiteX19" fmla="*/ 294963 w 609614"/>
                <a:gd name="connsiteY19" fmla="*/ 392767 h 598959"/>
                <a:gd name="connsiteX20" fmla="*/ 294963 w 609614"/>
                <a:gd name="connsiteY20" fmla="*/ 333845 h 598959"/>
                <a:gd name="connsiteX21" fmla="*/ 314651 w 609614"/>
                <a:gd name="connsiteY21" fmla="*/ 333845 h 598959"/>
                <a:gd name="connsiteX22" fmla="*/ 314651 w 609614"/>
                <a:gd name="connsiteY22" fmla="*/ 353462 h 598959"/>
                <a:gd name="connsiteX23" fmla="*/ 294963 w 609614"/>
                <a:gd name="connsiteY23" fmla="*/ 353462 h 598959"/>
                <a:gd name="connsiteX24" fmla="*/ 270553 w 609614"/>
                <a:gd name="connsiteY24" fmla="*/ 284794 h 598959"/>
                <a:gd name="connsiteX25" fmla="*/ 265667 w 609614"/>
                <a:gd name="connsiteY25" fmla="*/ 289672 h 598959"/>
                <a:gd name="connsiteX26" fmla="*/ 270553 w 609614"/>
                <a:gd name="connsiteY26" fmla="*/ 294551 h 598959"/>
                <a:gd name="connsiteX27" fmla="*/ 339409 w 609614"/>
                <a:gd name="connsiteY27" fmla="*/ 294551 h 598959"/>
                <a:gd name="connsiteX28" fmla="*/ 344294 w 609614"/>
                <a:gd name="connsiteY28" fmla="*/ 289672 h 598959"/>
                <a:gd name="connsiteX29" fmla="*/ 339409 w 609614"/>
                <a:gd name="connsiteY29" fmla="*/ 284794 h 598959"/>
                <a:gd name="connsiteX30" fmla="*/ 491868 w 609614"/>
                <a:gd name="connsiteY30" fmla="*/ 275519 h 598959"/>
                <a:gd name="connsiteX31" fmla="*/ 484952 w 609614"/>
                <a:gd name="connsiteY31" fmla="*/ 276532 h 598959"/>
                <a:gd name="connsiteX32" fmla="*/ 481817 w 609614"/>
                <a:gd name="connsiteY32" fmla="*/ 282791 h 598959"/>
                <a:gd name="connsiteX33" fmla="*/ 486612 w 609614"/>
                <a:gd name="connsiteY33" fmla="*/ 289878 h 598959"/>
                <a:gd name="connsiteX34" fmla="*/ 511323 w 609614"/>
                <a:gd name="connsiteY34" fmla="*/ 299726 h 598959"/>
                <a:gd name="connsiteX35" fmla="*/ 511323 w 609614"/>
                <a:gd name="connsiteY35" fmla="*/ 282054 h 598959"/>
                <a:gd name="connsiteX36" fmla="*/ 117697 w 609614"/>
                <a:gd name="connsiteY36" fmla="*/ 275519 h 598959"/>
                <a:gd name="connsiteX37" fmla="*/ 98342 w 609614"/>
                <a:gd name="connsiteY37" fmla="*/ 282054 h 598959"/>
                <a:gd name="connsiteX38" fmla="*/ 98342 w 609614"/>
                <a:gd name="connsiteY38" fmla="*/ 299726 h 598959"/>
                <a:gd name="connsiteX39" fmla="*/ 122951 w 609614"/>
                <a:gd name="connsiteY39" fmla="*/ 289878 h 598959"/>
                <a:gd name="connsiteX40" fmla="*/ 127836 w 609614"/>
                <a:gd name="connsiteY40" fmla="*/ 282791 h 598959"/>
                <a:gd name="connsiteX41" fmla="*/ 124610 w 609614"/>
                <a:gd name="connsiteY41" fmla="*/ 276532 h 598959"/>
                <a:gd name="connsiteX42" fmla="*/ 117697 w 609614"/>
                <a:gd name="connsiteY42" fmla="*/ 275519 h 598959"/>
                <a:gd name="connsiteX43" fmla="*/ 260690 w 609614"/>
                <a:gd name="connsiteY43" fmla="*/ 255339 h 598959"/>
                <a:gd name="connsiteX44" fmla="*/ 255805 w 609614"/>
                <a:gd name="connsiteY44" fmla="*/ 260217 h 598959"/>
                <a:gd name="connsiteX45" fmla="*/ 260690 w 609614"/>
                <a:gd name="connsiteY45" fmla="*/ 265096 h 598959"/>
                <a:gd name="connsiteX46" fmla="*/ 270553 w 609614"/>
                <a:gd name="connsiteY46" fmla="*/ 265096 h 598959"/>
                <a:gd name="connsiteX47" fmla="*/ 339409 w 609614"/>
                <a:gd name="connsiteY47" fmla="*/ 265096 h 598959"/>
                <a:gd name="connsiteX48" fmla="*/ 349179 w 609614"/>
                <a:gd name="connsiteY48" fmla="*/ 265096 h 598959"/>
                <a:gd name="connsiteX49" fmla="*/ 354157 w 609614"/>
                <a:gd name="connsiteY49" fmla="*/ 260217 h 598959"/>
                <a:gd name="connsiteX50" fmla="*/ 349179 w 609614"/>
                <a:gd name="connsiteY50" fmla="*/ 255339 h 598959"/>
                <a:gd name="connsiteX51" fmla="*/ 519714 w 609614"/>
                <a:gd name="connsiteY51" fmla="*/ 216059 h 598959"/>
                <a:gd name="connsiteX52" fmla="*/ 511323 w 609614"/>
                <a:gd name="connsiteY52" fmla="*/ 224435 h 598959"/>
                <a:gd name="connsiteX53" fmla="*/ 515288 w 609614"/>
                <a:gd name="connsiteY53" fmla="*/ 241371 h 598959"/>
                <a:gd name="connsiteX54" fmla="*/ 530963 w 609614"/>
                <a:gd name="connsiteY54" fmla="*/ 272666 h 598959"/>
                <a:gd name="connsiteX55" fmla="*/ 530963 w 609614"/>
                <a:gd name="connsiteY55" fmla="*/ 355873 h 598959"/>
                <a:gd name="connsiteX56" fmla="*/ 512061 w 609614"/>
                <a:gd name="connsiteY56" fmla="*/ 393519 h 598959"/>
                <a:gd name="connsiteX57" fmla="*/ 478867 w 609614"/>
                <a:gd name="connsiteY57" fmla="*/ 338201 h 598959"/>
                <a:gd name="connsiteX58" fmla="*/ 471121 w 609614"/>
                <a:gd name="connsiteY58" fmla="*/ 333875 h 598959"/>
                <a:gd name="connsiteX59" fmla="*/ 462085 w 609614"/>
                <a:gd name="connsiteY59" fmla="*/ 342895 h 598959"/>
                <a:gd name="connsiteX60" fmla="*/ 465220 w 609614"/>
                <a:gd name="connsiteY60" fmla="*/ 360015 h 598959"/>
                <a:gd name="connsiteX61" fmla="*/ 490577 w 609614"/>
                <a:gd name="connsiteY61" fmla="*/ 427575 h 598959"/>
                <a:gd name="connsiteX62" fmla="*/ 511323 w 609614"/>
                <a:gd name="connsiteY62" fmla="*/ 458501 h 598959"/>
                <a:gd name="connsiteX63" fmla="*/ 511323 w 609614"/>
                <a:gd name="connsiteY63" fmla="*/ 530203 h 598959"/>
                <a:gd name="connsiteX64" fmla="*/ 562220 w 609614"/>
                <a:gd name="connsiteY64" fmla="*/ 530203 h 598959"/>
                <a:gd name="connsiteX65" fmla="*/ 570335 w 609614"/>
                <a:gd name="connsiteY65" fmla="*/ 489980 h 598959"/>
                <a:gd name="connsiteX66" fmla="*/ 570335 w 609614"/>
                <a:gd name="connsiteY66" fmla="*/ 364341 h 598959"/>
                <a:gd name="connsiteX67" fmla="*/ 551064 w 609614"/>
                <a:gd name="connsiteY67" fmla="*/ 268340 h 598959"/>
                <a:gd name="connsiteX68" fmla="*/ 527182 w 609614"/>
                <a:gd name="connsiteY68" fmla="*/ 220661 h 598959"/>
                <a:gd name="connsiteX69" fmla="*/ 519714 w 609614"/>
                <a:gd name="connsiteY69" fmla="*/ 216059 h 598959"/>
                <a:gd name="connsiteX70" fmla="*/ 89955 w 609614"/>
                <a:gd name="connsiteY70" fmla="*/ 216059 h 598959"/>
                <a:gd name="connsiteX71" fmla="*/ 82397 w 609614"/>
                <a:gd name="connsiteY71" fmla="*/ 220753 h 598959"/>
                <a:gd name="connsiteX72" fmla="*/ 58526 w 609614"/>
                <a:gd name="connsiteY72" fmla="*/ 268340 h 598959"/>
                <a:gd name="connsiteX73" fmla="*/ 39355 w 609614"/>
                <a:gd name="connsiteY73" fmla="*/ 364341 h 598959"/>
                <a:gd name="connsiteX74" fmla="*/ 39355 w 609614"/>
                <a:gd name="connsiteY74" fmla="*/ 489980 h 598959"/>
                <a:gd name="connsiteX75" fmla="*/ 47374 w 609614"/>
                <a:gd name="connsiteY75" fmla="*/ 530203 h 598959"/>
                <a:gd name="connsiteX76" fmla="*/ 98342 w 609614"/>
                <a:gd name="connsiteY76" fmla="*/ 530203 h 598959"/>
                <a:gd name="connsiteX77" fmla="*/ 98342 w 609614"/>
                <a:gd name="connsiteY77" fmla="*/ 458501 h 598959"/>
                <a:gd name="connsiteX78" fmla="*/ 118988 w 609614"/>
                <a:gd name="connsiteY78" fmla="*/ 427575 h 598959"/>
                <a:gd name="connsiteX79" fmla="*/ 144333 w 609614"/>
                <a:gd name="connsiteY79" fmla="*/ 360015 h 598959"/>
                <a:gd name="connsiteX80" fmla="*/ 147467 w 609614"/>
                <a:gd name="connsiteY80" fmla="*/ 342895 h 598959"/>
                <a:gd name="connsiteX81" fmla="*/ 138435 w 609614"/>
                <a:gd name="connsiteY81" fmla="*/ 333875 h 598959"/>
                <a:gd name="connsiteX82" fmla="*/ 130785 w 609614"/>
                <a:gd name="connsiteY82" fmla="*/ 338201 h 598959"/>
                <a:gd name="connsiteX83" fmla="*/ 97513 w 609614"/>
                <a:gd name="connsiteY83" fmla="*/ 393519 h 598959"/>
                <a:gd name="connsiteX84" fmla="*/ 78618 w 609614"/>
                <a:gd name="connsiteY84" fmla="*/ 355873 h 598959"/>
                <a:gd name="connsiteX85" fmla="*/ 78618 w 609614"/>
                <a:gd name="connsiteY85" fmla="*/ 272666 h 598959"/>
                <a:gd name="connsiteX86" fmla="*/ 94287 w 609614"/>
                <a:gd name="connsiteY86" fmla="*/ 241371 h 598959"/>
                <a:gd name="connsiteX87" fmla="*/ 98342 w 609614"/>
                <a:gd name="connsiteY87" fmla="*/ 224435 h 598959"/>
                <a:gd name="connsiteX88" fmla="*/ 89955 w 609614"/>
                <a:gd name="connsiteY88" fmla="*/ 216059 h 598959"/>
                <a:gd name="connsiteX89" fmla="*/ 519714 w 609614"/>
                <a:gd name="connsiteY89" fmla="*/ 196454 h 598959"/>
                <a:gd name="connsiteX90" fmla="*/ 544794 w 609614"/>
                <a:gd name="connsiteY90" fmla="*/ 211917 h 598959"/>
                <a:gd name="connsiteX91" fmla="*/ 570150 w 609614"/>
                <a:gd name="connsiteY91" fmla="*/ 263185 h 598959"/>
                <a:gd name="connsiteX92" fmla="*/ 589974 w 609614"/>
                <a:gd name="connsiteY92" fmla="*/ 363328 h 598959"/>
                <a:gd name="connsiteX93" fmla="*/ 589790 w 609614"/>
                <a:gd name="connsiteY93" fmla="*/ 492925 h 598959"/>
                <a:gd name="connsiteX94" fmla="*/ 582321 w 609614"/>
                <a:gd name="connsiteY94" fmla="*/ 530203 h 598959"/>
                <a:gd name="connsiteX95" fmla="*/ 609614 w 609614"/>
                <a:gd name="connsiteY95" fmla="*/ 530203 h 598959"/>
                <a:gd name="connsiteX96" fmla="*/ 609614 w 609614"/>
                <a:gd name="connsiteY96" fmla="*/ 598959 h 598959"/>
                <a:gd name="connsiteX97" fmla="*/ 462085 w 609614"/>
                <a:gd name="connsiteY97" fmla="*/ 598959 h 598959"/>
                <a:gd name="connsiteX98" fmla="*/ 462085 w 609614"/>
                <a:gd name="connsiteY98" fmla="*/ 530203 h 598959"/>
                <a:gd name="connsiteX99" fmla="*/ 491591 w 609614"/>
                <a:gd name="connsiteY99" fmla="*/ 530203 h 598959"/>
                <a:gd name="connsiteX100" fmla="*/ 491591 w 609614"/>
                <a:gd name="connsiteY100" fmla="*/ 464484 h 598959"/>
                <a:gd name="connsiteX101" fmla="*/ 472597 w 609614"/>
                <a:gd name="connsiteY101" fmla="*/ 435490 h 598959"/>
                <a:gd name="connsiteX102" fmla="*/ 446779 w 609614"/>
                <a:gd name="connsiteY102" fmla="*/ 366918 h 598959"/>
                <a:gd name="connsiteX103" fmla="*/ 442445 w 609614"/>
                <a:gd name="connsiteY103" fmla="*/ 342895 h 598959"/>
                <a:gd name="connsiteX104" fmla="*/ 471121 w 609614"/>
                <a:gd name="connsiteY104" fmla="*/ 314269 h 598959"/>
                <a:gd name="connsiteX105" fmla="*/ 495740 w 609614"/>
                <a:gd name="connsiteY105" fmla="*/ 328168 h 598959"/>
                <a:gd name="connsiteX106" fmla="*/ 510493 w 609614"/>
                <a:gd name="connsiteY106" fmla="*/ 352743 h 598959"/>
                <a:gd name="connsiteX107" fmla="*/ 511323 w 609614"/>
                <a:gd name="connsiteY107" fmla="*/ 351179 h 598959"/>
                <a:gd name="connsiteX108" fmla="*/ 511323 w 609614"/>
                <a:gd name="connsiteY108" fmla="*/ 320896 h 598959"/>
                <a:gd name="connsiteX109" fmla="*/ 479328 w 609614"/>
                <a:gd name="connsiteY109" fmla="*/ 308102 h 598959"/>
                <a:gd name="connsiteX110" fmla="*/ 462085 w 609614"/>
                <a:gd name="connsiteY110" fmla="*/ 282791 h 598959"/>
                <a:gd name="connsiteX111" fmla="*/ 473519 w 609614"/>
                <a:gd name="connsiteY111" fmla="*/ 260608 h 598959"/>
                <a:gd name="connsiteX112" fmla="*/ 498230 w 609614"/>
                <a:gd name="connsiteY112" fmla="*/ 256926 h 598959"/>
                <a:gd name="connsiteX113" fmla="*/ 501641 w 609614"/>
                <a:gd name="connsiteY113" fmla="*/ 258031 h 598959"/>
                <a:gd name="connsiteX114" fmla="*/ 497676 w 609614"/>
                <a:gd name="connsiteY114" fmla="*/ 250115 h 598959"/>
                <a:gd name="connsiteX115" fmla="*/ 491591 w 609614"/>
                <a:gd name="connsiteY115" fmla="*/ 224435 h 598959"/>
                <a:gd name="connsiteX116" fmla="*/ 519714 w 609614"/>
                <a:gd name="connsiteY116" fmla="*/ 196454 h 598959"/>
                <a:gd name="connsiteX117" fmla="*/ 89955 w 609614"/>
                <a:gd name="connsiteY117" fmla="*/ 196454 h 598959"/>
                <a:gd name="connsiteX118" fmla="*/ 117974 w 609614"/>
                <a:gd name="connsiteY118" fmla="*/ 224435 h 598959"/>
                <a:gd name="connsiteX119" fmla="*/ 111891 w 609614"/>
                <a:gd name="connsiteY119" fmla="*/ 250115 h 598959"/>
                <a:gd name="connsiteX120" fmla="*/ 107927 w 609614"/>
                <a:gd name="connsiteY120" fmla="*/ 258031 h 598959"/>
                <a:gd name="connsiteX121" fmla="*/ 111430 w 609614"/>
                <a:gd name="connsiteY121" fmla="*/ 256926 h 598959"/>
                <a:gd name="connsiteX122" fmla="*/ 136038 w 609614"/>
                <a:gd name="connsiteY122" fmla="*/ 260608 h 598959"/>
                <a:gd name="connsiteX123" fmla="*/ 147467 w 609614"/>
                <a:gd name="connsiteY123" fmla="*/ 282791 h 598959"/>
                <a:gd name="connsiteX124" fmla="*/ 130232 w 609614"/>
                <a:gd name="connsiteY124" fmla="*/ 308102 h 598959"/>
                <a:gd name="connsiteX125" fmla="*/ 98342 w 609614"/>
                <a:gd name="connsiteY125" fmla="*/ 320896 h 598959"/>
                <a:gd name="connsiteX126" fmla="*/ 98342 w 609614"/>
                <a:gd name="connsiteY126" fmla="*/ 351179 h 598959"/>
                <a:gd name="connsiteX127" fmla="*/ 99079 w 609614"/>
                <a:gd name="connsiteY127" fmla="*/ 352743 h 598959"/>
                <a:gd name="connsiteX128" fmla="*/ 113918 w 609614"/>
                <a:gd name="connsiteY128" fmla="*/ 328168 h 598959"/>
                <a:gd name="connsiteX129" fmla="*/ 138435 w 609614"/>
                <a:gd name="connsiteY129" fmla="*/ 314269 h 598959"/>
                <a:gd name="connsiteX130" fmla="*/ 167099 w 609614"/>
                <a:gd name="connsiteY130" fmla="*/ 342895 h 598959"/>
                <a:gd name="connsiteX131" fmla="*/ 162767 w 609614"/>
                <a:gd name="connsiteY131" fmla="*/ 366918 h 598959"/>
                <a:gd name="connsiteX132" fmla="*/ 135946 w 609614"/>
                <a:gd name="connsiteY132" fmla="*/ 437515 h 598959"/>
                <a:gd name="connsiteX133" fmla="*/ 117974 w 609614"/>
                <a:gd name="connsiteY133" fmla="*/ 464484 h 598959"/>
                <a:gd name="connsiteX134" fmla="*/ 117974 w 609614"/>
                <a:gd name="connsiteY134" fmla="*/ 530203 h 598959"/>
                <a:gd name="connsiteX135" fmla="*/ 147467 w 609614"/>
                <a:gd name="connsiteY135" fmla="*/ 530203 h 598959"/>
                <a:gd name="connsiteX136" fmla="*/ 147467 w 609614"/>
                <a:gd name="connsiteY136" fmla="*/ 598959 h 598959"/>
                <a:gd name="connsiteX137" fmla="*/ 0 w 609614"/>
                <a:gd name="connsiteY137" fmla="*/ 598959 h 598959"/>
                <a:gd name="connsiteX138" fmla="*/ 0 w 609614"/>
                <a:gd name="connsiteY138" fmla="*/ 530203 h 598959"/>
                <a:gd name="connsiteX139" fmla="*/ 27373 w 609614"/>
                <a:gd name="connsiteY139" fmla="*/ 530203 h 598959"/>
                <a:gd name="connsiteX140" fmla="*/ 19631 w 609614"/>
                <a:gd name="connsiteY140" fmla="*/ 490992 h 598959"/>
                <a:gd name="connsiteX141" fmla="*/ 19816 w 609614"/>
                <a:gd name="connsiteY141" fmla="*/ 361395 h 598959"/>
                <a:gd name="connsiteX142" fmla="*/ 40369 w 609614"/>
                <a:gd name="connsiteY142" fmla="*/ 260792 h 598959"/>
                <a:gd name="connsiteX143" fmla="*/ 64793 w 609614"/>
                <a:gd name="connsiteY143" fmla="*/ 211917 h 598959"/>
                <a:gd name="connsiteX144" fmla="*/ 89955 w 609614"/>
                <a:gd name="connsiteY144" fmla="*/ 196454 h 598959"/>
                <a:gd name="connsiteX145" fmla="*/ 304935 w 609614"/>
                <a:gd name="connsiteY145" fmla="*/ 137518 h 598959"/>
                <a:gd name="connsiteX146" fmla="*/ 295164 w 609614"/>
                <a:gd name="connsiteY146" fmla="*/ 147275 h 598959"/>
                <a:gd name="connsiteX147" fmla="*/ 304935 w 609614"/>
                <a:gd name="connsiteY147" fmla="*/ 157125 h 598959"/>
                <a:gd name="connsiteX148" fmla="*/ 314798 w 609614"/>
                <a:gd name="connsiteY148" fmla="*/ 147275 h 598959"/>
                <a:gd name="connsiteX149" fmla="*/ 304935 w 609614"/>
                <a:gd name="connsiteY149" fmla="*/ 137518 h 598959"/>
                <a:gd name="connsiteX150" fmla="*/ 304935 w 609614"/>
                <a:gd name="connsiteY150" fmla="*/ 78608 h 598959"/>
                <a:gd name="connsiteX151" fmla="*/ 236171 w 609614"/>
                <a:gd name="connsiteY151" fmla="*/ 147275 h 598959"/>
                <a:gd name="connsiteX152" fmla="*/ 270553 w 609614"/>
                <a:gd name="connsiteY152" fmla="*/ 206738 h 598959"/>
                <a:gd name="connsiteX153" fmla="*/ 275438 w 609614"/>
                <a:gd name="connsiteY153" fmla="*/ 209591 h 598959"/>
                <a:gd name="connsiteX154" fmla="*/ 275438 w 609614"/>
                <a:gd name="connsiteY154" fmla="*/ 235641 h 598959"/>
                <a:gd name="connsiteX155" fmla="*/ 295164 w 609614"/>
                <a:gd name="connsiteY155" fmla="*/ 235641 h 598959"/>
                <a:gd name="connsiteX156" fmla="*/ 295164 w 609614"/>
                <a:gd name="connsiteY156" fmla="*/ 174982 h 598959"/>
                <a:gd name="connsiteX157" fmla="*/ 275438 w 609614"/>
                <a:gd name="connsiteY157" fmla="*/ 147275 h 598959"/>
                <a:gd name="connsiteX158" fmla="*/ 304935 w 609614"/>
                <a:gd name="connsiteY158" fmla="*/ 117820 h 598959"/>
                <a:gd name="connsiteX159" fmla="*/ 334431 w 609614"/>
                <a:gd name="connsiteY159" fmla="*/ 147275 h 598959"/>
                <a:gd name="connsiteX160" fmla="*/ 314798 w 609614"/>
                <a:gd name="connsiteY160" fmla="*/ 174982 h 598959"/>
                <a:gd name="connsiteX161" fmla="*/ 314798 w 609614"/>
                <a:gd name="connsiteY161" fmla="*/ 235641 h 598959"/>
                <a:gd name="connsiteX162" fmla="*/ 334431 w 609614"/>
                <a:gd name="connsiteY162" fmla="*/ 235641 h 598959"/>
                <a:gd name="connsiteX163" fmla="*/ 334431 w 609614"/>
                <a:gd name="connsiteY163" fmla="*/ 209591 h 598959"/>
                <a:gd name="connsiteX164" fmla="*/ 339409 w 609614"/>
                <a:gd name="connsiteY164" fmla="*/ 206738 h 598959"/>
                <a:gd name="connsiteX165" fmla="*/ 373790 w 609614"/>
                <a:gd name="connsiteY165" fmla="*/ 147275 h 598959"/>
                <a:gd name="connsiteX166" fmla="*/ 304935 w 609614"/>
                <a:gd name="connsiteY166" fmla="*/ 78608 h 598959"/>
                <a:gd name="connsiteX167" fmla="*/ 294980 w 609614"/>
                <a:gd name="connsiteY167" fmla="*/ 19698 h 598959"/>
                <a:gd name="connsiteX168" fmla="*/ 294980 w 609614"/>
                <a:gd name="connsiteY168" fmla="*/ 39580 h 598959"/>
                <a:gd name="connsiteX169" fmla="*/ 286776 w 609614"/>
                <a:gd name="connsiteY169" fmla="*/ 40961 h 598959"/>
                <a:gd name="connsiteX170" fmla="*/ 242255 w 609614"/>
                <a:gd name="connsiteY170" fmla="*/ 59370 h 598959"/>
                <a:gd name="connsiteX171" fmla="*/ 235434 w 609614"/>
                <a:gd name="connsiteY171" fmla="*/ 64157 h 598959"/>
                <a:gd name="connsiteX172" fmla="*/ 221331 w 609614"/>
                <a:gd name="connsiteY172" fmla="*/ 50074 h 598959"/>
                <a:gd name="connsiteX173" fmla="*/ 207504 w 609614"/>
                <a:gd name="connsiteY173" fmla="*/ 63973 h 598959"/>
                <a:gd name="connsiteX174" fmla="*/ 221515 w 609614"/>
                <a:gd name="connsiteY174" fmla="*/ 78056 h 598959"/>
                <a:gd name="connsiteX175" fmla="*/ 216722 w 609614"/>
                <a:gd name="connsiteY175" fmla="*/ 84775 h 598959"/>
                <a:gd name="connsiteX176" fmla="*/ 198287 w 609614"/>
                <a:gd name="connsiteY176" fmla="*/ 129326 h 598959"/>
                <a:gd name="connsiteX177" fmla="*/ 196904 w 609614"/>
                <a:gd name="connsiteY177" fmla="*/ 137518 h 598959"/>
                <a:gd name="connsiteX178" fmla="*/ 176994 w 609614"/>
                <a:gd name="connsiteY178" fmla="*/ 137518 h 598959"/>
                <a:gd name="connsiteX179" fmla="*/ 176994 w 609614"/>
                <a:gd name="connsiteY179" fmla="*/ 157125 h 598959"/>
                <a:gd name="connsiteX180" fmla="*/ 196904 w 609614"/>
                <a:gd name="connsiteY180" fmla="*/ 157125 h 598959"/>
                <a:gd name="connsiteX181" fmla="*/ 198287 w 609614"/>
                <a:gd name="connsiteY181" fmla="*/ 165317 h 598959"/>
                <a:gd name="connsiteX182" fmla="*/ 216722 w 609614"/>
                <a:gd name="connsiteY182" fmla="*/ 209776 h 598959"/>
                <a:gd name="connsiteX183" fmla="*/ 221515 w 609614"/>
                <a:gd name="connsiteY183" fmla="*/ 216587 h 598959"/>
                <a:gd name="connsiteX184" fmla="*/ 207504 w 609614"/>
                <a:gd name="connsiteY184" fmla="*/ 230578 h 598959"/>
                <a:gd name="connsiteX185" fmla="*/ 221423 w 609614"/>
                <a:gd name="connsiteY185" fmla="*/ 244477 h 598959"/>
                <a:gd name="connsiteX186" fmla="*/ 235434 w 609614"/>
                <a:gd name="connsiteY186" fmla="*/ 230394 h 598959"/>
                <a:gd name="connsiteX187" fmla="*/ 242255 w 609614"/>
                <a:gd name="connsiteY187" fmla="*/ 235273 h 598959"/>
                <a:gd name="connsiteX188" fmla="*/ 248246 w 609614"/>
                <a:gd name="connsiteY188" fmla="*/ 239139 h 598959"/>
                <a:gd name="connsiteX189" fmla="*/ 255805 w 609614"/>
                <a:gd name="connsiteY189" fmla="*/ 236193 h 598959"/>
                <a:gd name="connsiteX190" fmla="*/ 255805 w 609614"/>
                <a:gd name="connsiteY190" fmla="*/ 220637 h 598959"/>
                <a:gd name="connsiteX191" fmla="*/ 216446 w 609614"/>
                <a:gd name="connsiteY191" fmla="*/ 147275 h 598959"/>
                <a:gd name="connsiteX192" fmla="*/ 304935 w 609614"/>
                <a:gd name="connsiteY192" fmla="*/ 58910 h 598959"/>
                <a:gd name="connsiteX193" fmla="*/ 393424 w 609614"/>
                <a:gd name="connsiteY193" fmla="*/ 147275 h 598959"/>
                <a:gd name="connsiteX194" fmla="*/ 354157 w 609614"/>
                <a:gd name="connsiteY194" fmla="*/ 220729 h 598959"/>
                <a:gd name="connsiteX195" fmla="*/ 354157 w 609614"/>
                <a:gd name="connsiteY195" fmla="*/ 236193 h 598959"/>
                <a:gd name="connsiteX196" fmla="*/ 361531 w 609614"/>
                <a:gd name="connsiteY196" fmla="*/ 239046 h 598959"/>
                <a:gd name="connsiteX197" fmla="*/ 367430 w 609614"/>
                <a:gd name="connsiteY197" fmla="*/ 235273 h 598959"/>
                <a:gd name="connsiteX198" fmla="*/ 374159 w 609614"/>
                <a:gd name="connsiteY198" fmla="*/ 230394 h 598959"/>
                <a:gd name="connsiteX199" fmla="*/ 388262 w 609614"/>
                <a:gd name="connsiteY199" fmla="*/ 244477 h 598959"/>
                <a:gd name="connsiteX200" fmla="*/ 402181 w 609614"/>
                <a:gd name="connsiteY200" fmla="*/ 230578 h 598959"/>
                <a:gd name="connsiteX201" fmla="*/ 388078 w 609614"/>
                <a:gd name="connsiteY201" fmla="*/ 216587 h 598959"/>
                <a:gd name="connsiteX202" fmla="*/ 392871 w 609614"/>
                <a:gd name="connsiteY202" fmla="*/ 209776 h 598959"/>
                <a:gd name="connsiteX203" fmla="*/ 411306 w 609614"/>
                <a:gd name="connsiteY203" fmla="*/ 165317 h 598959"/>
                <a:gd name="connsiteX204" fmla="*/ 412689 w 609614"/>
                <a:gd name="connsiteY204" fmla="*/ 157125 h 598959"/>
                <a:gd name="connsiteX205" fmla="*/ 432599 w 609614"/>
                <a:gd name="connsiteY205" fmla="*/ 157125 h 598959"/>
                <a:gd name="connsiteX206" fmla="*/ 432599 w 609614"/>
                <a:gd name="connsiteY206" fmla="*/ 137518 h 598959"/>
                <a:gd name="connsiteX207" fmla="*/ 412689 w 609614"/>
                <a:gd name="connsiteY207" fmla="*/ 137518 h 598959"/>
                <a:gd name="connsiteX208" fmla="*/ 411306 w 609614"/>
                <a:gd name="connsiteY208" fmla="*/ 129326 h 598959"/>
                <a:gd name="connsiteX209" fmla="*/ 392871 w 609614"/>
                <a:gd name="connsiteY209" fmla="*/ 84775 h 598959"/>
                <a:gd name="connsiteX210" fmla="*/ 388078 w 609614"/>
                <a:gd name="connsiteY210" fmla="*/ 78056 h 598959"/>
                <a:gd name="connsiteX211" fmla="*/ 402181 w 609614"/>
                <a:gd name="connsiteY211" fmla="*/ 63973 h 598959"/>
                <a:gd name="connsiteX212" fmla="*/ 388262 w 609614"/>
                <a:gd name="connsiteY212" fmla="*/ 50074 h 598959"/>
                <a:gd name="connsiteX213" fmla="*/ 374159 w 609614"/>
                <a:gd name="connsiteY213" fmla="*/ 64157 h 598959"/>
                <a:gd name="connsiteX214" fmla="*/ 367430 w 609614"/>
                <a:gd name="connsiteY214" fmla="*/ 59370 h 598959"/>
                <a:gd name="connsiteX215" fmla="*/ 322817 w 609614"/>
                <a:gd name="connsiteY215" fmla="*/ 40961 h 598959"/>
                <a:gd name="connsiteX216" fmla="*/ 314613 w 609614"/>
                <a:gd name="connsiteY216" fmla="*/ 39580 h 598959"/>
                <a:gd name="connsiteX217" fmla="*/ 314613 w 609614"/>
                <a:gd name="connsiteY217" fmla="*/ 19698 h 598959"/>
                <a:gd name="connsiteX218" fmla="*/ 275346 w 609614"/>
                <a:gd name="connsiteY218" fmla="*/ 0 h 598959"/>
                <a:gd name="connsiteX219" fmla="*/ 334339 w 609614"/>
                <a:gd name="connsiteY219" fmla="*/ 0 h 598959"/>
                <a:gd name="connsiteX220" fmla="*/ 334339 w 609614"/>
                <a:gd name="connsiteY220" fmla="*/ 23196 h 598959"/>
                <a:gd name="connsiteX221" fmla="*/ 371855 w 609614"/>
                <a:gd name="connsiteY221" fmla="*/ 38752 h 598959"/>
                <a:gd name="connsiteX222" fmla="*/ 388262 w 609614"/>
                <a:gd name="connsiteY222" fmla="*/ 22367 h 598959"/>
                <a:gd name="connsiteX223" fmla="*/ 429925 w 609614"/>
                <a:gd name="connsiteY223" fmla="*/ 63973 h 598959"/>
                <a:gd name="connsiteX224" fmla="*/ 413518 w 609614"/>
                <a:gd name="connsiteY224" fmla="*/ 80357 h 598959"/>
                <a:gd name="connsiteX225" fmla="*/ 429096 w 609614"/>
                <a:gd name="connsiteY225" fmla="*/ 117820 h 598959"/>
                <a:gd name="connsiteX226" fmla="*/ 452324 w 609614"/>
                <a:gd name="connsiteY226" fmla="*/ 117820 h 598959"/>
                <a:gd name="connsiteX227" fmla="*/ 452324 w 609614"/>
                <a:gd name="connsiteY227" fmla="*/ 176731 h 598959"/>
                <a:gd name="connsiteX228" fmla="*/ 429096 w 609614"/>
                <a:gd name="connsiteY228" fmla="*/ 176731 h 598959"/>
                <a:gd name="connsiteX229" fmla="*/ 413518 w 609614"/>
                <a:gd name="connsiteY229" fmla="*/ 214194 h 598959"/>
                <a:gd name="connsiteX230" fmla="*/ 429925 w 609614"/>
                <a:gd name="connsiteY230" fmla="*/ 230578 h 598959"/>
                <a:gd name="connsiteX231" fmla="*/ 388262 w 609614"/>
                <a:gd name="connsiteY231" fmla="*/ 272276 h 598959"/>
                <a:gd name="connsiteX232" fmla="*/ 373514 w 609614"/>
                <a:gd name="connsiteY232" fmla="*/ 257548 h 598959"/>
                <a:gd name="connsiteX233" fmla="*/ 373790 w 609614"/>
                <a:gd name="connsiteY233" fmla="*/ 260217 h 598959"/>
                <a:gd name="connsiteX234" fmla="*/ 362268 w 609614"/>
                <a:gd name="connsiteY234" fmla="*/ 280928 h 598959"/>
                <a:gd name="connsiteX235" fmla="*/ 363928 w 609614"/>
                <a:gd name="connsiteY235" fmla="*/ 289672 h 598959"/>
                <a:gd name="connsiteX236" fmla="*/ 339409 w 609614"/>
                <a:gd name="connsiteY236" fmla="*/ 314157 h 598959"/>
                <a:gd name="connsiteX237" fmla="*/ 270553 w 609614"/>
                <a:gd name="connsiteY237" fmla="*/ 314157 h 598959"/>
                <a:gd name="connsiteX238" fmla="*/ 245942 w 609614"/>
                <a:gd name="connsiteY238" fmla="*/ 289672 h 598959"/>
                <a:gd name="connsiteX239" fmla="*/ 247693 w 609614"/>
                <a:gd name="connsiteY239" fmla="*/ 280928 h 598959"/>
                <a:gd name="connsiteX240" fmla="*/ 236171 w 609614"/>
                <a:gd name="connsiteY240" fmla="*/ 260217 h 598959"/>
                <a:gd name="connsiteX241" fmla="*/ 236448 w 609614"/>
                <a:gd name="connsiteY241" fmla="*/ 257180 h 598959"/>
                <a:gd name="connsiteX242" fmla="*/ 221331 w 609614"/>
                <a:gd name="connsiteY242" fmla="*/ 272276 h 598959"/>
                <a:gd name="connsiteX243" fmla="*/ 179667 w 609614"/>
                <a:gd name="connsiteY243" fmla="*/ 230578 h 598959"/>
                <a:gd name="connsiteX244" fmla="*/ 196075 w 609614"/>
                <a:gd name="connsiteY244" fmla="*/ 214194 h 598959"/>
                <a:gd name="connsiteX245" fmla="*/ 180589 w 609614"/>
                <a:gd name="connsiteY245" fmla="*/ 176731 h 598959"/>
                <a:gd name="connsiteX246" fmla="*/ 157361 w 609614"/>
                <a:gd name="connsiteY246" fmla="*/ 176731 h 598959"/>
                <a:gd name="connsiteX247" fmla="*/ 157361 w 609614"/>
                <a:gd name="connsiteY247" fmla="*/ 117820 h 598959"/>
                <a:gd name="connsiteX248" fmla="*/ 180589 w 609614"/>
                <a:gd name="connsiteY248" fmla="*/ 117820 h 598959"/>
                <a:gd name="connsiteX249" fmla="*/ 196075 w 609614"/>
                <a:gd name="connsiteY249" fmla="*/ 80357 h 598959"/>
                <a:gd name="connsiteX250" fmla="*/ 179667 w 609614"/>
                <a:gd name="connsiteY250" fmla="*/ 63973 h 598959"/>
                <a:gd name="connsiteX251" fmla="*/ 221423 w 609614"/>
                <a:gd name="connsiteY251" fmla="*/ 22367 h 598959"/>
                <a:gd name="connsiteX252" fmla="*/ 237830 w 609614"/>
                <a:gd name="connsiteY252" fmla="*/ 38752 h 598959"/>
                <a:gd name="connsiteX253" fmla="*/ 275346 w 609614"/>
                <a:gd name="connsiteY253" fmla="*/ 23196 h 598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Lst>
              <a:rect l="l" t="t" r="r" b="b"/>
              <a:pathLst>
                <a:path w="609614" h="598959">
                  <a:moveTo>
                    <a:pt x="481817" y="549900"/>
                  </a:moveTo>
                  <a:lnTo>
                    <a:pt x="481817" y="579354"/>
                  </a:lnTo>
                  <a:lnTo>
                    <a:pt x="589974" y="579354"/>
                  </a:lnTo>
                  <a:lnTo>
                    <a:pt x="589974" y="549900"/>
                  </a:lnTo>
                  <a:close/>
                  <a:moveTo>
                    <a:pt x="19631" y="549900"/>
                  </a:moveTo>
                  <a:lnTo>
                    <a:pt x="19631" y="579354"/>
                  </a:lnTo>
                  <a:lnTo>
                    <a:pt x="127836" y="579354"/>
                  </a:lnTo>
                  <a:lnTo>
                    <a:pt x="127836" y="549900"/>
                  </a:lnTo>
                  <a:close/>
                  <a:moveTo>
                    <a:pt x="294963" y="451689"/>
                  </a:moveTo>
                  <a:lnTo>
                    <a:pt x="314651" y="451689"/>
                  </a:lnTo>
                  <a:lnTo>
                    <a:pt x="314651" y="471306"/>
                  </a:lnTo>
                  <a:lnTo>
                    <a:pt x="294963" y="471306"/>
                  </a:lnTo>
                  <a:close/>
                  <a:moveTo>
                    <a:pt x="294963" y="412384"/>
                  </a:moveTo>
                  <a:lnTo>
                    <a:pt x="314651" y="412384"/>
                  </a:lnTo>
                  <a:lnTo>
                    <a:pt x="314651" y="432072"/>
                  </a:lnTo>
                  <a:lnTo>
                    <a:pt x="294963" y="432072"/>
                  </a:lnTo>
                  <a:close/>
                  <a:moveTo>
                    <a:pt x="294963" y="373150"/>
                  </a:moveTo>
                  <a:lnTo>
                    <a:pt x="314651" y="373150"/>
                  </a:lnTo>
                  <a:lnTo>
                    <a:pt x="314651" y="392767"/>
                  </a:lnTo>
                  <a:lnTo>
                    <a:pt x="294963" y="392767"/>
                  </a:lnTo>
                  <a:close/>
                  <a:moveTo>
                    <a:pt x="294963" y="333845"/>
                  </a:moveTo>
                  <a:lnTo>
                    <a:pt x="314651" y="333845"/>
                  </a:lnTo>
                  <a:lnTo>
                    <a:pt x="314651" y="353462"/>
                  </a:lnTo>
                  <a:lnTo>
                    <a:pt x="294963" y="353462"/>
                  </a:lnTo>
                  <a:close/>
                  <a:moveTo>
                    <a:pt x="270553" y="284794"/>
                  </a:moveTo>
                  <a:cubicBezTo>
                    <a:pt x="267880" y="284794"/>
                    <a:pt x="265667" y="287003"/>
                    <a:pt x="265667" y="289672"/>
                  </a:cubicBezTo>
                  <a:cubicBezTo>
                    <a:pt x="265667" y="292342"/>
                    <a:pt x="267880" y="294551"/>
                    <a:pt x="270553" y="294551"/>
                  </a:cubicBezTo>
                  <a:lnTo>
                    <a:pt x="339409" y="294551"/>
                  </a:lnTo>
                  <a:cubicBezTo>
                    <a:pt x="342082" y="294551"/>
                    <a:pt x="344294" y="292342"/>
                    <a:pt x="344294" y="289672"/>
                  </a:cubicBezTo>
                  <a:cubicBezTo>
                    <a:pt x="344294" y="287003"/>
                    <a:pt x="342082" y="284794"/>
                    <a:pt x="339409" y="284794"/>
                  </a:cubicBezTo>
                  <a:close/>
                  <a:moveTo>
                    <a:pt x="491868" y="275519"/>
                  </a:moveTo>
                  <a:cubicBezTo>
                    <a:pt x="489562" y="274691"/>
                    <a:pt x="486981" y="275059"/>
                    <a:pt x="484952" y="276532"/>
                  </a:cubicBezTo>
                  <a:cubicBezTo>
                    <a:pt x="482924" y="278004"/>
                    <a:pt x="481817" y="280305"/>
                    <a:pt x="481817" y="282791"/>
                  </a:cubicBezTo>
                  <a:cubicBezTo>
                    <a:pt x="481817" y="285920"/>
                    <a:pt x="483661" y="288681"/>
                    <a:pt x="486612" y="289878"/>
                  </a:cubicBezTo>
                  <a:lnTo>
                    <a:pt x="511323" y="299726"/>
                  </a:lnTo>
                  <a:lnTo>
                    <a:pt x="511323" y="282054"/>
                  </a:lnTo>
                  <a:close/>
                  <a:moveTo>
                    <a:pt x="117697" y="275519"/>
                  </a:moveTo>
                  <a:lnTo>
                    <a:pt x="98342" y="282054"/>
                  </a:lnTo>
                  <a:lnTo>
                    <a:pt x="98342" y="299726"/>
                  </a:lnTo>
                  <a:lnTo>
                    <a:pt x="122951" y="289878"/>
                  </a:lnTo>
                  <a:cubicBezTo>
                    <a:pt x="125900" y="288681"/>
                    <a:pt x="127836" y="285920"/>
                    <a:pt x="127836" y="282791"/>
                  </a:cubicBezTo>
                  <a:cubicBezTo>
                    <a:pt x="127836" y="280305"/>
                    <a:pt x="126637" y="278004"/>
                    <a:pt x="124610" y="276532"/>
                  </a:cubicBezTo>
                  <a:cubicBezTo>
                    <a:pt x="122582" y="275059"/>
                    <a:pt x="120094" y="274691"/>
                    <a:pt x="117697" y="275519"/>
                  </a:cubicBezTo>
                  <a:close/>
                  <a:moveTo>
                    <a:pt x="260690" y="255339"/>
                  </a:moveTo>
                  <a:cubicBezTo>
                    <a:pt x="258017" y="255339"/>
                    <a:pt x="255805" y="257548"/>
                    <a:pt x="255805" y="260217"/>
                  </a:cubicBezTo>
                  <a:cubicBezTo>
                    <a:pt x="255805" y="262887"/>
                    <a:pt x="258017" y="265096"/>
                    <a:pt x="260690" y="265096"/>
                  </a:cubicBezTo>
                  <a:lnTo>
                    <a:pt x="270553" y="265096"/>
                  </a:lnTo>
                  <a:lnTo>
                    <a:pt x="339409" y="265096"/>
                  </a:lnTo>
                  <a:lnTo>
                    <a:pt x="349179" y="265096"/>
                  </a:lnTo>
                  <a:cubicBezTo>
                    <a:pt x="351945" y="265096"/>
                    <a:pt x="354157" y="262887"/>
                    <a:pt x="354157" y="260217"/>
                  </a:cubicBezTo>
                  <a:cubicBezTo>
                    <a:pt x="354157" y="257548"/>
                    <a:pt x="351945" y="255339"/>
                    <a:pt x="349179" y="255339"/>
                  </a:cubicBezTo>
                  <a:close/>
                  <a:moveTo>
                    <a:pt x="519714" y="216059"/>
                  </a:moveTo>
                  <a:cubicBezTo>
                    <a:pt x="515103" y="216059"/>
                    <a:pt x="511323" y="219833"/>
                    <a:pt x="511323" y="224435"/>
                  </a:cubicBezTo>
                  <a:cubicBezTo>
                    <a:pt x="511323" y="230234"/>
                    <a:pt x="512706" y="236125"/>
                    <a:pt x="515288" y="241371"/>
                  </a:cubicBezTo>
                  <a:lnTo>
                    <a:pt x="530963" y="272666"/>
                  </a:lnTo>
                  <a:lnTo>
                    <a:pt x="530963" y="355873"/>
                  </a:lnTo>
                  <a:lnTo>
                    <a:pt x="512061" y="393519"/>
                  </a:lnTo>
                  <a:lnTo>
                    <a:pt x="478867" y="338201"/>
                  </a:lnTo>
                  <a:cubicBezTo>
                    <a:pt x="477207" y="335531"/>
                    <a:pt x="474256" y="333875"/>
                    <a:pt x="471121" y="333875"/>
                  </a:cubicBezTo>
                  <a:cubicBezTo>
                    <a:pt x="466142" y="333875"/>
                    <a:pt x="462085" y="337924"/>
                    <a:pt x="462085" y="342895"/>
                  </a:cubicBezTo>
                  <a:cubicBezTo>
                    <a:pt x="462085" y="348786"/>
                    <a:pt x="463192" y="354492"/>
                    <a:pt x="465220" y="360015"/>
                  </a:cubicBezTo>
                  <a:lnTo>
                    <a:pt x="490577" y="427575"/>
                  </a:lnTo>
                  <a:lnTo>
                    <a:pt x="511323" y="458501"/>
                  </a:lnTo>
                  <a:lnTo>
                    <a:pt x="511323" y="530203"/>
                  </a:lnTo>
                  <a:lnTo>
                    <a:pt x="562220" y="530203"/>
                  </a:lnTo>
                  <a:lnTo>
                    <a:pt x="570335" y="489980"/>
                  </a:lnTo>
                  <a:lnTo>
                    <a:pt x="570335" y="364341"/>
                  </a:lnTo>
                  <a:lnTo>
                    <a:pt x="551064" y="268340"/>
                  </a:lnTo>
                  <a:lnTo>
                    <a:pt x="527182" y="220661"/>
                  </a:lnTo>
                  <a:cubicBezTo>
                    <a:pt x="525799" y="217808"/>
                    <a:pt x="522849" y="216059"/>
                    <a:pt x="519714" y="216059"/>
                  </a:cubicBezTo>
                  <a:close/>
                  <a:moveTo>
                    <a:pt x="89955" y="216059"/>
                  </a:moveTo>
                  <a:cubicBezTo>
                    <a:pt x="86729" y="216059"/>
                    <a:pt x="83872" y="217808"/>
                    <a:pt x="82397" y="220753"/>
                  </a:cubicBezTo>
                  <a:lnTo>
                    <a:pt x="58526" y="268340"/>
                  </a:lnTo>
                  <a:lnTo>
                    <a:pt x="39355" y="364341"/>
                  </a:lnTo>
                  <a:lnTo>
                    <a:pt x="39355" y="489980"/>
                  </a:lnTo>
                  <a:lnTo>
                    <a:pt x="47374" y="530203"/>
                  </a:lnTo>
                  <a:lnTo>
                    <a:pt x="98342" y="530203"/>
                  </a:lnTo>
                  <a:lnTo>
                    <a:pt x="98342" y="458501"/>
                  </a:lnTo>
                  <a:lnTo>
                    <a:pt x="118988" y="427575"/>
                  </a:lnTo>
                  <a:lnTo>
                    <a:pt x="144333" y="360015"/>
                  </a:lnTo>
                  <a:cubicBezTo>
                    <a:pt x="146453" y="354492"/>
                    <a:pt x="147467" y="348786"/>
                    <a:pt x="147467" y="342895"/>
                  </a:cubicBezTo>
                  <a:cubicBezTo>
                    <a:pt x="147467" y="337924"/>
                    <a:pt x="143412" y="333875"/>
                    <a:pt x="138435" y="333875"/>
                  </a:cubicBezTo>
                  <a:cubicBezTo>
                    <a:pt x="135301" y="333875"/>
                    <a:pt x="132352" y="335531"/>
                    <a:pt x="130785" y="338201"/>
                  </a:cubicBezTo>
                  <a:lnTo>
                    <a:pt x="97513" y="393519"/>
                  </a:lnTo>
                  <a:lnTo>
                    <a:pt x="78618" y="355873"/>
                  </a:lnTo>
                  <a:lnTo>
                    <a:pt x="78618" y="272666"/>
                  </a:lnTo>
                  <a:lnTo>
                    <a:pt x="94287" y="241371"/>
                  </a:lnTo>
                  <a:cubicBezTo>
                    <a:pt x="96960" y="236125"/>
                    <a:pt x="98342" y="230234"/>
                    <a:pt x="98342" y="224435"/>
                  </a:cubicBezTo>
                  <a:cubicBezTo>
                    <a:pt x="98342" y="219833"/>
                    <a:pt x="94563" y="216059"/>
                    <a:pt x="89955" y="216059"/>
                  </a:cubicBezTo>
                  <a:close/>
                  <a:moveTo>
                    <a:pt x="519714" y="196454"/>
                  </a:moveTo>
                  <a:cubicBezTo>
                    <a:pt x="530410" y="196454"/>
                    <a:pt x="539999" y="202345"/>
                    <a:pt x="544794" y="211917"/>
                  </a:cubicBezTo>
                  <a:lnTo>
                    <a:pt x="570150" y="263185"/>
                  </a:lnTo>
                  <a:lnTo>
                    <a:pt x="589974" y="363328"/>
                  </a:lnTo>
                  <a:lnTo>
                    <a:pt x="589790" y="492925"/>
                  </a:lnTo>
                  <a:lnTo>
                    <a:pt x="582321" y="530203"/>
                  </a:lnTo>
                  <a:lnTo>
                    <a:pt x="609614" y="530203"/>
                  </a:lnTo>
                  <a:lnTo>
                    <a:pt x="609614" y="598959"/>
                  </a:lnTo>
                  <a:lnTo>
                    <a:pt x="462085" y="598959"/>
                  </a:lnTo>
                  <a:lnTo>
                    <a:pt x="462085" y="530203"/>
                  </a:lnTo>
                  <a:lnTo>
                    <a:pt x="491591" y="530203"/>
                  </a:lnTo>
                  <a:lnTo>
                    <a:pt x="491591" y="464484"/>
                  </a:lnTo>
                  <a:lnTo>
                    <a:pt x="472597" y="435490"/>
                  </a:lnTo>
                  <a:lnTo>
                    <a:pt x="446779" y="366918"/>
                  </a:lnTo>
                  <a:cubicBezTo>
                    <a:pt x="443921" y="359186"/>
                    <a:pt x="442445" y="351087"/>
                    <a:pt x="442445" y="342895"/>
                  </a:cubicBezTo>
                  <a:cubicBezTo>
                    <a:pt x="442445" y="327063"/>
                    <a:pt x="455354" y="314269"/>
                    <a:pt x="471121" y="314269"/>
                  </a:cubicBezTo>
                  <a:cubicBezTo>
                    <a:pt x="481172" y="314269"/>
                    <a:pt x="490577" y="319608"/>
                    <a:pt x="495740" y="328168"/>
                  </a:cubicBezTo>
                  <a:lnTo>
                    <a:pt x="510493" y="352743"/>
                  </a:lnTo>
                  <a:lnTo>
                    <a:pt x="511323" y="351179"/>
                  </a:lnTo>
                  <a:lnTo>
                    <a:pt x="511323" y="320896"/>
                  </a:lnTo>
                  <a:lnTo>
                    <a:pt x="479328" y="308102"/>
                  </a:lnTo>
                  <a:cubicBezTo>
                    <a:pt x="468908" y="303960"/>
                    <a:pt x="462085" y="294020"/>
                    <a:pt x="462085" y="282791"/>
                  </a:cubicBezTo>
                  <a:cubicBezTo>
                    <a:pt x="462085" y="273954"/>
                    <a:pt x="466419" y="265763"/>
                    <a:pt x="473519" y="260608"/>
                  </a:cubicBezTo>
                  <a:cubicBezTo>
                    <a:pt x="480618" y="255454"/>
                    <a:pt x="489839" y="254073"/>
                    <a:pt x="498230" y="256926"/>
                  </a:cubicBezTo>
                  <a:lnTo>
                    <a:pt x="501641" y="258031"/>
                  </a:lnTo>
                  <a:lnTo>
                    <a:pt x="497676" y="250115"/>
                  </a:lnTo>
                  <a:cubicBezTo>
                    <a:pt x="493712" y="242199"/>
                    <a:pt x="491591" y="233271"/>
                    <a:pt x="491591" y="224435"/>
                  </a:cubicBezTo>
                  <a:cubicBezTo>
                    <a:pt x="491591" y="208972"/>
                    <a:pt x="504223" y="196454"/>
                    <a:pt x="519714" y="196454"/>
                  </a:cubicBezTo>
                  <a:close/>
                  <a:moveTo>
                    <a:pt x="89955" y="196454"/>
                  </a:moveTo>
                  <a:cubicBezTo>
                    <a:pt x="105347" y="196454"/>
                    <a:pt x="117974" y="208972"/>
                    <a:pt x="117974" y="224435"/>
                  </a:cubicBezTo>
                  <a:cubicBezTo>
                    <a:pt x="117974" y="233271"/>
                    <a:pt x="115854" y="242199"/>
                    <a:pt x="111891" y="250115"/>
                  </a:cubicBezTo>
                  <a:lnTo>
                    <a:pt x="107927" y="258031"/>
                  </a:lnTo>
                  <a:lnTo>
                    <a:pt x="111430" y="256926"/>
                  </a:lnTo>
                  <a:cubicBezTo>
                    <a:pt x="119725" y="254073"/>
                    <a:pt x="128942" y="255454"/>
                    <a:pt x="136038" y="260608"/>
                  </a:cubicBezTo>
                  <a:cubicBezTo>
                    <a:pt x="143227" y="265763"/>
                    <a:pt x="147467" y="273954"/>
                    <a:pt x="147467" y="282791"/>
                  </a:cubicBezTo>
                  <a:cubicBezTo>
                    <a:pt x="147467" y="294020"/>
                    <a:pt x="140739" y="303960"/>
                    <a:pt x="130232" y="308102"/>
                  </a:cubicBezTo>
                  <a:lnTo>
                    <a:pt x="98342" y="320896"/>
                  </a:lnTo>
                  <a:lnTo>
                    <a:pt x="98342" y="351179"/>
                  </a:lnTo>
                  <a:lnTo>
                    <a:pt x="99079" y="352743"/>
                  </a:lnTo>
                  <a:lnTo>
                    <a:pt x="113918" y="328168"/>
                  </a:lnTo>
                  <a:cubicBezTo>
                    <a:pt x="118988" y="319608"/>
                    <a:pt x="128481" y="314269"/>
                    <a:pt x="138435" y="314269"/>
                  </a:cubicBezTo>
                  <a:cubicBezTo>
                    <a:pt x="154288" y="314269"/>
                    <a:pt x="167099" y="327063"/>
                    <a:pt x="167099" y="342895"/>
                  </a:cubicBezTo>
                  <a:cubicBezTo>
                    <a:pt x="167099" y="351087"/>
                    <a:pt x="165624" y="359186"/>
                    <a:pt x="162767" y="366918"/>
                  </a:cubicBezTo>
                  <a:lnTo>
                    <a:pt x="135946" y="437515"/>
                  </a:lnTo>
                  <a:lnTo>
                    <a:pt x="117974" y="464484"/>
                  </a:lnTo>
                  <a:lnTo>
                    <a:pt x="117974" y="530203"/>
                  </a:lnTo>
                  <a:lnTo>
                    <a:pt x="147467" y="530203"/>
                  </a:lnTo>
                  <a:lnTo>
                    <a:pt x="147467" y="598959"/>
                  </a:lnTo>
                  <a:lnTo>
                    <a:pt x="0" y="598959"/>
                  </a:lnTo>
                  <a:lnTo>
                    <a:pt x="0" y="530203"/>
                  </a:lnTo>
                  <a:lnTo>
                    <a:pt x="27373" y="530203"/>
                  </a:lnTo>
                  <a:lnTo>
                    <a:pt x="19631" y="490992"/>
                  </a:lnTo>
                  <a:lnTo>
                    <a:pt x="19816" y="361395"/>
                  </a:lnTo>
                  <a:lnTo>
                    <a:pt x="40369" y="260792"/>
                  </a:lnTo>
                  <a:lnTo>
                    <a:pt x="64793" y="211917"/>
                  </a:lnTo>
                  <a:cubicBezTo>
                    <a:pt x="69586" y="202345"/>
                    <a:pt x="79263" y="196454"/>
                    <a:pt x="89955" y="196454"/>
                  </a:cubicBezTo>
                  <a:close/>
                  <a:moveTo>
                    <a:pt x="304935" y="137518"/>
                  </a:moveTo>
                  <a:cubicBezTo>
                    <a:pt x="299497" y="137518"/>
                    <a:pt x="295164" y="141845"/>
                    <a:pt x="295164" y="147275"/>
                  </a:cubicBezTo>
                  <a:cubicBezTo>
                    <a:pt x="295164" y="152706"/>
                    <a:pt x="299497" y="157125"/>
                    <a:pt x="304935" y="157125"/>
                  </a:cubicBezTo>
                  <a:cubicBezTo>
                    <a:pt x="310373" y="157125"/>
                    <a:pt x="314798" y="152706"/>
                    <a:pt x="314798" y="147275"/>
                  </a:cubicBezTo>
                  <a:cubicBezTo>
                    <a:pt x="314798" y="141845"/>
                    <a:pt x="310373" y="137518"/>
                    <a:pt x="304935" y="137518"/>
                  </a:cubicBezTo>
                  <a:close/>
                  <a:moveTo>
                    <a:pt x="304935" y="78608"/>
                  </a:moveTo>
                  <a:cubicBezTo>
                    <a:pt x="267050" y="78608"/>
                    <a:pt x="236171" y="109444"/>
                    <a:pt x="236171" y="147275"/>
                  </a:cubicBezTo>
                  <a:cubicBezTo>
                    <a:pt x="236171" y="171668"/>
                    <a:pt x="249352" y="194496"/>
                    <a:pt x="270553" y="206738"/>
                  </a:cubicBezTo>
                  <a:lnTo>
                    <a:pt x="275438" y="209591"/>
                  </a:lnTo>
                  <a:lnTo>
                    <a:pt x="275438" y="235641"/>
                  </a:lnTo>
                  <a:lnTo>
                    <a:pt x="295164" y="235641"/>
                  </a:lnTo>
                  <a:lnTo>
                    <a:pt x="295164" y="174982"/>
                  </a:lnTo>
                  <a:cubicBezTo>
                    <a:pt x="283734" y="170932"/>
                    <a:pt x="275438" y="160070"/>
                    <a:pt x="275438" y="147275"/>
                  </a:cubicBezTo>
                  <a:cubicBezTo>
                    <a:pt x="275438" y="131075"/>
                    <a:pt x="288711" y="117820"/>
                    <a:pt x="304935" y="117820"/>
                  </a:cubicBezTo>
                  <a:cubicBezTo>
                    <a:pt x="321250" y="117820"/>
                    <a:pt x="334431" y="131075"/>
                    <a:pt x="334431" y="147275"/>
                  </a:cubicBezTo>
                  <a:cubicBezTo>
                    <a:pt x="334431" y="160070"/>
                    <a:pt x="326228" y="170932"/>
                    <a:pt x="314798" y="174982"/>
                  </a:cubicBezTo>
                  <a:lnTo>
                    <a:pt x="314798" y="235641"/>
                  </a:lnTo>
                  <a:lnTo>
                    <a:pt x="334431" y="235641"/>
                  </a:lnTo>
                  <a:lnTo>
                    <a:pt x="334431" y="209591"/>
                  </a:lnTo>
                  <a:lnTo>
                    <a:pt x="339409" y="206738"/>
                  </a:lnTo>
                  <a:cubicBezTo>
                    <a:pt x="360609" y="194496"/>
                    <a:pt x="373790" y="171668"/>
                    <a:pt x="373790" y="147275"/>
                  </a:cubicBezTo>
                  <a:cubicBezTo>
                    <a:pt x="373790" y="109444"/>
                    <a:pt x="342911" y="78608"/>
                    <a:pt x="304935" y="78608"/>
                  </a:cubicBezTo>
                  <a:close/>
                  <a:moveTo>
                    <a:pt x="294980" y="19698"/>
                  </a:moveTo>
                  <a:lnTo>
                    <a:pt x="294980" y="39580"/>
                  </a:lnTo>
                  <a:lnTo>
                    <a:pt x="286776" y="40961"/>
                  </a:lnTo>
                  <a:cubicBezTo>
                    <a:pt x="270553" y="43630"/>
                    <a:pt x="255528" y="49890"/>
                    <a:pt x="242255" y="59370"/>
                  </a:cubicBezTo>
                  <a:lnTo>
                    <a:pt x="235434" y="64157"/>
                  </a:lnTo>
                  <a:lnTo>
                    <a:pt x="221331" y="50074"/>
                  </a:lnTo>
                  <a:lnTo>
                    <a:pt x="207504" y="63973"/>
                  </a:lnTo>
                  <a:lnTo>
                    <a:pt x="221515" y="78056"/>
                  </a:lnTo>
                  <a:lnTo>
                    <a:pt x="216722" y="84775"/>
                  </a:lnTo>
                  <a:cubicBezTo>
                    <a:pt x="207228" y="98122"/>
                    <a:pt x="201052" y="113126"/>
                    <a:pt x="198287" y="129326"/>
                  </a:cubicBezTo>
                  <a:lnTo>
                    <a:pt x="196904" y="137518"/>
                  </a:lnTo>
                  <a:lnTo>
                    <a:pt x="176994" y="137518"/>
                  </a:lnTo>
                  <a:lnTo>
                    <a:pt x="176994" y="157125"/>
                  </a:lnTo>
                  <a:lnTo>
                    <a:pt x="196904" y="157125"/>
                  </a:lnTo>
                  <a:lnTo>
                    <a:pt x="198287" y="165317"/>
                  </a:lnTo>
                  <a:cubicBezTo>
                    <a:pt x="201052" y="181517"/>
                    <a:pt x="207228" y="196521"/>
                    <a:pt x="216722" y="209776"/>
                  </a:cubicBezTo>
                  <a:lnTo>
                    <a:pt x="221515" y="216587"/>
                  </a:lnTo>
                  <a:lnTo>
                    <a:pt x="207504" y="230578"/>
                  </a:lnTo>
                  <a:lnTo>
                    <a:pt x="221423" y="244477"/>
                  </a:lnTo>
                  <a:lnTo>
                    <a:pt x="235434" y="230394"/>
                  </a:lnTo>
                  <a:lnTo>
                    <a:pt x="242255" y="235273"/>
                  </a:lnTo>
                  <a:cubicBezTo>
                    <a:pt x="244098" y="236561"/>
                    <a:pt x="246126" y="237850"/>
                    <a:pt x="248246" y="239139"/>
                  </a:cubicBezTo>
                  <a:cubicBezTo>
                    <a:pt x="250551" y="237758"/>
                    <a:pt x="253039" y="236745"/>
                    <a:pt x="255805" y="236193"/>
                  </a:cubicBezTo>
                  <a:lnTo>
                    <a:pt x="255805" y="220637"/>
                  </a:lnTo>
                  <a:cubicBezTo>
                    <a:pt x="231378" y="204345"/>
                    <a:pt x="216446" y="176731"/>
                    <a:pt x="216446" y="147275"/>
                  </a:cubicBezTo>
                  <a:cubicBezTo>
                    <a:pt x="216446" y="98583"/>
                    <a:pt x="256173" y="58910"/>
                    <a:pt x="304935" y="58910"/>
                  </a:cubicBezTo>
                  <a:cubicBezTo>
                    <a:pt x="353788" y="58910"/>
                    <a:pt x="393424" y="98583"/>
                    <a:pt x="393424" y="147275"/>
                  </a:cubicBezTo>
                  <a:cubicBezTo>
                    <a:pt x="393424" y="176731"/>
                    <a:pt x="378491" y="204345"/>
                    <a:pt x="354157" y="220729"/>
                  </a:cubicBezTo>
                  <a:lnTo>
                    <a:pt x="354157" y="236193"/>
                  </a:lnTo>
                  <a:cubicBezTo>
                    <a:pt x="356830" y="236653"/>
                    <a:pt x="359227" y="237758"/>
                    <a:pt x="361531" y="239046"/>
                  </a:cubicBezTo>
                  <a:cubicBezTo>
                    <a:pt x="363651" y="237850"/>
                    <a:pt x="365587" y="236561"/>
                    <a:pt x="367430" y="235273"/>
                  </a:cubicBezTo>
                  <a:lnTo>
                    <a:pt x="374159" y="230394"/>
                  </a:lnTo>
                  <a:lnTo>
                    <a:pt x="388262" y="244477"/>
                  </a:lnTo>
                  <a:lnTo>
                    <a:pt x="402181" y="230578"/>
                  </a:lnTo>
                  <a:lnTo>
                    <a:pt x="388078" y="216587"/>
                  </a:lnTo>
                  <a:lnTo>
                    <a:pt x="392871" y="209776"/>
                  </a:lnTo>
                  <a:cubicBezTo>
                    <a:pt x="402365" y="196521"/>
                    <a:pt x="408633" y="181517"/>
                    <a:pt x="411306" y="165317"/>
                  </a:cubicBezTo>
                  <a:lnTo>
                    <a:pt x="412689" y="157125"/>
                  </a:lnTo>
                  <a:lnTo>
                    <a:pt x="432599" y="157125"/>
                  </a:lnTo>
                  <a:lnTo>
                    <a:pt x="432599" y="137518"/>
                  </a:lnTo>
                  <a:lnTo>
                    <a:pt x="412689" y="137518"/>
                  </a:lnTo>
                  <a:lnTo>
                    <a:pt x="411306" y="129326"/>
                  </a:lnTo>
                  <a:cubicBezTo>
                    <a:pt x="408633" y="113126"/>
                    <a:pt x="402365" y="98122"/>
                    <a:pt x="392871" y="84775"/>
                  </a:cubicBezTo>
                  <a:lnTo>
                    <a:pt x="388078" y="78056"/>
                  </a:lnTo>
                  <a:lnTo>
                    <a:pt x="402181" y="63973"/>
                  </a:lnTo>
                  <a:lnTo>
                    <a:pt x="388262" y="50074"/>
                  </a:lnTo>
                  <a:lnTo>
                    <a:pt x="374159" y="64157"/>
                  </a:lnTo>
                  <a:lnTo>
                    <a:pt x="367430" y="59370"/>
                  </a:lnTo>
                  <a:cubicBezTo>
                    <a:pt x="354065" y="49890"/>
                    <a:pt x="339040" y="43630"/>
                    <a:pt x="322817" y="40961"/>
                  </a:cubicBezTo>
                  <a:lnTo>
                    <a:pt x="314613" y="39580"/>
                  </a:lnTo>
                  <a:lnTo>
                    <a:pt x="314613" y="19698"/>
                  </a:lnTo>
                  <a:close/>
                  <a:moveTo>
                    <a:pt x="275346" y="0"/>
                  </a:moveTo>
                  <a:lnTo>
                    <a:pt x="334339" y="0"/>
                  </a:lnTo>
                  <a:lnTo>
                    <a:pt x="334339" y="23196"/>
                  </a:lnTo>
                  <a:cubicBezTo>
                    <a:pt x="347612" y="26325"/>
                    <a:pt x="360240" y="31572"/>
                    <a:pt x="371855" y="38752"/>
                  </a:cubicBezTo>
                  <a:lnTo>
                    <a:pt x="388262" y="22367"/>
                  </a:lnTo>
                  <a:lnTo>
                    <a:pt x="429925" y="63973"/>
                  </a:lnTo>
                  <a:lnTo>
                    <a:pt x="413518" y="80357"/>
                  </a:lnTo>
                  <a:cubicBezTo>
                    <a:pt x="420708" y="91955"/>
                    <a:pt x="425962" y="104566"/>
                    <a:pt x="429096" y="117820"/>
                  </a:cubicBezTo>
                  <a:lnTo>
                    <a:pt x="452324" y="117820"/>
                  </a:lnTo>
                  <a:lnTo>
                    <a:pt x="452324" y="176731"/>
                  </a:lnTo>
                  <a:lnTo>
                    <a:pt x="429096" y="176731"/>
                  </a:lnTo>
                  <a:cubicBezTo>
                    <a:pt x="425962" y="190077"/>
                    <a:pt x="420708" y="202596"/>
                    <a:pt x="413518" y="214194"/>
                  </a:cubicBezTo>
                  <a:lnTo>
                    <a:pt x="429925" y="230578"/>
                  </a:lnTo>
                  <a:lnTo>
                    <a:pt x="388262" y="272276"/>
                  </a:lnTo>
                  <a:lnTo>
                    <a:pt x="373514" y="257548"/>
                  </a:lnTo>
                  <a:cubicBezTo>
                    <a:pt x="373606" y="258468"/>
                    <a:pt x="373790" y="259297"/>
                    <a:pt x="373790" y="260217"/>
                  </a:cubicBezTo>
                  <a:cubicBezTo>
                    <a:pt x="373790" y="268962"/>
                    <a:pt x="369182" y="276602"/>
                    <a:pt x="362268" y="280928"/>
                  </a:cubicBezTo>
                  <a:cubicBezTo>
                    <a:pt x="363282" y="283597"/>
                    <a:pt x="363928" y="286543"/>
                    <a:pt x="363928" y="289672"/>
                  </a:cubicBezTo>
                  <a:cubicBezTo>
                    <a:pt x="363928" y="303203"/>
                    <a:pt x="352959" y="314157"/>
                    <a:pt x="339409" y="314157"/>
                  </a:cubicBezTo>
                  <a:lnTo>
                    <a:pt x="270553" y="314157"/>
                  </a:lnTo>
                  <a:cubicBezTo>
                    <a:pt x="257003" y="314157"/>
                    <a:pt x="245942" y="303203"/>
                    <a:pt x="245942" y="289672"/>
                  </a:cubicBezTo>
                  <a:cubicBezTo>
                    <a:pt x="245942" y="286543"/>
                    <a:pt x="246587" y="283689"/>
                    <a:pt x="247693" y="280928"/>
                  </a:cubicBezTo>
                  <a:cubicBezTo>
                    <a:pt x="240780" y="276510"/>
                    <a:pt x="236171" y="268962"/>
                    <a:pt x="236171" y="260217"/>
                  </a:cubicBezTo>
                  <a:cubicBezTo>
                    <a:pt x="236171" y="259205"/>
                    <a:pt x="236356" y="258192"/>
                    <a:pt x="236448" y="257180"/>
                  </a:cubicBezTo>
                  <a:lnTo>
                    <a:pt x="221331" y="272276"/>
                  </a:lnTo>
                  <a:lnTo>
                    <a:pt x="179667" y="230578"/>
                  </a:lnTo>
                  <a:lnTo>
                    <a:pt x="196075" y="214194"/>
                  </a:lnTo>
                  <a:cubicBezTo>
                    <a:pt x="188885" y="202596"/>
                    <a:pt x="183723" y="190077"/>
                    <a:pt x="180589" y="176731"/>
                  </a:cubicBezTo>
                  <a:lnTo>
                    <a:pt x="157361" y="176731"/>
                  </a:lnTo>
                  <a:lnTo>
                    <a:pt x="157361" y="117820"/>
                  </a:lnTo>
                  <a:lnTo>
                    <a:pt x="180589" y="117820"/>
                  </a:lnTo>
                  <a:cubicBezTo>
                    <a:pt x="183723" y="104566"/>
                    <a:pt x="188885" y="91955"/>
                    <a:pt x="196075" y="80357"/>
                  </a:cubicBezTo>
                  <a:lnTo>
                    <a:pt x="179667" y="63973"/>
                  </a:lnTo>
                  <a:lnTo>
                    <a:pt x="221423" y="22367"/>
                  </a:lnTo>
                  <a:lnTo>
                    <a:pt x="237830" y="38752"/>
                  </a:lnTo>
                  <a:cubicBezTo>
                    <a:pt x="249445" y="31572"/>
                    <a:pt x="261980" y="26325"/>
                    <a:pt x="275346" y="23196"/>
                  </a:cubicBezTo>
                  <a:close/>
                </a:path>
              </a:pathLst>
            </a:custGeom>
            <a:solidFill>
              <a:schemeClr val="accent1"/>
            </a:solidFill>
            <a:ln>
              <a:noFill/>
            </a:ln>
          </p:spPr>
        </p:sp>
        <p:sp>
          <p:nvSpPr>
            <p:cNvPr id="22" name="矩形 21"/>
            <p:cNvSpPr/>
            <p:nvPr/>
          </p:nvSpPr>
          <p:spPr>
            <a:xfrm>
              <a:off x="6202022" y="5055903"/>
              <a:ext cx="1895577" cy="1337945"/>
            </a:xfrm>
            <a:prstGeom prst="rect">
              <a:avLst/>
            </a:prstGeom>
          </p:spPr>
          <p:txBody>
            <a:bodyPr wrap="square">
              <a:spAutoFit/>
            </a:bodyPr>
            <a:lstStyle/>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p:txBody>
        </p:sp>
        <p:sp>
          <p:nvSpPr>
            <p:cNvPr id="23" name="矩形 22"/>
            <p:cNvSpPr/>
            <p:nvPr/>
          </p:nvSpPr>
          <p:spPr>
            <a:xfrm>
              <a:off x="6828247" y="4551106"/>
              <a:ext cx="64312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accent1"/>
                  </a:solidFill>
                  <a:effectLst/>
                  <a:uLnTx/>
                  <a:uFillTx/>
                  <a:latin typeface="思源黑体 CN Bold"/>
                  <a:ea typeface="微软雅黑" panose="020B0503020204020204" pitchFamily="34" charset="-122"/>
                  <a:cs typeface="+mn-cs"/>
                </a:rPr>
                <a:t>Title</a:t>
              </a:r>
            </a:p>
          </p:txBody>
        </p:sp>
        <p:cxnSp>
          <p:nvCxnSpPr>
            <p:cNvPr id="24" name="直接连接符 23"/>
            <p:cNvCxnSpPr/>
            <p:nvPr/>
          </p:nvCxnSpPr>
          <p:spPr>
            <a:xfrm>
              <a:off x="6469665" y="5006850"/>
              <a:ext cx="1360291" cy="0"/>
            </a:xfrm>
            <a:prstGeom prst="line">
              <a:avLst/>
            </a:prstGeom>
            <a:noFill/>
            <a:ln w="9525" cap="flat" cmpd="sng" algn="ctr">
              <a:solidFill>
                <a:srgbClr val="E7E6E6">
                  <a:lumMod val="90000"/>
                </a:srgbClr>
              </a:solidFill>
              <a:prstDash val="solid"/>
              <a:miter lim="800000"/>
            </a:ln>
            <a:effectLst/>
          </p:spPr>
        </p:cxnSp>
      </p:grpSp>
      <p:grpSp>
        <p:nvGrpSpPr>
          <p:cNvPr id="25" name="组合 24"/>
          <p:cNvGrpSpPr/>
          <p:nvPr/>
        </p:nvGrpSpPr>
        <p:grpSpPr>
          <a:xfrm>
            <a:off x="9476110" y="3929565"/>
            <a:ext cx="1586421" cy="2431096"/>
            <a:chOff x="8958121" y="3961097"/>
            <a:chExt cx="1586421" cy="2431096"/>
          </a:xfrm>
        </p:grpSpPr>
        <p:sp>
          <p:nvSpPr>
            <p:cNvPr id="26" name="runner_25074"/>
            <p:cNvSpPr>
              <a:spLocks noChangeAspect="1"/>
            </p:cNvSpPr>
            <p:nvPr/>
          </p:nvSpPr>
          <p:spPr bwMode="auto">
            <a:xfrm>
              <a:off x="9498552" y="3961097"/>
              <a:ext cx="505559" cy="504795"/>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 name="connsiteX122" fmla="*/ 325000 h 606722"/>
                <a:gd name="connsiteY122" fmla="*/ 325000 h 606722"/>
                <a:gd name="connsiteX123" fmla="*/ 325000 h 606722"/>
                <a:gd name="connsiteY123" fmla="*/ 325000 h 606722"/>
                <a:gd name="connsiteX124" fmla="*/ 325000 h 606722"/>
                <a:gd name="connsiteY124" fmla="*/ 325000 h 606722"/>
                <a:gd name="connsiteX125" fmla="*/ 325000 h 606722"/>
                <a:gd name="connsiteY125" fmla="*/ 325000 h 606722"/>
                <a:gd name="connsiteX126" fmla="*/ 325000 h 606722"/>
                <a:gd name="connsiteY126" fmla="*/ 325000 h 606722"/>
                <a:gd name="connsiteX127" fmla="*/ 325000 h 606722"/>
                <a:gd name="connsiteY127" fmla="*/ 325000 h 606722"/>
                <a:gd name="connsiteX128" fmla="*/ 325000 h 606722"/>
                <a:gd name="connsiteY128" fmla="*/ 325000 h 606722"/>
                <a:gd name="connsiteX129" fmla="*/ 325000 h 606722"/>
                <a:gd name="connsiteY129" fmla="*/ 325000 h 606722"/>
                <a:gd name="connsiteX130" fmla="*/ 325000 h 606722"/>
                <a:gd name="connsiteY130" fmla="*/ 325000 h 606722"/>
                <a:gd name="connsiteX131" fmla="*/ 325000 h 606722"/>
                <a:gd name="connsiteY131" fmla="*/ 325000 h 606722"/>
                <a:gd name="connsiteX132" fmla="*/ 325000 h 606722"/>
                <a:gd name="connsiteY132" fmla="*/ 325000 h 606722"/>
                <a:gd name="connsiteX133" fmla="*/ 325000 h 606722"/>
                <a:gd name="connsiteY133" fmla="*/ 325000 h 606722"/>
                <a:gd name="connsiteX134" fmla="*/ 325000 h 606722"/>
                <a:gd name="connsiteY134" fmla="*/ 325000 h 606722"/>
                <a:gd name="connsiteX135" fmla="*/ 325000 h 606722"/>
                <a:gd name="connsiteY135" fmla="*/ 325000 h 606722"/>
                <a:gd name="connsiteX136" fmla="*/ 325000 h 606722"/>
                <a:gd name="connsiteY136" fmla="*/ 325000 h 606722"/>
                <a:gd name="connsiteX137" fmla="*/ 325000 h 606722"/>
                <a:gd name="connsiteY137" fmla="*/ 325000 h 606722"/>
                <a:gd name="connsiteX138" fmla="*/ 325000 h 606722"/>
                <a:gd name="connsiteY138" fmla="*/ 325000 h 606722"/>
                <a:gd name="connsiteX139" fmla="*/ 325000 h 606722"/>
                <a:gd name="connsiteY139" fmla="*/ 325000 h 606722"/>
                <a:gd name="connsiteX140" fmla="*/ 325000 h 606722"/>
                <a:gd name="connsiteY140" fmla="*/ 325000 h 606722"/>
                <a:gd name="connsiteX141" fmla="*/ 325000 h 606722"/>
                <a:gd name="connsiteY141" fmla="*/ 325000 h 606722"/>
                <a:gd name="connsiteX142" fmla="*/ 325000 h 606722"/>
                <a:gd name="connsiteY142" fmla="*/ 325000 h 606722"/>
                <a:gd name="connsiteX143" fmla="*/ 325000 h 606722"/>
                <a:gd name="connsiteY143" fmla="*/ 325000 h 606722"/>
                <a:gd name="connsiteX144" fmla="*/ 325000 h 606722"/>
                <a:gd name="connsiteY144" fmla="*/ 325000 h 606722"/>
                <a:gd name="connsiteX145" fmla="*/ 325000 h 606722"/>
                <a:gd name="connsiteY145" fmla="*/ 325000 h 606722"/>
                <a:gd name="connsiteX146" fmla="*/ 325000 h 606722"/>
                <a:gd name="connsiteY146" fmla="*/ 325000 h 606722"/>
                <a:gd name="connsiteX147" fmla="*/ 325000 h 606722"/>
                <a:gd name="connsiteY147" fmla="*/ 325000 h 606722"/>
                <a:gd name="connsiteX148" fmla="*/ 325000 h 606722"/>
                <a:gd name="connsiteY148" fmla="*/ 325000 h 606722"/>
                <a:gd name="connsiteX149" fmla="*/ 325000 h 606722"/>
                <a:gd name="connsiteY149" fmla="*/ 325000 h 606722"/>
                <a:gd name="connsiteX150" fmla="*/ 325000 h 606722"/>
                <a:gd name="connsiteY150" fmla="*/ 325000 h 606722"/>
                <a:gd name="connsiteX151" fmla="*/ 325000 h 606722"/>
                <a:gd name="connsiteY151" fmla="*/ 325000 h 606722"/>
                <a:gd name="connsiteX152" fmla="*/ 325000 h 606722"/>
                <a:gd name="connsiteY152" fmla="*/ 325000 h 606722"/>
                <a:gd name="connsiteX153" fmla="*/ 325000 h 606722"/>
                <a:gd name="connsiteY153" fmla="*/ 325000 h 606722"/>
                <a:gd name="connsiteX154" fmla="*/ 325000 h 606722"/>
                <a:gd name="connsiteY154" fmla="*/ 325000 h 606722"/>
                <a:gd name="connsiteX155" fmla="*/ 325000 h 606722"/>
                <a:gd name="connsiteY155" fmla="*/ 325000 h 606722"/>
                <a:gd name="connsiteX156" fmla="*/ 325000 h 606722"/>
                <a:gd name="connsiteY156" fmla="*/ 325000 h 606722"/>
                <a:gd name="connsiteX157" fmla="*/ 325000 h 606722"/>
                <a:gd name="connsiteY157" fmla="*/ 325000 h 606722"/>
                <a:gd name="connsiteX158" fmla="*/ 325000 h 606722"/>
                <a:gd name="connsiteY158" fmla="*/ 325000 h 606722"/>
                <a:gd name="connsiteX159" fmla="*/ 325000 h 606722"/>
                <a:gd name="connsiteY159" fmla="*/ 325000 h 606722"/>
                <a:gd name="connsiteX160" fmla="*/ 325000 h 606722"/>
                <a:gd name="connsiteY160" fmla="*/ 325000 h 606722"/>
                <a:gd name="connsiteX161" fmla="*/ 325000 h 606722"/>
                <a:gd name="connsiteY161" fmla="*/ 325000 h 606722"/>
                <a:gd name="connsiteX162" fmla="*/ 325000 h 606722"/>
                <a:gd name="connsiteY162"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607639" h="606722">
                  <a:moveTo>
                    <a:pt x="400441" y="468837"/>
                  </a:moveTo>
                  <a:lnTo>
                    <a:pt x="483302" y="468837"/>
                  </a:lnTo>
                  <a:cubicBezTo>
                    <a:pt x="484460" y="468837"/>
                    <a:pt x="485528" y="469015"/>
                    <a:pt x="486685" y="469281"/>
                  </a:cubicBezTo>
                  <a:lnTo>
                    <a:pt x="555306" y="486428"/>
                  </a:lnTo>
                  <a:cubicBezTo>
                    <a:pt x="586101" y="494069"/>
                    <a:pt x="607639" y="521521"/>
                    <a:pt x="607639" y="553238"/>
                  </a:cubicBezTo>
                  <a:lnTo>
                    <a:pt x="607639" y="592951"/>
                  </a:lnTo>
                  <a:cubicBezTo>
                    <a:pt x="607639" y="600503"/>
                    <a:pt x="601409" y="606722"/>
                    <a:pt x="593844" y="606722"/>
                  </a:cubicBezTo>
                  <a:lnTo>
                    <a:pt x="345259" y="606722"/>
                  </a:lnTo>
                  <a:cubicBezTo>
                    <a:pt x="337605" y="606722"/>
                    <a:pt x="331464" y="600503"/>
                    <a:pt x="331464" y="592951"/>
                  </a:cubicBezTo>
                  <a:cubicBezTo>
                    <a:pt x="331464" y="585311"/>
                    <a:pt x="337605" y="579092"/>
                    <a:pt x="345259" y="579092"/>
                  </a:cubicBezTo>
                  <a:lnTo>
                    <a:pt x="428121" y="579092"/>
                  </a:lnTo>
                  <a:lnTo>
                    <a:pt x="428121" y="537780"/>
                  </a:lnTo>
                  <a:cubicBezTo>
                    <a:pt x="428121" y="530139"/>
                    <a:pt x="434262" y="524009"/>
                    <a:pt x="441916" y="524009"/>
                  </a:cubicBezTo>
                  <a:cubicBezTo>
                    <a:pt x="449570" y="524009"/>
                    <a:pt x="455712" y="530139"/>
                    <a:pt x="455712" y="537780"/>
                  </a:cubicBezTo>
                  <a:lnTo>
                    <a:pt x="455712" y="579092"/>
                  </a:lnTo>
                  <a:lnTo>
                    <a:pt x="579959" y="579092"/>
                  </a:lnTo>
                  <a:lnTo>
                    <a:pt x="579959" y="553238"/>
                  </a:lnTo>
                  <a:cubicBezTo>
                    <a:pt x="579959" y="534226"/>
                    <a:pt x="567054" y="517701"/>
                    <a:pt x="548630" y="513170"/>
                  </a:cubicBezTo>
                  <a:lnTo>
                    <a:pt x="481611" y="496379"/>
                  </a:lnTo>
                  <a:lnTo>
                    <a:pt x="402132" y="496379"/>
                  </a:lnTo>
                  <a:lnTo>
                    <a:pt x="335202" y="513170"/>
                  </a:lnTo>
                  <a:cubicBezTo>
                    <a:pt x="316689" y="517701"/>
                    <a:pt x="303784" y="534226"/>
                    <a:pt x="303784" y="553238"/>
                  </a:cubicBezTo>
                  <a:lnTo>
                    <a:pt x="303784" y="592951"/>
                  </a:lnTo>
                  <a:cubicBezTo>
                    <a:pt x="303784" y="600503"/>
                    <a:pt x="297643" y="606722"/>
                    <a:pt x="289989" y="606722"/>
                  </a:cubicBezTo>
                  <a:cubicBezTo>
                    <a:pt x="282423" y="606722"/>
                    <a:pt x="276193" y="600503"/>
                    <a:pt x="276193" y="592951"/>
                  </a:cubicBezTo>
                  <a:lnTo>
                    <a:pt x="276193" y="553238"/>
                  </a:lnTo>
                  <a:cubicBezTo>
                    <a:pt x="276193" y="521521"/>
                    <a:pt x="297732" y="494069"/>
                    <a:pt x="328527" y="486428"/>
                  </a:cubicBezTo>
                  <a:lnTo>
                    <a:pt x="397148" y="469281"/>
                  </a:lnTo>
                  <a:cubicBezTo>
                    <a:pt x="398216" y="469015"/>
                    <a:pt x="399373" y="468837"/>
                    <a:pt x="400441" y="468837"/>
                  </a:cubicBezTo>
                  <a:close/>
                  <a:moveTo>
                    <a:pt x="69244" y="413731"/>
                  </a:moveTo>
                  <a:cubicBezTo>
                    <a:pt x="98971" y="458437"/>
                    <a:pt x="142939" y="493011"/>
                    <a:pt x="195807" y="510787"/>
                  </a:cubicBezTo>
                  <a:cubicBezTo>
                    <a:pt x="174535" y="487145"/>
                    <a:pt x="156912" y="453904"/>
                    <a:pt x="144363" y="413731"/>
                  </a:cubicBezTo>
                  <a:close/>
                  <a:moveTo>
                    <a:pt x="428099" y="358543"/>
                  </a:moveTo>
                  <a:lnTo>
                    <a:pt x="455681" y="358543"/>
                  </a:lnTo>
                  <a:cubicBezTo>
                    <a:pt x="463333" y="358543"/>
                    <a:pt x="469472" y="364669"/>
                    <a:pt x="469472" y="372303"/>
                  </a:cubicBezTo>
                  <a:cubicBezTo>
                    <a:pt x="469472" y="379938"/>
                    <a:pt x="463333" y="386064"/>
                    <a:pt x="455681" y="386064"/>
                  </a:cubicBezTo>
                  <a:lnTo>
                    <a:pt x="428099" y="386064"/>
                  </a:lnTo>
                  <a:cubicBezTo>
                    <a:pt x="420447" y="386064"/>
                    <a:pt x="414219" y="379938"/>
                    <a:pt x="414219" y="372303"/>
                  </a:cubicBezTo>
                  <a:cubicBezTo>
                    <a:pt x="414219" y="364669"/>
                    <a:pt x="420447" y="358543"/>
                    <a:pt x="428099" y="358543"/>
                  </a:cubicBezTo>
                  <a:close/>
                  <a:moveTo>
                    <a:pt x="469508" y="303290"/>
                  </a:moveTo>
                  <a:cubicBezTo>
                    <a:pt x="477127" y="303290"/>
                    <a:pt x="483304" y="309482"/>
                    <a:pt x="483304" y="317121"/>
                  </a:cubicBezTo>
                  <a:cubicBezTo>
                    <a:pt x="483304" y="324760"/>
                    <a:pt x="477127" y="330952"/>
                    <a:pt x="469508" y="330952"/>
                  </a:cubicBezTo>
                  <a:cubicBezTo>
                    <a:pt x="461889" y="330952"/>
                    <a:pt x="455712" y="324760"/>
                    <a:pt x="455712" y="317121"/>
                  </a:cubicBezTo>
                  <a:cubicBezTo>
                    <a:pt x="455712" y="309482"/>
                    <a:pt x="461889" y="303290"/>
                    <a:pt x="469508" y="303290"/>
                  </a:cubicBezTo>
                  <a:close/>
                  <a:moveTo>
                    <a:pt x="414290" y="303290"/>
                  </a:moveTo>
                  <a:cubicBezTo>
                    <a:pt x="421929" y="303290"/>
                    <a:pt x="428121" y="309482"/>
                    <a:pt x="428121" y="317121"/>
                  </a:cubicBezTo>
                  <a:cubicBezTo>
                    <a:pt x="428121" y="324760"/>
                    <a:pt x="421929" y="330952"/>
                    <a:pt x="414290" y="330952"/>
                  </a:cubicBezTo>
                  <a:cubicBezTo>
                    <a:pt x="406651" y="330952"/>
                    <a:pt x="400459" y="324760"/>
                    <a:pt x="400459" y="317121"/>
                  </a:cubicBezTo>
                  <a:cubicBezTo>
                    <a:pt x="400459" y="309482"/>
                    <a:pt x="406651" y="303290"/>
                    <a:pt x="414290" y="303290"/>
                  </a:cubicBezTo>
                  <a:close/>
                  <a:moveTo>
                    <a:pt x="28214" y="289567"/>
                  </a:moveTo>
                  <a:cubicBezTo>
                    <a:pt x="29994" y="324052"/>
                    <a:pt x="38805" y="356671"/>
                    <a:pt x="53224" y="386090"/>
                  </a:cubicBezTo>
                  <a:lnTo>
                    <a:pt x="262381" y="386090"/>
                  </a:lnTo>
                  <a:lnTo>
                    <a:pt x="262381" y="289567"/>
                  </a:lnTo>
                  <a:lnTo>
                    <a:pt x="152373" y="289567"/>
                  </a:lnTo>
                  <a:cubicBezTo>
                    <a:pt x="152907" y="307610"/>
                    <a:pt x="154064" y="325474"/>
                    <a:pt x="156556" y="342806"/>
                  </a:cubicBezTo>
                  <a:cubicBezTo>
                    <a:pt x="157713" y="350361"/>
                    <a:pt x="152462" y="357293"/>
                    <a:pt x="144897" y="358360"/>
                  </a:cubicBezTo>
                  <a:cubicBezTo>
                    <a:pt x="144185" y="358449"/>
                    <a:pt x="143562" y="358537"/>
                    <a:pt x="142939" y="358537"/>
                  </a:cubicBezTo>
                  <a:cubicBezTo>
                    <a:pt x="136175" y="358537"/>
                    <a:pt x="130211" y="353560"/>
                    <a:pt x="129232" y="346716"/>
                  </a:cubicBezTo>
                  <a:cubicBezTo>
                    <a:pt x="126562" y="328141"/>
                    <a:pt x="125316" y="308943"/>
                    <a:pt x="124782" y="289567"/>
                  </a:cubicBezTo>
                  <a:close/>
                  <a:moveTo>
                    <a:pt x="414243" y="248226"/>
                  </a:moveTo>
                  <a:cubicBezTo>
                    <a:pt x="391457" y="248226"/>
                    <a:pt x="372854" y="266799"/>
                    <a:pt x="372854" y="289549"/>
                  </a:cubicBezTo>
                  <a:lnTo>
                    <a:pt x="372943" y="303324"/>
                  </a:lnTo>
                  <a:cubicBezTo>
                    <a:pt x="372943" y="310966"/>
                    <a:pt x="366712" y="317098"/>
                    <a:pt x="359057" y="317098"/>
                  </a:cubicBezTo>
                  <a:lnTo>
                    <a:pt x="359057" y="330961"/>
                  </a:lnTo>
                  <a:lnTo>
                    <a:pt x="362529" y="330961"/>
                  </a:lnTo>
                  <a:cubicBezTo>
                    <a:pt x="369382" y="330961"/>
                    <a:pt x="375168" y="335938"/>
                    <a:pt x="376147" y="342692"/>
                  </a:cubicBezTo>
                  <a:lnTo>
                    <a:pt x="376859" y="347402"/>
                  </a:lnTo>
                  <a:cubicBezTo>
                    <a:pt x="377215" y="350423"/>
                    <a:pt x="377660" y="353356"/>
                    <a:pt x="378194" y="356289"/>
                  </a:cubicBezTo>
                  <a:lnTo>
                    <a:pt x="380776" y="368997"/>
                  </a:lnTo>
                  <a:cubicBezTo>
                    <a:pt x="383713" y="383571"/>
                    <a:pt x="392080" y="396101"/>
                    <a:pt x="404452" y="404366"/>
                  </a:cubicBezTo>
                  <a:cubicBezTo>
                    <a:pt x="413620" y="410409"/>
                    <a:pt x="424301" y="413697"/>
                    <a:pt x="435339" y="413697"/>
                  </a:cubicBezTo>
                  <a:lnTo>
                    <a:pt x="448512" y="413697"/>
                  </a:lnTo>
                  <a:cubicBezTo>
                    <a:pt x="459549" y="413697"/>
                    <a:pt x="470141" y="410409"/>
                    <a:pt x="479309" y="404366"/>
                  </a:cubicBezTo>
                  <a:cubicBezTo>
                    <a:pt x="491682" y="396101"/>
                    <a:pt x="500138" y="383571"/>
                    <a:pt x="503075" y="368997"/>
                  </a:cubicBezTo>
                  <a:lnTo>
                    <a:pt x="505567" y="356377"/>
                  </a:lnTo>
                  <a:cubicBezTo>
                    <a:pt x="506190" y="353445"/>
                    <a:pt x="506546" y="350601"/>
                    <a:pt x="506902" y="347668"/>
                  </a:cubicBezTo>
                  <a:lnTo>
                    <a:pt x="507614" y="342692"/>
                  </a:lnTo>
                  <a:cubicBezTo>
                    <a:pt x="508593" y="335938"/>
                    <a:pt x="514468" y="330961"/>
                    <a:pt x="521233" y="330961"/>
                  </a:cubicBezTo>
                  <a:lnTo>
                    <a:pt x="524793" y="330961"/>
                  </a:lnTo>
                  <a:lnTo>
                    <a:pt x="524704" y="317098"/>
                  </a:lnTo>
                  <a:cubicBezTo>
                    <a:pt x="517049" y="317098"/>
                    <a:pt x="510908" y="310966"/>
                    <a:pt x="510908" y="303324"/>
                  </a:cubicBezTo>
                  <a:cubicBezTo>
                    <a:pt x="510908" y="303057"/>
                    <a:pt x="510908" y="302168"/>
                    <a:pt x="510997" y="301813"/>
                  </a:cubicBezTo>
                  <a:lnTo>
                    <a:pt x="510908" y="289549"/>
                  </a:lnTo>
                  <a:cubicBezTo>
                    <a:pt x="510908" y="266799"/>
                    <a:pt x="492394" y="248226"/>
                    <a:pt x="469518" y="248226"/>
                  </a:cubicBezTo>
                  <a:close/>
                  <a:moveTo>
                    <a:pt x="414243" y="220588"/>
                  </a:moveTo>
                  <a:lnTo>
                    <a:pt x="469518" y="220588"/>
                  </a:lnTo>
                  <a:cubicBezTo>
                    <a:pt x="507614" y="220588"/>
                    <a:pt x="538590" y="251514"/>
                    <a:pt x="538590" y="289549"/>
                  </a:cubicBezTo>
                  <a:lnTo>
                    <a:pt x="538590" y="293281"/>
                  </a:lnTo>
                  <a:cubicBezTo>
                    <a:pt x="546868" y="297991"/>
                    <a:pt x="552386" y="306967"/>
                    <a:pt x="552386" y="317098"/>
                  </a:cubicBezTo>
                  <a:lnTo>
                    <a:pt x="552386" y="330961"/>
                  </a:lnTo>
                  <a:cubicBezTo>
                    <a:pt x="552386" y="343047"/>
                    <a:pt x="544464" y="353445"/>
                    <a:pt x="533516" y="357088"/>
                  </a:cubicBezTo>
                  <a:cubicBezTo>
                    <a:pt x="533249" y="358599"/>
                    <a:pt x="532982" y="360199"/>
                    <a:pt x="532626" y="361798"/>
                  </a:cubicBezTo>
                  <a:lnTo>
                    <a:pt x="530134" y="374418"/>
                  </a:lnTo>
                  <a:cubicBezTo>
                    <a:pt x="525772" y="396190"/>
                    <a:pt x="513133" y="414941"/>
                    <a:pt x="494619" y="427294"/>
                  </a:cubicBezTo>
                  <a:cubicBezTo>
                    <a:pt x="480911" y="436358"/>
                    <a:pt x="464979" y="441246"/>
                    <a:pt x="448512" y="441246"/>
                  </a:cubicBezTo>
                  <a:lnTo>
                    <a:pt x="435339" y="441246"/>
                  </a:lnTo>
                  <a:cubicBezTo>
                    <a:pt x="418783" y="441246"/>
                    <a:pt x="402850" y="436358"/>
                    <a:pt x="389143" y="427294"/>
                  </a:cubicBezTo>
                  <a:cubicBezTo>
                    <a:pt x="370629" y="414941"/>
                    <a:pt x="357989" y="396190"/>
                    <a:pt x="353717" y="374418"/>
                  </a:cubicBezTo>
                  <a:lnTo>
                    <a:pt x="351135" y="361709"/>
                  </a:lnTo>
                  <a:cubicBezTo>
                    <a:pt x="350779" y="360199"/>
                    <a:pt x="350601" y="358599"/>
                    <a:pt x="350334" y="357088"/>
                  </a:cubicBezTo>
                  <a:cubicBezTo>
                    <a:pt x="339386" y="353445"/>
                    <a:pt x="331375" y="343047"/>
                    <a:pt x="331375" y="330961"/>
                  </a:cubicBezTo>
                  <a:lnTo>
                    <a:pt x="331375" y="317098"/>
                  </a:lnTo>
                  <a:cubicBezTo>
                    <a:pt x="331375" y="306967"/>
                    <a:pt x="336983" y="298080"/>
                    <a:pt x="345261" y="293281"/>
                  </a:cubicBezTo>
                  <a:lnTo>
                    <a:pt x="345261" y="289638"/>
                  </a:lnTo>
                  <a:cubicBezTo>
                    <a:pt x="345261" y="251514"/>
                    <a:pt x="376236" y="220588"/>
                    <a:pt x="414243" y="220588"/>
                  </a:cubicBezTo>
                  <a:close/>
                  <a:moveTo>
                    <a:pt x="165457" y="165492"/>
                  </a:moveTo>
                  <a:cubicBezTo>
                    <a:pt x="157891" y="195000"/>
                    <a:pt x="153263" y="227708"/>
                    <a:pt x="152284" y="262015"/>
                  </a:cubicBezTo>
                  <a:lnTo>
                    <a:pt x="262381" y="262015"/>
                  </a:lnTo>
                  <a:lnTo>
                    <a:pt x="262381" y="165492"/>
                  </a:lnTo>
                  <a:close/>
                  <a:moveTo>
                    <a:pt x="195451" y="41240"/>
                  </a:moveTo>
                  <a:cubicBezTo>
                    <a:pt x="102175" y="73414"/>
                    <a:pt x="33999" y="159449"/>
                    <a:pt x="28303" y="262015"/>
                  </a:cubicBezTo>
                  <a:lnTo>
                    <a:pt x="124693" y="262015"/>
                  </a:lnTo>
                  <a:cubicBezTo>
                    <a:pt x="125583" y="227708"/>
                    <a:pt x="129588" y="195178"/>
                    <a:pt x="136531" y="165492"/>
                  </a:cubicBezTo>
                  <a:lnTo>
                    <a:pt x="110453" y="165492"/>
                  </a:lnTo>
                  <a:cubicBezTo>
                    <a:pt x="102887" y="165492"/>
                    <a:pt x="96657" y="159271"/>
                    <a:pt x="96657" y="151716"/>
                  </a:cubicBezTo>
                  <a:cubicBezTo>
                    <a:pt x="96657" y="144073"/>
                    <a:pt x="102887" y="137940"/>
                    <a:pt x="110453" y="137940"/>
                  </a:cubicBezTo>
                  <a:lnTo>
                    <a:pt x="144185" y="137940"/>
                  </a:lnTo>
                  <a:cubicBezTo>
                    <a:pt x="156556" y="98211"/>
                    <a:pt x="174179" y="65148"/>
                    <a:pt x="195451" y="41240"/>
                  </a:cubicBezTo>
                  <a:close/>
                  <a:moveTo>
                    <a:pt x="356547" y="40973"/>
                  </a:moveTo>
                  <a:cubicBezTo>
                    <a:pt x="377730" y="64615"/>
                    <a:pt x="395530" y="97589"/>
                    <a:pt x="408169" y="137940"/>
                  </a:cubicBezTo>
                  <a:lnTo>
                    <a:pt x="482753" y="137940"/>
                  </a:lnTo>
                  <a:cubicBezTo>
                    <a:pt x="452403" y="92523"/>
                    <a:pt x="407991" y="58482"/>
                    <a:pt x="356547" y="40973"/>
                  </a:cubicBezTo>
                  <a:close/>
                  <a:moveTo>
                    <a:pt x="276176" y="27552"/>
                  </a:moveTo>
                  <a:cubicBezTo>
                    <a:pt x="234167" y="27552"/>
                    <a:pt x="196163" y="71903"/>
                    <a:pt x="173556" y="137940"/>
                  </a:cubicBezTo>
                  <a:lnTo>
                    <a:pt x="262381" y="137940"/>
                  </a:lnTo>
                  <a:lnTo>
                    <a:pt x="262381" y="68970"/>
                  </a:lnTo>
                  <a:cubicBezTo>
                    <a:pt x="262381" y="61326"/>
                    <a:pt x="268522" y="55194"/>
                    <a:pt x="276176" y="55194"/>
                  </a:cubicBezTo>
                  <a:cubicBezTo>
                    <a:pt x="283831" y="55194"/>
                    <a:pt x="289972" y="61326"/>
                    <a:pt x="289972" y="68970"/>
                  </a:cubicBezTo>
                  <a:lnTo>
                    <a:pt x="289972" y="137940"/>
                  </a:lnTo>
                  <a:lnTo>
                    <a:pt x="378976" y="137940"/>
                  </a:lnTo>
                  <a:cubicBezTo>
                    <a:pt x="355924" y="70481"/>
                    <a:pt x="317207" y="27552"/>
                    <a:pt x="276176" y="27552"/>
                  </a:cubicBezTo>
                  <a:close/>
                  <a:moveTo>
                    <a:pt x="276176" y="0"/>
                  </a:moveTo>
                  <a:cubicBezTo>
                    <a:pt x="394640" y="0"/>
                    <a:pt x="499842" y="75280"/>
                    <a:pt x="537846" y="187179"/>
                  </a:cubicBezTo>
                  <a:cubicBezTo>
                    <a:pt x="540249" y="194467"/>
                    <a:pt x="536422" y="202288"/>
                    <a:pt x="529213" y="204688"/>
                  </a:cubicBezTo>
                  <a:cubicBezTo>
                    <a:pt x="522004" y="207177"/>
                    <a:pt x="514082" y="203266"/>
                    <a:pt x="511679" y="196067"/>
                  </a:cubicBezTo>
                  <a:cubicBezTo>
                    <a:pt x="508030" y="185490"/>
                    <a:pt x="503669" y="175269"/>
                    <a:pt x="498774" y="165492"/>
                  </a:cubicBezTo>
                  <a:lnTo>
                    <a:pt x="415556" y="165492"/>
                  </a:lnTo>
                  <a:cubicBezTo>
                    <a:pt x="416446" y="169136"/>
                    <a:pt x="417336" y="172692"/>
                    <a:pt x="418137" y="176425"/>
                  </a:cubicBezTo>
                  <a:cubicBezTo>
                    <a:pt x="419650" y="183890"/>
                    <a:pt x="414933" y="191178"/>
                    <a:pt x="407457" y="192778"/>
                  </a:cubicBezTo>
                  <a:cubicBezTo>
                    <a:pt x="399891" y="194289"/>
                    <a:pt x="392593" y="189490"/>
                    <a:pt x="391080" y="182024"/>
                  </a:cubicBezTo>
                  <a:cubicBezTo>
                    <a:pt x="389923" y="176425"/>
                    <a:pt x="388588" y="170914"/>
                    <a:pt x="387253" y="165492"/>
                  </a:cubicBezTo>
                  <a:lnTo>
                    <a:pt x="289972" y="165492"/>
                  </a:lnTo>
                  <a:lnTo>
                    <a:pt x="289972" y="262015"/>
                  </a:lnTo>
                  <a:lnTo>
                    <a:pt x="303768" y="262015"/>
                  </a:lnTo>
                  <a:cubicBezTo>
                    <a:pt x="311422" y="262015"/>
                    <a:pt x="317563" y="268148"/>
                    <a:pt x="317563" y="275791"/>
                  </a:cubicBezTo>
                  <a:cubicBezTo>
                    <a:pt x="317563" y="283435"/>
                    <a:pt x="311422" y="289567"/>
                    <a:pt x="303768" y="289567"/>
                  </a:cubicBezTo>
                  <a:lnTo>
                    <a:pt x="289972" y="289567"/>
                  </a:lnTo>
                  <a:lnTo>
                    <a:pt x="289972" y="386090"/>
                  </a:lnTo>
                  <a:cubicBezTo>
                    <a:pt x="297627" y="386090"/>
                    <a:pt x="303768" y="392311"/>
                    <a:pt x="303768" y="399866"/>
                  </a:cubicBezTo>
                  <a:cubicBezTo>
                    <a:pt x="303768" y="407510"/>
                    <a:pt x="297627" y="413731"/>
                    <a:pt x="289972" y="413731"/>
                  </a:cubicBezTo>
                  <a:lnTo>
                    <a:pt x="289972" y="455060"/>
                  </a:lnTo>
                  <a:cubicBezTo>
                    <a:pt x="289972" y="462703"/>
                    <a:pt x="283831" y="468836"/>
                    <a:pt x="276176" y="468836"/>
                  </a:cubicBezTo>
                  <a:cubicBezTo>
                    <a:pt x="268522" y="468836"/>
                    <a:pt x="262381" y="462703"/>
                    <a:pt x="262381" y="455060"/>
                  </a:cubicBezTo>
                  <a:lnTo>
                    <a:pt x="262381" y="413731"/>
                  </a:lnTo>
                  <a:lnTo>
                    <a:pt x="173378" y="413731"/>
                  </a:lnTo>
                  <a:cubicBezTo>
                    <a:pt x="189754" y="461370"/>
                    <a:pt x="214141" y="497455"/>
                    <a:pt x="241821" y="513987"/>
                  </a:cubicBezTo>
                  <a:cubicBezTo>
                    <a:pt x="246004" y="516475"/>
                    <a:pt x="248586" y="520919"/>
                    <a:pt x="248586" y="525808"/>
                  </a:cubicBezTo>
                  <a:lnTo>
                    <a:pt x="248586" y="534518"/>
                  </a:lnTo>
                  <a:cubicBezTo>
                    <a:pt x="248586" y="538606"/>
                    <a:pt x="246805" y="542428"/>
                    <a:pt x="243690" y="545006"/>
                  </a:cubicBezTo>
                  <a:cubicBezTo>
                    <a:pt x="241198" y="547139"/>
                    <a:pt x="237994" y="548294"/>
                    <a:pt x="234790" y="548294"/>
                  </a:cubicBezTo>
                  <a:cubicBezTo>
                    <a:pt x="233989" y="548294"/>
                    <a:pt x="233277" y="548294"/>
                    <a:pt x="232565" y="548116"/>
                  </a:cubicBezTo>
                  <a:cubicBezTo>
                    <a:pt x="97814" y="526785"/>
                    <a:pt x="0" y="412220"/>
                    <a:pt x="0" y="275791"/>
                  </a:cubicBezTo>
                  <a:cubicBezTo>
                    <a:pt x="0" y="123719"/>
                    <a:pt x="123892" y="0"/>
                    <a:pt x="276176" y="0"/>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Roboto Regular"/>
                <a:ea typeface="微软雅黑" panose="020B0503020204020204" pitchFamily="34" charset="-122"/>
                <a:cs typeface="+mn-cs"/>
              </a:endParaRPr>
            </a:p>
          </p:txBody>
        </p:sp>
        <p:sp>
          <p:nvSpPr>
            <p:cNvPr id="30" name="矩形 29"/>
            <p:cNvSpPr/>
            <p:nvPr/>
          </p:nvSpPr>
          <p:spPr>
            <a:xfrm>
              <a:off x="8958121" y="5054248"/>
              <a:ext cx="1586421" cy="1337945"/>
            </a:xfrm>
            <a:prstGeom prst="rect">
              <a:avLst/>
            </a:prstGeom>
          </p:spPr>
          <p:txBody>
            <a:bodyPr wrap="square">
              <a:spAutoFit/>
            </a:bodyPr>
            <a:lstStyle/>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p:txBody>
        </p:sp>
        <p:sp>
          <p:nvSpPr>
            <p:cNvPr id="31" name="矩形 30"/>
            <p:cNvSpPr/>
            <p:nvPr/>
          </p:nvSpPr>
          <p:spPr>
            <a:xfrm>
              <a:off x="9429768" y="4549451"/>
              <a:ext cx="64312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accent1"/>
                  </a:solidFill>
                  <a:effectLst/>
                  <a:uLnTx/>
                  <a:uFillTx/>
                  <a:latin typeface="思源黑体 CN Bold"/>
                  <a:ea typeface="微软雅黑" panose="020B0503020204020204" pitchFamily="34" charset="-122"/>
                  <a:cs typeface="+mn-cs"/>
                </a:rPr>
                <a:t>Title</a:t>
              </a:r>
            </a:p>
          </p:txBody>
        </p:sp>
        <p:cxnSp>
          <p:nvCxnSpPr>
            <p:cNvPr id="32" name="直接连接符 31"/>
            <p:cNvCxnSpPr/>
            <p:nvPr/>
          </p:nvCxnSpPr>
          <p:spPr>
            <a:xfrm>
              <a:off x="9071186" y="5005195"/>
              <a:ext cx="1360291" cy="0"/>
            </a:xfrm>
            <a:prstGeom prst="line">
              <a:avLst/>
            </a:prstGeom>
            <a:noFill/>
            <a:ln w="9525" cap="flat" cmpd="sng" algn="ctr">
              <a:solidFill>
                <a:srgbClr val="E7E6E6">
                  <a:lumMod val="90000"/>
                </a:srgbClr>
              </a:solidFill>
              <a:prstDash val="solid"/>
              <a:miter lim="800000"/>
            </a:ln>
            <a:effectLst/>
          </p:spPr>
        </p:cxnSp>
      </p:grpSp>
      <p:grpSp>
        <p:nvGrpSpPr>
          <p:cNvPr id="33" name="组合 32"/>
          <p:cNvGrpSpPr/>
          <p:nvPr/>
        </p:nvGrpSpPr>
        <p:grpSpPr>
          <a:xfrm>
            <a:off x="3855755" y="3901755"/>
            <a:ext cx="1769875" cy="2486715"/>
            <a:chOff x="3417202" y="3933287"/>
            <a:chExt cx="1769875" cy="2486715"/>
          </a:xfrm>
        </p:grpSpPr>
        <p:sp>
          <p:nvSpPr>
            <p:cNvPr id="34" name="矩形 33"/>
            <p:cNvSpPr/>
            <p:nvPr/>
          </p:nvSpPr>
          <p:spPr>
            <a:xfrm>
              <a:off x="4209774" y="4547406"/>
              <a:ext cx="184731" cy="413062"/>
            </a:xfrm>
            <a:prstGeom prst="rect">
              <a:avLst/>
            </a:prstGeom>
          </p:spPr>
          <p:txBody>
            <a:bodyPr wrap="none">
              <a:spAutoFit/>
            </a:bodyPr>
            <a:lstStyle/>
            <a:p>
              <a:pPr marL="0" marR="0" lvl="0" indent="0" algn="l" defTabSz="914400" rtl="0" eaLnBrk="1" fontAlgn="auto" latinLnBrk="0" hangingPunct="1">
                <a:lnSpc>
                  <a:spcPct val="110000"/>
                </a:lnSpc>
                <a:spcBef>
                  <a:spcPts val="0"/>
                </a:spcBef>
                <a:spcAft>
                  <a:spcPts val="0"/>
                </a:spcAft>
                <a:buClrTx/>
                <a:buSzTx/>
                <a:buFontTx/>
                <a:buNone/>
                <a:defRPr/>
              </a:pPr>
              <a:endParaRPr kumimoji="0" lang="en-US" altLang="zh-CN" sz="2000" b="0" i="0" u="none" strike="noStrike" kern="0" cap="none" spc="0" normalizeH="0" baseline="0" noProof="0" dirty="0">
                <a:ln>
                  <a:noFill/>
                </a:ln>
                <a:solidFill>
                  <a:srgbClr val="2979FF"/>
                </a:solidFill>
                <a:effectLst/>
                <a:uLnTx/>
                <a:uFillTx/>
                <a:latin typeface="思源黑体 CN Bold"/>
                <a:ea typeface="思源黑体 CN Bold"/>
                <a:cs typeface="+mn-cs"/>
              </a:endParaRPr>
            </a:p>
          </p:txBody>
        </p:sp>
        <p:sp>
          <p:nvSpPr>
            <p:cNvPr id="35" name="矩形 34"/>
            <p:cNvSpPr/>
            <p:nvPr/>
          </p:nvSpPr>
          <p:spPr>
            <a:xfrm>
              <a:off x="3417202" y="5082057"/>
              <a:ext cx="1769875" cy="1337945"/>
            </a:xfrm>
            <a:prstGeom prst="rect">
              <a:avLst/>
            </a:prstGeom>
          </p:spPr>
          <p:txBody>
            <a:bodyPr wrap="square">
              <a:spAutoFit/>
            </a:bodyPr>
            <a:lstStyle/>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a:p>
              <a:pPr marL="171450" marR="0" lvl="0" indent="-1714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b="0" i="0" u="none" strike="noStrike" kern="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Content</a:t>
              </a:r>
            </a:p>
          </p:txBody>
        </p:sp>
        <p:sp>
          <p:nvSpPr>
            <p:cNvPr id="36" name="矩形 35"/>
            <p:cNvSpPr/>
            <p:nvPr/>
          </p:nvSpPr>
          <p:spPr>
            <a:xfrm>
              <a:off x="3980576" y="4577260"/>
              <a:ext cx="64312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chemeClr val="accent1"/>
                  </a:solidFill>
                  <a:effectLst/>
                  <a:uLnTx/>
                  <a:uFillTx/>
                  <a:latin typeface="思源黑体 CN Bold"/>
                  <a:ea typeface="微软雅黑" panose="020B0503020204020204" pitchFamily="34" charset="-122"/>
                  <a:cs typeface="+mn-cs"/>
                </a:rPr>
                <a:t>Title</a:t>
              </a:r>
            </a:p>
          </p:txBody>
        </p:sp>
        <p:cxnSp>
          <p:nvCxnSpPr>
            <p:cNvPr id="39" name="直接连接符 38"/>
            <p:cNvCxnSpPr/>
            <p:nvPr/>
          </p:nvCxnSpPr>
          <p:spPr>
            <a:xfrm>
              <a:off x="3621994" y="5033004"/>
              <a:ext cx="1360291" cy="0"/>
            </a:xfrm>
            <a:prstGeom prst="line">
              <a:avLst/>
            </a:prstGeom>
            <a:noFill/>
            <a:ln w="9525" cap="flat" cmpd="sng" algn="ctr">
              <a:solidFill>
                <a:srgbClr val="E7E6E6">
                  <a:lumMod val="90000"/>
                </a:srgbClr>
              </a:solidFill>
              <a:prstDash val="solid"/>
              <a:miter lim="800000"/>
            </a:ln>
            <a:effectLst/>
          </p:spPr>
        </p:cxnSp>
        <p:sp>
          <p:nvSpPr>
            <p:cNvPr id="40" name="shield_348534"/>
            <p:cNvSpPr>
              <a:spLocks noChangeAspect="1"/>
            </p:cNvSpPr>
            <p:nvPr/>
          </p:nvSpPr>
          <p:spPr bwMode="auto">
            <a:xfrm>
              <a:off x="4067408" y="3933287"/>
              <a:ext cx="469462" cy="51141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 name="connsiteX107" fmla="*/ 373273 h 605239"/>
                <a:gd name="connsiteY107" fmla="*/ 373273 h 605239"/>
                <a:gd name="connsiteX108" fmla="*/ 373273 h 605239"/>
                <a:gd name="connsiteY108" fmla="*/ 373273 h 605239"/>
                <a:gd name="connsiteX109" fmla="*/ 373273 h 605239"/>
                <a:gd name="connsiteY109" fmla="*/ 373273 h 605239"/>
                <a:gd name="connsiteX110" fmla="*/ 373273 h 605239"/>
                <a:gd name="connsiteY110" fmla="*/ 373273 h 605239"/>
                <a:gd name="connsiteX111" fmla="*/ 373273 h 605239"/>
                <a:gd name="connsiteY111" fmla="*/ 373273 h 605239"/>
                <a:gd name="connsiteX112" fmla="*/ 373273 h 605239"/>
                <a:gd name="connsiteY112" fmla="*/ 373273 h 605239"/>
                <a:gd name="connsiteX113" fmla="*/ 373273 h 605239"/>
                <a:gd name="connsiteY113" fmla="*/ 373273 h 605239"/>
                <a:gd name="connsiteX114" fmla="*/ 373273 h 605239"/>
                <a:gd name="connsiteY114" fmla="*/ 373273 h 605239"/>
                <a:gd name="connsiteX115" fmla="*/ 373273 h 605239"/>
                <a:gd name="connsiteY115" fmla="*/ 373273 h 605239"/>
                <a:gd name="connsiteX116" fmla="*/ 373273 h 605239"/>
                <a:gd name="connsiteY116" fmla="*/ 373273 h 605239"/>
                <a:gd name="connsiteX117" fmla="*/ 373273 h 605239"/>
                <a:gd name="connsiteY117" fmla="*/ 373273 h 605239"/>
                <a:gd name="connsiteX118" fmla="*/ 373273 h 605239"/>
                <a:gd name="connsiteY118" fmla="*/ 373273 h 605239"/>
                <a:gd name="connsiteX119" fmla="*/ 373273 h 605239"/>
                <a:gd name="connsiteY119" fmla="*/ 373273 h 605239"/>
                <a:gd name="connsiteX120" fmla="*/ 373273 h 605239"/>
                <a:gd name="connsiteY120" fmla="*/ 373273 h 605239"/>
                <a:gd name="connsiteX121" fmla="*/ 373273 h 605239"/>
                <a:gd name="connsiteY121" fmla="*/ 373273 h 605239"/>
                <a:gd name="connsiteX122" fmla="*/ 373273 h 605239"/>
                <a:gd name="connsiteY122" fmla="*/ 373273 h 605239"/>
                <a:gd name="connsiteX123" fmla="*/ 373273 h 605239"/>
                <a:gd name="connsiteY123" fmla="*/ 373273 h 605239"/>
                <a:gd name="connsiteX124" fmla="*/ 373273 h 605239"/>
                <a:gd name="connsiteY124" fmla="*/ 373273 h 605239"/>
                <a:gd name="connsiteX125" fmla="*/ 373273 h 605239"/>
                <a:gd name="connsiteY125" fmla="*/ 373273 h 605239"/>
                <a:gd name="connsiteX126" fmla="*/ 373273 h 605239"/>
                <a:gd name="connsiteY126" fmla="*/ 373273 h 605239"/>
                <a:gd name="connsiteX127" fmla="*/ 373273 h 605239"/>
                <a:gd name="connsiteY127" fmla="*/ 373273 h 605239"/>
                <a:gd name="connsiteX128" fmla="*/ 373273 h 605239"/>
                <a:gd name="connsiteY128" fmla="*/ 373273 h 605239"/>
                <a:gd name="connsiteX129" fmla="*/ 373273 h 605239"/>
                <a:gd name="connsiteY129" fmla="*/ 373273 h 605239"/>
                <a:gd name="connsiteX130" fmla="*/ 373273 h 605239"/>
                <a:gd name="connsiteY130" fmla="*/ 373273 h 605239"/>
                <a:gd name="connsiteX131" fmla="*/ 373273 h 605239"/>
                <a:gd name="connsiteY131" fmla="*/ 373273 h 605239"/>
                <a:gd name="connsiteX132" fmla="*/ 373273 h 605239"/>
                <a:gd name="connsiteY132" fmla="*/ 373273 h 605239"/>
                <a:gd name="connsiteX133" fmla="*/ 373273 h 605239"/>
                <a:gd name="connsiteY133" fmla="*/ 373273 h 605239"/>
                <a:gd name="connsiteX134" fmla="*/ 373273 h 605239"/>
                <a:gd name="connsiteY134" fmla="*/ 373273 h 605239"/>
                <a:gd name="connsiteX135" fmla="*/ 373273 h 605239"/>
                <a:gd name="connsiteY135" fmla="*/ 373273 h 605239"/>
                <a:gd name="connsiteX136" fmla="*/ 373273 h 605239"/>
                <a:gd name="connsiteY136" fmla="*/ 373273 h 605239"/>
                <a:gd name="connsiteX137" fmla="*/ 373273 h 605239"/>
                <a:gd name="connsiteY137" fmla="*/ 373273 h 605239"/>
                <a:gd name="connsiteX138" fmla="*/ 373273 h 605239"/>
                <a:gd name="connsiteY138" fmla="*/ 373273 h 605239"/>
                <a:gd name="connsiteX139" fmla="*/ 373273 h 605239"/>
                <a:gd name="connsiteY139" fmla="*/ 373273 h 605239"/>
                <a:gd name="connsiteX140" fmla="*/ 373273 h 605239"/>
                <a:gd name="connsiteY140" fmla="*/ 373273 h 605239"/>
                <a:gd name="connsiteX141" fmla="*/ 373273 h 605239"/>
                <a:gd name="connsiteY141" fmla="*/ 373273 h 605239"/>
                <a:gd name="connsiteX142" fmla="*/ 373273 h 605239"/>
                <a:gd name="connsiteY142" fmla="*/ 373273 h 605239"/>
                <a:gd name="connsiteX143" fmla="*/ 373273 h 605239"/>
                <a:gd name="connsiteY143" fmla="*/ 373273 h 605239"/>
                <a:gd name="connsiteX144" fmla="*/ 373273 h 605239"/>
                <a:gd name="connsiteY144" fmla="*/ 373273 h 605239"/>
                <a:gd name="connsiteX145" fmla="*/ 373273 h 605239"/>
                <a:gd name="connsiteY145" fmla="*/ 373273 h 605239"/>
                <a:gd name="connsiteX146" fmla="*/ 373273 h 605239"/>
                <a:gd name="connsiteY146" fmla="*/ 373273 h 605239"/>
                <a:gd name="connsiteX147" fmla="*/ 373273 h 605239"/>
                <a:gd name="connsiteY147" fmla="*/ 373273 h 605239"/>
                <a:gd name="connsiteX148" fmla="*/ 373273 h 605239"/>
                <a:gd name="connsiteY148" fmla="*/ 373273 h 605239"/>
                <a:gd name="connsiteX149" fmla="*/ 373273 h 605239"/>
                <a:gd name="connsiteY149" fmla="*/ 373273 h 605239"/>
                <a:gd name="connsiteX150" fmla="*/ 373273 h 605239"/>
                <a:gd name="connsiteY150" fmla="*/ 373273 h 605239"/>
                <a:gd name="connsiteX151" fmla="*/ 373273 h 605239"/>
                <a:gd name="connsiteY151" fmla="*/ 373273 h 605239"/>
                <a:gd name="connsiteX152" fmla="*/ 373273 h 605239"/>
                <a:gd name="connsiteY152" fmla="*/ 373273 h 605239"/>
                <a:gd name="connsiteX153" fmla="*/ 373273 h 605239"/>
                <a:gd name="connsiteY153" fmla="*/ 373273 h 605239"/>
                <a:gd name="connsiteX154" fmla="*/ 373273 h 605239"/>
                <a:gd name="connsiteY154" fmla="*/ 373273 h 605239"/>
                <a:gd name="connsiteX155" fmla="*/ 373273 h 605239"/>
                <a:gd name="connsiteY155" fmla="*/ 373273 h 605239"/>
                <a:gd name="connsiteX156" fmla="*/ 373273 h 605239"/>
                <a:gd name="connsiteY156" fmla="*/ 373273 h 605239"/>
                <a:gd name="connsiteX157" fmla="*/ 373273 h 605239"/>
                <a:gd name="connsiteY157" fmla="*/ 373273 h 605239"/>
                <a:gd name="connsiteX158" fmla="*/ 373273 h 605239"/>
                <a:gd name="connsiteY158" fmla="*/ 373273 h 605239"/>
                <a:gd name="connsiteX159" fmla="*/ 373273 h 605239"/>
                <a:gd name="connsiteY159" fmla="*/ 373273 h 605239"/>
                <a:gd name="connsiteX160" fmla="*/ 373273 h 605239"/>
                <a:gd name="connsiteY160" fmla="*/ 373273 h 605239"/>
                <a:gd name="connsiteX161" fmla="*/ 373273 h 605239"/>
                <a:gd name="connsiteY161" fmla="*/ 373273 h 605239"/>
                <a:gd name="connsiteX162" fmla="*/ 373273 h 605239"/>
                <a:gd name="connsiteY162" fmla="*/ 373273 h 605239"/>
                <a:gd name="connsiteX163" fmla="*/ 373273 h 605239"/>
                <a:gd name="connsiteY163" fmla="*/ 373273 h 605239"/>
                <a:gd name="connsiteX164" fmla="*/ 373273 h 605239"/>
                <a:gd name="connsiteY164" fmla="*/ 373273 h 605239"/>
                <a:gd name="connsiteX165" fmla="*/ 373273 h 605239"/>
                <a:gd name="connsiteY165" fmla="*/ 373273 h 605239"/>
                <a:gd name="connsiteX166" fmla="*/ 373273 h 605239"/>
                <a:gd name="connsiteY166" fmla="*/ 373273 h 605239"/>
                <a:gd name="connsiteX167" fmla="*/ 373273 h 605239"/>
                <a:gd name="connsiteY167" fmla="*/ 373273 h 605239"/>
                <a:gd name="connsiteX168" fmla="*/ 373273 h 605239"/>
                <a:gd name="connsiteY168" fmla="*/ 373273 h 605239"/>
                <a:gd name="connsiteX169" fmla="*/ 373273 h 605239"/>
                <a:gd name="connsiteY169" fmla="*/ 373273 h 605239"/>
                <a:gd name="connsiteX170" fmla="*/ 373273 h 605239"/>
                <a:gd name="connsiteY170" fmla="*/ 373273 h 605239"/>
                <a:gd name="connsiteX171" fmla="*/ 373273 h 605239"/>
                <a:gd name="connsiteY171" fmla="*/ 373273 h 605239"/>
                <a:gd name="connsiteX172" fmla="*/ 373273 h 605239"/>
                <a:gd name="connsiteY172" fmla="*/ 373273 h 605239"/>
                <a:gd name="connsiteX173" fmla="*/ 373273 h 605239"/>
                <a:gd name="connsiteY173" fmla="*/ 373273 h 605239"/>
                <a:gd name="connsiteX174" fmla="*/ 373273 h 605239"/>
                <a:gd name="connsiteY174" fmla="*/ 373273 h 605239"/>
                <a:gd name="connsiteX175" fmla="*/ 373273 h 605239"/>
                <a:gd name="connsiteY175" fmla="*/ 373273 h 605239"/>
                <a:gd name="connsiteX176" fmla="*/ 373273 h 605239"/>
                <a:gd name="connsiteY176" fmla="*/ 373273 h 605239"/>
                <a:gd name="connsiteX177" fmla="*/ 373273 h 605239"/>
                <a:gd name="connsiteY177" fmla="*/ 373273 h 605239"/>
                <a:gd name="connsiteX178" fmla="*/ 373273 h 605239"/>
                <a:gd name="connsiteY178" fmla="*/ 373273 h 605239"/>
                <a:gd name="connsiteX179" fmla="*/ 373273 h 605239"/>
                <a:gd name="connsiteY179" fmla="*/ 373273 h 605239"/>
                <a:gd name="connsiteX180" fmla="*/ 373273 h 605239"/>
                <a:gd name="connsiteY180" fmla="*/ 373273 h 605239"/>
                <a:gd name="connsiteX181" fmla="*/ 373273 h 605239"/>
                <a:gd name="connsiteY181" fmla="*/ 373273 h 605239"/>
                <a:gd name="connsiteX182" fmla="*/ 373273 h 605239"/>
                <a:gd name="connsiteY182" fmla="*/ 373273 h 605239"/>
                <a:gd name="connsiteX183" fmla="*/ 373273 h 605239"/>
                <a:gd name="connsiteY183" fmla="*/ 373273 h 605239"/>
                <a:gd name="connsiteX184" fmla="*/ 373273 h 605239"/>
                <a:gd name="connsiteY184" fmla="*/ 373273 h 605239"/>
                <a:gd name="connsiteX185" fmla="*/ 373273 h 605239"/>
                <a:gd name="connsiteY185" fmla="*/ 373273 h 605239"/>
                <a:gd name="connsiteX186" fmla="*/ 373273 h 605239"/>
                <a:gd name="connsiteY186" fmla="*/ 373273 h 605239"/>
                <a:gd name="connsiteX187" fmla="*/ 373273 h 605239"/>
                <a:gd name="connsiteY187" fmla="*/ 373273 h 605239"/>
                <a:gd name="connsiteX188" fmla="*/ 373273 h 605239"/>
                <a:gd name="connsiteY188" fmla="*/ 373273 h 605239"/>
                <a:gd name="connsiteX189" fmla="*/ 373273 h 605239"/>
                <a:gd name="connsiteY189" fmla="*/ 373273 h 605239"/>
                <a:gd name="connsiteX190" fmla="*/ 373273 h 605239"/>
                <a:gd name="connsiteY190" fmla="*/ 373273 h 605239"/>
                <a:gd name="connsiteX191" fmla="*/ 373273 h 605239"/>
                <a:gd name="connsiteY191" fmla="*/ 373273 h 605239"/>
                <a:gd name="connsiteX192" fmla="*/ 373273 h 605239"/>
                <a:gd name="connsiteY192" fmla="*/ 373273 h 605239"/>
                <a:gd name="connsiteX193" fmla="*/ 373273 h 605239"/>
                <a:gd name="connsiteY193" fmla="*/ 373273 h 605239"/>
                <a:gd name="connsiteX194" fmla="*/ 373273 h 605239"/>
                <a:gd name="connsiteY194" fmla="*/ 373273 h 605239"/>
                <a:gd name="connsiteX195" fmla="*/ 373273 h 605239"/>
                <a:gd name="connsiteY195" fmla="*/ 373273 h 605239"/>
                <a:gd name="connsiteX196" fmla="*/ 373273 h 605239"/>
                <a:gd name="connsiteY196" fmla="*/ 373273 h 605239"/>
                <a:gd name="connsiteX197" fmla="*/ 373273 h 605239"/>
                <a:gd name="connsiteY197" fmla="*/ 373273 h 605239"/>
                <a:gd name="connsiteX198" fmla="*/ 373273 h 605239"/>
                <a:gd name="connsiteY198" fmla="*/ 373273 h 605239"/>
                <a:gd name="connsiteX199" fmla="*/ 373273 h 605239"/>
                <a:gd name="connsiteY199" fmla="*/ 373273 h 605239"/>
                <a:gd name="connsiteX200" fmla="*/ 373273 h 605239"/>
                <a:gd name="connsiteY200" fmla="*/ 373273 h 605239"/>
                <a:gd name="connsiteX201" fmla="*/ 373273 h 605239"/>
                <a:gd name="connsiteY201" fmla="*/ 373273 h 605239"/>
                <a:gd name="connsiteX202" fmla="*/ 373273 h 605239"/>
                <a:gd name="connsiteY202" fmla="*/ 373273 h 605239"/>
                <a:gd name="connsiteX203" fmla="*/ 373273 h 605239"/>
                <a:gd name="connsiteY203" fmla="*/ 373273 h 605239"/>
                <a:gd name="connsiteX204" fmla="*/ 373273 h 605239"/>
                <a:gd name="connsiteY204" fmla="*/ 373273 h 605239"/>
                <a:gd name="connsiteX205" fmla="*/ 373273 h 605239"/>
                <a:gd name="connsiteY205" fmla="*/ 373273 h 605239"/>
                <a:gd name="connsiteX206" fmla="*/ 373273 h 605239"/>
                <a:gd name="connsiteY206" fmla="*/ 373273 h 605239"/>
                <a:gd name="connsiteX207" fmla="*/ 373273 h 605239"/>
                <a:gd name="connsiteY207" fmla="*/ 373273 h 605239"/>
                <a:gd name="connsiteX208" fmla="*/ 373273 h 605239"/>
                <a:gd name="connsiteY208" fmla="*/ 373273 h 605239"/>
                <a:gd name="connsiteX209" fmla="*/ 373273 h 605239"/>
                <a:gd name="connsiteY209" fmla="*/ 373273 h 605239"/>
                <a:gd name="connsiteX210" fmla="*/ 373273 h 605239"/>
                <a:gd name="connsiteY210" fmla="*/ 373273 h 605239"/>
                <a:gd name="connsiteX211" fmla="*/ 373273 h 605239"/>
                <a:gd name="connsiteY211" fmla="*/ 373273 h 605239"/>
                <a:gd name="connsiteX212" fmla="*/ 373273 h 605239"/>
                <a:gd name="connsiteY212" fmla="*/ 373273 h 605239"/>
                <a:gd name="connsiteX213" fmla="*/ 373273 h 605239"/>
                <a:gd name="connsiteY213" fmla="*/ 373273 h 605239"/>
                <a:gd name="connsiteX214" fmla="*/ 373273 h 605239"/>
                <a:gd name="connsiteY214" fmla="*/ 373273 h 605239"/>
                <a:gd name="connsiteX215" fmla="*/ 373273 h 605239"/>
                <a:gd name="connsiteY215" fmla="*/ 373273 h 605239"/>
                <a:gd name="connsiteX216" fmla="*/ 373273 h 605239"/>
                <a:gd name="connsiteY216" fmla="*/ 373273 h 605239"/>
                <a:gd name="connsiteX217" fmla="*/ 373273 h 605239"/>
                <a:gd name="connsiteY217" fmla="*/ 373273 h 605239"/>
                <a:gd name="connsiteX218" fmla="*/ 373273 h 605239"/>
                <a:gd name="connsiteY218" fmla="*/ 373273 h 605239"/>
                <a:gd name="connsiteX219" fmla="*/ 373273 h 605239"/>
                <a:gd name="connsiteY219" fmla="*/ 373273 h 605239"/>
                <a:gd name="connsiteX220" fmla="*/ 373273 h 605239"/>
                <a:gd name="connsiteY220" fmla="*/ 373273 h 605239"/>
                <a:gd name="connsiteX221" fmla="*/ 373273 h 605239"/>
                <a:gd name="connsiteY221" fmla="*/ 373273 h 605239"/>
                <a:gd name="connsiteX222" fmla="*/ 373273 h 605239"/>
                <a:gd name="connsiteY222" fmla="*/ 373273 h 605239"/>
                <a:gd name="connsiteX223" fmla="*/ 373273 h 605239"/>
                <a:gd name="connsiteY223" fmla="*/ 373273 h 605239"/>
                <a:gd name="connsiteX224" fmla="*/ 373273 h 605239"/>
                <a:gd name="connsiteY224" fmla="*/ 373273 h 605239"/>
                <a:gd name="connsiteX225" fmla="*/ 373273 h 605239"/>
                <a:gd name="connsiteY225" fmla="*/ 373273 h 605239"/>
                <a:gd name="connsiteX226" fmla="*/ 373273 h 605239"/>
                <a:gd name="connsiteY226" fmla="*/ 373273 h 605239"/>
                <a:gd name="connsiteX227" fmla="*/ 373273 h 605239"/>
                <a:gd name="connsiteY227" fmla="*/ 373273 h 605239"/>
                <a:gd name="connsiteX228" fmla="*/ 373273 h 605239"/>
                <a:gd name="connsiteY228" fmla="*/ 373273 h 605239"/>
                <a:gd name="connsiteX229" fmla="*/ 373273 h 605239"/>
                <a:gd name="connsiteY229" fmla="*/ 373273 h 605239"/>
                <a:gd name="connsiteX230" fmla="*/ 373273 h 605239"/>
                <a:gd name="connsiteY230" fmla="*/ 373273 h 605239"/>
                <a:gd name="connsiteX231" fmla="*/ 373273 h 605239"/>
                <a:gd name="connsiteY231" fmla="*/ 373273 h 605239"/>
                <a:gd name="connsiteX232" fmla="*/ 373273 h 605239"/>
                <a:gd name="connsiteY232" fmla="*/ 373273 h 605239"/>
                <a:gd name="connsiteX233" fmla="*/ 373273 h 605239"/>
                <a:gd name="connsiteY233" fmla="*/ 373273 h 605239"/>
                <a:gd name="connsiteX234" fmla="*/ 373273 h 605239"/>
                <a:gd name="connsiteY234" fmla="*/ 373273 h 605239"/>
                <a:gd name="connsiteX235" fmla="*/ 373273 h 605239"/>
                <a:gd name="connsiteY235" fmla="*/ 373273 h 605239"/>
                <a:gd name="connsiteX236" fmla="*/ 373273 h 605239"/>
                <a:gd name="connsiteY236" fmla="*/ 373273 h 605239"/>
                <a:gd name="connsiteX237" fmla="*/ 373273 h 605239"/>
                <a:gd name="connsiteY237" fmla="*/ 373273 h 605239"/>
                <a:gd name="connsiteX238" fmla="*/ 373273 h 605239"/>
                <a:gd name="connsiteY238" fmla="*/ 373273 h 605239"/>
                <a:gd name="connsiteX239" fmla="*/ 373273 h 605239"/>
                <a:gd name="connsiteY239" fmla="*/ 373273 h 605239"/>
                <a:gd name="connsiteX240" fmla="*/ 373273 h 605239"/>
                <a:gd name="connsiteY240" fmla="*/ 373273 h 605239"/>
                <a:gd name="connsiteX241" fmla="*/ 373273 h 605239"/>
                <a:gd name="connsiteY241" fmla="*/ 373273 h 605239"/>
                <a:gd name="connsiteX242" fmla="*/ 373273 h 605239"/>
                <a:gd name="connsiteY242" fmla="*/ 373273 h 605239"/>
                <a:gd name="connsiteX243" fmla="*/ 373273 h 605239"/>
                <a:gd name="connsiteY243" fmla="*/ 373273 h 605239"/>
                <a:gd name="connsiteX244" fmla="*/ 373273 h 605239"/>
                <a:gd name="connsiteY244" fmla="*/ 373273 h 605239"/>
                <a:gd name="connsiteX245" fmla="*/ 373273 h 605239"/>
                <a:gd name="connsiteY245" fmla="*/ 373273 h 605239"/>
                <a:gd name="connsiteX246" fmla="*/ 373273 h 605239"/>
                <a:gd name="connsiteY246" fmla="*/ 373273 h 605239"/>
                <a:gd name="connsiteX247" fmla="*/ 373273 h 605239"/>
                <a:gd name="connsiteY247" fmla="*/ 373273 h 605239"/>
                <a:gd name="connsiteX248" fmla="*/ 373273 h 605239"/>
                <a:gd name="connsiteY248" fmla="*/ 373273 h 605239"/>
                <a:gd name="connsiteX249" fmla="*/ 373273 h 605239"/>
                <a:gd name="connsiteY249" fmla="*/ 373273 h 605239"/>
                <a:gd name="connsiteX250" fmla="*/ 373273 h 605239"/>
                <a:gd name="connsiteY250" fmla="*/ 373273 h 605239"/>
                <a:gd name="connsiteX251" fmla="*/ 373273 h 605239"/>
                <a:gd name="connsiteY251" fmla="*/ 373273 h 605239"/>
                <a:gd name="connsiteX252" fmla="*/ 373273 h 605239"/>
                <a:gd name="connsiteY252" fmla="*/ 373273 h 605239"/>
                <a:gd name="connsiteX253" fmla="*/ 373273 h 605239"/>
                <a:gd name="connsiteY253" fmla="*/ 373273 h 605239"/>
                <a:gd name="connsiteX254" fmla="*/ 373273 h 605239"/>
                <a:gd name="connsiteY254" fmla="*/ 373273 h 605239"/>
                <a:gd name="connsiteX255" fmla="*/ 373273 h 605239"/>
                <a:gd name="connsiteY255" fmla="*/ 373273 h 605239"/>
                <a:gd name="connsiteX256" fmla="*/ 373273 h 605239"/>
                <a:gd name="connsiteY256" fmla="*/ 373273 h 605239"/>
                <a:gd name="connsiteX257" fmla="*/ 373273 h 605239"/>
                <a:gd name="connsiteY257" fmla="*/ 373273 h 605239"/>
                <a:gd name="connsiteX258" fmla="*/ 373273 h 605239"/>
                <a:gd name="connsiteY258" fmla="*/ 373273 h 605239"/>
                <a:gd name="connsiteX259" fmla="*/ 373273 h 605239"/>
                <a:gd name="connsiteY259" fmla="*/ 373273 h 605239"/>
                <a:gd name="connsiteX260" fmla="*/ 373273 h 605239"/>
                <a:gd name="connsiteY260" fmla="*/ 373273 h 605239"/>
                <a:gd name="connsiteX261" fmla="*/ 373273 h 605239"/>
                <a:gd name="connsiteY261" fmla="*/ 373273 h 605239"/>
                <a:gd name="connsiteX262" fmla="*/ 373273 h 605239"/>
                <a:gd name="connsiteY262" fmla="*/ 373273 h 605239"/>
                <a:gd name="connsiteX263" fmla="*/ 373273 h 605239"/>
                <a:gd name="connsiteY263" fmla="*/ 373273 h 605239"/>
                <a:gd name="connsiteX264" fmla="*/ 373273 h 605239"/>
                <a:gd name="connsiteY264" fmla="*/ 373273 h 605239"/>
                <a:gd name="connsiteX265" fmla="*/ 373273 h 605239"/>
                <a:gd name="connsiteY265" fmla="*/ 373273 h 605239"/>
                <a:gd name="connsiteX266" fmla="*/ 373273 h 605239"/>
                <a:gd name="connsiteY266" fmla="*/ 373273 h 605239"/>
                <a:gd name="connsiteX267" fmla="*/ 373273 h 605239"/>
                <a:gd name="connsiteY267" fmla="*/ 373273 h 605239"/>
                <a:gd name="connsiteX268" fmla="*/ 373273 h 605239"/>
                <a:gd name="connsiteY268" fmla="*/ 373273 h 605239"/>
                <a:gd name="connsiteX269" fmla="*/ 373273 h 605239"/>
                <a:gd name="connsiteY269" fmla="*/ 373273 h 605239"/>
                <a:gd name="connsiteX270" fmla="*/ 373273 h 605239"/>
                <a:gd name="connsiteY270" fmla="*/ 373273 h 605239"/>
                <a:gd name="connsiteX271" fmla="*/ 373273 h 605239"/>
                <a:gd name="connsiteY271" fmla="*/ 373273 h 605239"/>
                <a:gd name="connsiteX272" fmla="*/ 373273 h 605239"/>
                <a:gd name="connsiteY272" fmla="*/ 373273 h 605239"/>
                <a:gd name="connsiteX273" fmla="*/ 373273 h 605239"/>
                <a:gd name="connsiteY273" fmla="*/ 373273 h 605239"/>
                <a:gd name="connsiteX274" fmla="*/ 373273 h 605239"/>
                <a:gd name="connsiteY274" fmla="*/ 373273 h 605239"/>
                <a:gd name="connsiteX275" fmla="*/ 373273 h 605239"/>
                <a:gd name="connsiteY275" fmla="*/ 373273 h 605239"/>
                <a:gd name="connsiteX276" fmla="*/ 373273 h 605239"/>
                <a:gd name="connsiteY276" fmla="*/ 373273 h 605239"/>
                <a:gd name="connsiteX277" fmla="*/ 373273 h 605239"/>
                <a:gd name="connsiteY277" fmla="*/ 373273 h 605239"/>
                <a:gd name="connsiteX278" fmla="*/ 373273 h 605239"/>
                <a:gd name="connsiteY278" fmla="*/ 373273 h 605239"/>
                <a:gd name="connsiteX279" fmla="*/ 373273 h 605239"/>
                <a:gd name="connsiteY279" fmla="*/ 373273 h 605239"/>
                <a:gd name="connsiteX280" fmla="*/ 373273 h 605239"/>
                <a:gd name="connsiteY280" fmla="*/ 373273 h 605239"/>
                <a:gd name="connsiteX281" fmla="*/ 373273 h 605239"/>
                <a:gd name="connsiteY281" fmla="*/ 373273 h 605239"/>
                <a:gd name="connsiteX282" fmla="*/ 373273 h 605239"/>
                <a:gd name="connsiteY282" fmla="*/ 373273 h 605239"/>
                <a:gd name="connsiteX283" fmla="*/ 373273 h 605239"/>
                <a:gd name="connsiteY283" fmla="*/ 373273 h 605239"/>
                <a:gd name="connsiteX284" fmla="*/ 373273 h 605239"/>
                <a:gd name="connsiteY284" fmla="*/ 373273 h 605239"/>
                <a:gd name="connsiteX285" fmla="*/ 373273 h 605239"/>
                <a:gd name="connsiteY285" fmla="*/ 373273 h 605239"/>
                <a:gd name="connsiteX286" fmla="*/ 373273 h 605239"/>
                <a:gd name="connsiteY286" fmla="*/ 373273 h 605239"/>
                <a:gd name="connsiteX287" fmla="*/ 373273 h 605239"/>
                <a:gd name="connsiteY287" fmla="*/ 373273 h 605239"/>
                <a:gd name="connsiteX288" fmla="*/ 373273 h 605239"/>
                <a:gd name="connsiteY288"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Lst>
              <a:rect l="l" t="t" r="r" b="b"/>
              <a:pathLst>
                <a:path w="557726" h="607568">
                  <a:moveTo>
                    <a:pt x="278894" y="506245"/>
                  </a:moveTo>
                  <a:cubicBezTo>
                    <a:pt x="265155" y="506245"/>
                    <a:pt x="252436" y="513754"/>
                    <a:pt x="245659" y="525712"/>
                  </a:cubicBezTo>
                  <a:cubicBezTo>
                    <a:pt x="242503" y="531553"/>
                    <a:pt x="240832" y="537764"/>
                    <a:pt x="240832" y="544253"/>
                  </a:cubicBezTo>
                  <a:cubicBezTo>
                    <a:pt x="240832" y="565203"/>
                    <a:pt x="257913" y="582261"/>
                    <a:pt x="278894" y="582261"/>
                  </a:cubicBezTo>
                  <a:cubicBezTo>
                    <a:pt x="299875" y="582261"/>
                    <a:pt x="316864" y="565203"/>
                    <a:pt x="316864" y="544253"/>
                  </a:cubicBezTo>
                  <a:cubicBezTo>
                    <a:pt x="316864" y="537764"/>
                    <a:pt x="315286" y="531553"/>
                    <a:pt x="312037" y="525712"/>
                  </a:cubicBezTo>
                  <a:cubicBezTo>
                    <a:pt x="305353" y="513754"/>
                    <a:pt x="292634" y="506245"/>
                    <a:pt x="278894" y="506245"/>
                  </a:cubicBezTo>
                  <a:close/>
                  <a:moveTo>
                    <a:pt x="493996" y="386103"/>
                  </a:moveTo>
                  <a:cubicBezTo>
                    <a:pt x="491025" y="386103"/>
                    <a:pt x="488148" y="386567"/>
                    <a:pt x="485270" y="387216"/>
                  </a:cubicBezTo>
                  <a:cubicBezTo>
                    <a:pt x="484805" y="387309"/>
                    <a:pt x="484248" y="387401"/>
                    <a:pt x="483784" y="387587"/>
                  </a:cubicBezTo>
                  <a:cubicBezTo>
                    <a:pt x="481092" y="388328"/>
                    <a:pt x="478585" y="389441"/>
                    <a:pt x="476079" y="390739"/>
                  </a:cubicBezTo>
                  <a:cubicBezTo>
                    <a:pt x="475615" y="391017"/>
                    <a:pt x="475150" y="391295"/>
                    <a:pt x="474593" y="391666"/>
                  </a:cubicBezTo>
                  <a:cubicBezTo>
                    <a:pt x="472180" y="393056"/>
                    <a:pt x="469952" y="394817"/>
                    <a:pt x="467909" y="396764"/>
                  </a:cubicBezTo>
                  <a:cubicBezTo>
                    <a:pt x="467631" y="397042"/>
                    <a:pt x="467352" y="397413"/>
                    <a:pt x="466981" y="397691"/>
                  </a:cubicBezTo>
                  <a:cubicBezTo>
                    <a:pt x="464938" y="399916"/>
                    <a:pt x="462989" y="402326"/>
                    <a:pt x="461411" y="405015"/>
                  </a:cubicBezTo>
                  <a:cubicBezTo>
                    <a:pt x="454262" y="417437"/>
                    <a:pt x="454726" y="432547"/>
                    <a:pt x="462525" y="444506"/>
                  </a:cubicBezTo>
                  <a:cubicBezTo>
                    <a:pt x="465774" y="449697"/>
                    <a:pt x="469952" y="453776"/>
                    <a:pt x="475243" y="456835"/>
                  </a:cubicBezTo>
                  <a:cubicBezTo>
                    <a:pt x="493346" y="467310"/>
                    <a:pt x="516741" y="461099"/>
                    <a:pt x="527324" y="443022"/>
                  </a:cubicBezTo>
                  <a:cubicBezTo>
                    <a:pt x="532338" y="434216"/>
                    <a:pt x="533637" y="423926"/>
                    <a:pt x="531038" y="414099"/>
                  </a:cubicBezTo>
                  <a:cubicBezTo>
                    <a:pt x="528346" y="404366"/>
                    <a:pt x="522126" y="396208"/>
                    <a:pt x="513306" y="391202"/>
                  </a:cubicBezTo>
                  <a:cubicBezTo>
                    <a:pt x="509036" y="388699"/>
                    <a:pt x="504487" y="387123"/>
                    <a:pt x="499474" y="386382"/>
                  </a:cubicBezTo>
                  <a:cubicBezTo>
                    <a:pt x="497617" y="386196"/>
                    <a:pt x="495853" y="386011"/>
                    <a:pt x="493996" y="386103"/>
                  </a:cubicBezTo>
                  <a:close/>
                  <a:moveTo>
                    <a:pt x="63793" y="386103"/>
                  </a:moveTo>
                  <a:cubicBezTo>
                    <a:pt x="61936" y="386103"/>
                    <a:pt x="60079" y="386196"/>
                    <a:pt x="58315" y="386382"/>
                  </a:cubicBezTo>
                  <a:cubicBezTo>
                    <a:pt x="53302" y="387123"/>
                    <a:pt x="48660" y="388699"/>
                    <a:pt x="44576" y="391109"/>
                  </a:cubicBezTo>
                  <a:cubicBezTo>
                    <a:pt x="35663" y="396208"/>
                    <a:pt x="29350" y="404366"/>
                    <a:pt x="26751" y="414099"/>
                  </a:cubicBezTo>
                  <a:cubicBezTo>
                    <a:pt x="24059" y="423926"/>
                    <a:pt x="25358" y="434216"/>
                    <a:pt x="30464" y="443022"/>
                  </a:cubicBezTo>
                  <a:cubicBezTo>
                    <a:pt x="41048" y="461099"/>
                    <a:pt x="64350" y="467310"/>
                    <a:pt x="82453" y="456835"/>
                  </a:cubicBezTo>
                  <a:cubicBezTo>
                    <a:pt x="87744" y="453776"/>
                    <a:pt x="92015" y="449790"/>
                    <a:pt x="94986" y="444876"/>
                  </a:cubicBezTo>
                  <a:lnTo>
                    <a:pt x="95264" y="444506"/>
                  </a:lnTo>
                  <a:cubicBezTo>
                    <a:pt x="103062" y="432547"/>
                    <a:pt x="103527" y="417437"/>
                    <a:pt x="96378" y="405015"/>
                  </a:cubicBezTo>
                  <a:cubicBezTo>
                    <a:pt x="94800" y="402326"/>
                    <a:pt x="92850" y="399916"/>
                    <a:pt x="90715" y="397784"/>
                  </a:cubicBezTo>
                  <a:cubicBezTo>
                    <a:pt x="90437" y="397413"/>
                    <a:pt x="90158" y="397042"/>
                    <a:pt x="89787" y="396764"/>
                  </a:cubicBezTo>
                  <a:cubicBezTo>
                    <a:pt x="87744" y="394725"/>
                    <a:pt x="85516" y="393056"/>
                    <a:pt x="83195" y="391666"/>
                  </a:cubicBezTo>
                  <a:cubicBezTo>
                    <a:pt x="82638" y="391295"/>
                    <a:pt x="82081" y="391017"/>
                    <a:pt x="81617" y="390739"/>
                  </a:cubicBezTo>
                  <a:cubicBezTo>
                    <a:pt x="79203" y="389441"/>
                    <a:pt x="76604" y="388328"/>
                    <a:pt x="74005" y="387587"/>
                  </a:cubicBezTo>
                  <a:cubicBezTo>
                    <a:pt x="73448" y="387401"/>
                    <a:pt x="72983" y="387309"/>
                    <a:pt x="72426" y="387216"/>
                  </a:cubicBezTo>
                  <a:cubicBezTo>
                    <a:pt x="69641" y="386567"/>
                    <a:pt x="66671" y="386103"/>
                    <a:pt x="63793" y="386103"/>
                  </a:cubicBezTo>
                  <a:close/>
                  <a:moveTo>
                    <a:pt x="278919" y="205881"/>
                  </a:moveTo>
                  <a:cubicBezTo>
                    <a:pt x="264992" y="215707"/>
                    <a:pt x="233609" y="234246"/>
                    <a:pt x="177437" y="249912"/>
                  </a:cubicBezTo>
                  <a:cubicBezTo>
                    <a:pt x="176787" y="277535"/>
                    <a:pt x="182544" y="365133"/>
                    <a:pt x="278919" y="404065"/>
                  </a:cubicBezTo>
                  <a:cubicBezTo>
                    <a:pt x="375293" y="365133"/>
                    <a:pt x="381050" y="277628"/>
                    <a:pt x="380307" y="249912"/>
                  </a:cubicBezTo>
                  <a:cubicBezTo>
                    <a:pt x="324228" y="234246"/>
                    <a:pt x="292753" y="215707"/>
                    <a:pt x="278919" y="205881"/>
                  </a:cubicBezTo>
                  <a:close/>
                  <a:moveTo>
                    <a:pt x="278919" y="172603"/>
                  </a:moveTo>
                  <a:lnTo>
                    <a:pt x="287553" y="180668"/>
                  </a:lnTo>
                  <a:cubicBezTo>
                    <a:pt x="287832" y="180853"/>
                    <a:pt x="317450" y="207364"/>
                    <a:pt x="395627" y="227850"/>
                  </a:cubicBezTo>
                  <a:lnTo>
                    <a:pt x="404076" y="229982"/>
                  </a:lnTo>
                  <a:lnTo>
                    <a:pt x="405004" y="238603"/>
                  </a:lnTo>
                  <a:cubicBezTo>
                    <a:pt x="405190" y="239993"/>
                    <a:pt x="419767" y="378018"/>
                    <a:pt x="283375" y="429464"/>
                  </a:cubicBezTo>
                  <a:lnTo>
                    <a:pt x="278919" y="431225"/>
                  </a:lnTo>
                  <a:lnTo>
                    <a:pt x="274462" y="429464"/>
                  </a:lnTo>
                  <a:cubicBezTo>
                    <a:pt x="138070" y="378018"/>
                    <a:pt x="152647" y="239993"/>
                    <a:pt x="152740" y="238603"/>
                  </a:cubicBezTo>
                  <a:lnTo>
                    <a:pt x="153761" y="229982"/>
                  </a:lnTo>
                  <a:lnTo>
                    <a:pt x="162117" y="227850"/>
                  </a:lnTo>
                  <a:cubicBezTo>
                    <a:pt x="240387" y="207364"/>
                    <a:pt x="270005" y="180853"/>
                    <a:pt x="270284" y="180575"/>
                  </a:cubicBezTo>
                  <a:close/>
                  <a:moveTo>
                    <a:pt x="494275" y="145635"/>
                  </a:moveTo>
                  <a:cubicBezTo>
                    <a:pt x="487776" y="145635"/>
                    <a:pt x="481278" y="147211"/>
                    <a:pt x="475243" y="150641"/>
                  </a:cubicBezTo>
                  <a:cubicBezTo>
                    <a:pt x="469952" y="153700"/>
                    <a:pt x="465774" y="157779"/>
                    <a:pt x="462710" y="162692"/>
                  </a:cubicBezTo>
                  <a:cubicBezTo>
                    <a:pt x="454726" y="175021"/>
                    <a:pt x="454262" y="190132"/>
                    <a:pt x="461411" y="202554"/>
                  </a:cubicBezTo>
                  <a:cubicBezTo>
                    <a:pt x="469209" y="215996"/>
                    <a:pt x="484156" y="223226"/>
                    <a:pt x="499474" y="221094"/>
                  </a:cubicBezTo>
                  <a:cubicBezTo>
                    <a:pt x="504487" y="220445"/>
                    <a:pt x="509036" y="218869"/>
                    <a:pt x="513213" y="216366"/>
                  </a:cubicBezTo>
                  <a:lnTo>
                    <a:pt x="513306" y="216366"/>
                  </a:lnTo>
                  <a:cubicBezTo>
                    <a:pt x="522126" y="211268"/>
                    <a:pt x="528346" y="203203"/>
                    <a:pt x="531038" y="193376"/>
                  </a:cubicBezTo>
                  <a:cubicBezTo>
                    <a:pt x="533730" y="183643"/>
                    <a:pt x="532338" y="173353"/>
                    <a:pt x="527324" y="164546"/>
                  </a:cubicBezTo>
                  <a:cubicBezTo>
                    <a:pt x="520176" y="152402"/>
                    <a:pt x="507365" y="145635"/>
                    <a:pt x="494275" y="145635"/>
                  </a:cubicBezTo>
                  <a:close/>
                  <a:moveTo>
                    <a:pt x="63514" y="145635"/>
                  </a:moveTo>
                  <a:cubicBezTo>
                    <a:pt x="50331" y="145635"/>
                    <a:pt x="37520" y="152402"/>
                    <a:pt x="30464" y="164546"/>
                  </a:cubicBezTo>
                  <a:cubicBezTo>
                    <a:pt x="25358" y="173353"/>
                    <a:pt x="24059" y="183643"/>
                    <a:pt x="26751" y="193376"/>
                  </a:cubicBezTo>
                  <a:cubicBezTo>
                    <a:pt x="29350" y="203203"/>
                    <a:pt x="35663" y="211268"/>
                    <a:pt x="44390" y="216366"/>
                  </a:cubicBezTo>
                  <a:cubicBezTo>
                    <a:pt x="48660" y="218869"/>
                    <a:pt x="53302" y="220445"/>
                    <a:pt x="58315" y="221094"/>
                  </a:cubicBezTo>
                  <a:cubicBezTo>
                    <a:pt x="62122" y="221650"/>
                    <a:pt x="65928" y="221558"/>
                    <a:pt x="69548" y="221001"/>
                  </a:cubicBezTo>
                  <a:cubicBezTo>
                    <a:pt x="71869" y="220631"/>
                    <a:pt x="74097" y="219982"/>
                    <a:pt x="76233" y="219147"/>
                  </a:cubicBezTo>
                  <a:cubicBezTo>
                    <a:pt x="81710" y="217201"/>
                    <a:pt x="86723" y="214049"/>
                    <a:pt x="90808" y="209692"/>
                  </a:cubicBezTo>
                  <a:cubicBezTo>
                    <a:pt x="92850" y="207560"/>
                    <a:pt x="94800" y="205242"/>
                    <a:pt x="96378" y="202554"/>
                  </a:cubicBezTo>
                  <a:cubicBezTo>
                    <a:pt x="103527" y="190039"/>
                    <a:pt x="103062" y="174929"/>
                    <a:pt x="95264" y="162970"/>
                  </a:cubicBezTo>
                  <a:cubicBezTo>
                    <a:pt x="92015" y="157779"/>
                    <a:pt x="87744" y="153793"/>
                    <a:pt x="82453" y="150641"/>
                  </a:cubicBezTo>
                  <a:cubicBezTo>
                    <a:pt x="76511" y="147211"/>
                    <a:pt x="70013" y="145635"/>
                    <a:pt x="63514" y="145635"/>
                  </a:cubicBezTo>
                  <a:close/>
                  <a:moveTo>
                    <a:pt x="230712" y="104383"/>
                  </a:moveTo>
                  <a:lnTo>
                    <a:pt x="122744" y="161487"/>
                  </a:lnTo>
                  <a:cubicBezTo>
                    <a:pt x="122929" y="161950"/>
                    <a:pt x="123022" y="162507"/>
                    <a:pt x="123208" y="163063"/>
                  </a:cubicBezTo>
                  <a:cubicBezTo>
                    <a:pt x="123672" y="164268"/>
                    <a:pt x="124043" y="165566"/>
                    <a:pt x="124415" y="166864"/>
                  </a:cubicBezTo>
                  <a:cubicBezTo>
                    <a:pt x="124786" y="168161"/>
                    <a:pt x="125065" y="169459"/>
                    <a:pt x="125343" y="170757"/>
                  </a:cubicBezTo>
                  <a:cubicBezTo>
                    <a:pt x="125622" y="171962"/>
                    <a:pt x="125900" y="173167"/>
                    <a:pt x="126086" y="174372"/>
                  </a:cubicBezTo>
                  <a:cubicBezTo>
                    <a:pt x="126364" y="176505"/>
                    <a:pt x="126550" y="178637"/>
                    <a:pt x="126643" y="180769"/>
                  </a:cubicBezTo>
                  <a:cubicBezTo>
                    <a:pt x="126736" y="181696"/>
                    <a:pt x="126736" y="182623"/>
                    <a:pt x="126736" y="183550"/>
                  </a:cubicBezTo>
                  <a:cubicBezTo>
                    <a:pt x="126736" y="185589"/>
                    <a:pt x="126643" y="187536"/>
                    <a:pt x="126457" y="189483"/>
                  </a:cubicBezTo>
                  <a:cubicBezTo>
                    <a:pt x="126364" y="190410"/>
                    <a:pt x="126272" y="191337"/>
                    <a:pt x="126086" y="192264"/>
                  </a:cubicBezTo>
                  <a:cubicBezTo>
                    <a:pt x="125900" y="194025"/>
                    <a:pt x="125529" y="195694"/>
                    <a:pt x="125157" y="197455"/>
                  </a:cubicBezTo>
                  <a:cubicBezTo>
                    <a:pt x="124972" y="198382"/>
                    <a:pt x="124693" y="199309"/>
                    <a:pt x="124508" y="200236"/>
                  </a:cubicBezTo>
                  <a:cubicBezTo>
                    <a:pt x="123951" y="201998"/>
                    <a:pt x="123394" y="203759"/>
                    <a:pt x="122744" y="205520"/>
                  </a:cubicBezTo>
                  <a:cubicBezTo>
                    <a:pt x="122465" y="206262"/>
                    <a:pt x="122187" y="207096"/>
                    <a:pt x="121908" y="207838"/>
                  </a:cubicBezTo>
                  <a:cubicBezTo>
                    <a:pt x="120887" y="210341"/>
                    <a:pt x="119680" y="212751"/>
                    <a:pt x="118288" y="215161"/>
                  </a:cubicBezTo>
                  <a:cubicBezTo>
                    <a:pt x="116988" y="217572"/>
                    <a:pt x="115410" y="219796"/>
                    <a:pt x="113739" y="221928"/>
                  </a:cubicBezTo>
                  <a:cubicBezTo>
                    <a:pt x="113182" y="222670"/>
                    <a:pt x="112532" y="223319"/>
                    <a:pt x="111975" y="224061"/>
                  </a:cubicBezTo>
                  <a:cubicBezTo>
                    <a:pt x="110861" y="225451"/>
                    <a:pt x="109747" y="226749"/>
                    <a:pt x="108540" y="227954"/>
                  </a:cubicBezTo>
                  <a:cubicBezTo>
                    <a:pt x="107704" y="228788"/>
                    <a:pt x="106869" y="229437"/>
                    <a:pt x="106126" y="230179"/>
                  </a:cubicBezTo>
                  <a:cubicBezTo>
                    <a:pt x="104919" y="231199"/>
                    <a:pt x="103805" y="232311"/>
                    <a:pt x="102598" y="233238"/>
                  </a:cubicBezTo>
                  <a:cubicBezTo>
                    <a:pt x="101670" y="233980"/>
                    <a:pt x="100742" y="234629"/>
                    <a:pt x="99813" y="235278"/>
                  </a:cubicBezTo>
                  <a:cubicBezTo>
                    <a:pt x="98606" y="236112"/>
                    <a:pt x="97399" y="236946"/>
                    <a:pt x="96100" y="237688"/>
                  </a:cubicBezTo>
                  <a:cubicBezTo>
                    <a:pt x="95171" y="238337"/>
                    <a:pt x="94150" y="238800"/>
                    <a:pt x="93129" y="239356"/>
                  </a:cubicBezTo>
                  <a:cubicBezTo>
                    <a:pt x="91829" y="240098"/>
                    <a:pt x="90530" y="240747"/>
                    <a:pt x="89230" y="241303"/>
                  </a:cubicBezTo>
                  <a:cubicBezTo>
                    <a:pt x="88116" y="241767"/>
                    <a:pt x="87002" y="242230"/>
                    <a:pt x="85888" y="242601"/>
                  </a:cubicBezTo>
                  <a:cubicBezTo>
                    <a:pt x="84588" y="243157"/>
                    <a:pt x="83195" y="243621"/>
                    <a:pt x="81803" y="243992"/>
                  </a:cubicBezTo>
                  <a:cubicBezTo>
                    <a:pt x="80689" y="244362"/>
                    <a:pt x="79575" y="244733"/>
                    <a:pt x="78368" y="245011"/>
                  </a:cubicBezTo>
                  <a:cubicBezTo>
                    <a:pt x="76975" y="245289"/>
                    <a:pt x="75583" y="245567"/>
                    <a:pt x="74190" y="245846"/>
                  </a:cubicBezTo>
                  <a:cubicBezTo>
                    <a:pt x="72983" y="246031"/>
                    <a:pt x="71777" y="246216"/>
                    <a:pt x="70570" y="246309"/>
                  </a:cubicBezTo>
                  <a:cubicBezTo>
                    <a:pt x="70106" y="246402"/>
                    <a:pt x="69641" y="246494"/>
                    <a:pt x="69177" y="246587"/>
                  </a:cubicBezTo>
                  <a:lnTo>
                    <a:pt x="69177" y="360981"/>
                  </a:lnTo>
                  <a:cubicBezTo>
                    <a:pt x="70106" y="361074"/>
                    <a:pt x="70941" y="361259"/>
                    <a:pt x="71869" y="361352"/>
                  </a:cubicBezTo>
                  <a:cubicBezTo>
                    <a:pt x="72891" y="361537"/>
                    <a:pt x="73912" y="361630"/>
                    <a:pt x="75026" y="361816"/>
                  </a:cubicBezTo>
                  <a:cubicBezTo>
                    <a:pt x="76883" y="362186"/>
                    <a:pt x="78739" y="362650"/>
                    <a:pt x="80596" y="363206"/>
                  </a:cubicBezTo>
                  <a:cubicBezTo>
                    <a:pt x="81524" y="363392"/>
                    <a:pt x="82453" y="363577"/>
                    <a:pt x="83288" y="363948"/>
                  </a:cubicBezTo>
                  <a:cubicBezTo>
                    <a:pt x="85888" y="364782"/>
                    <a:pt x="88487" y="365802"/>
                    <a:pt x="90994" y="367007"/>
                  </a:cubicBezTo>
                  <a:cubicBezTo>
                    <a:pt x="91644" y="367285"/>
                    <a:pt x="92293" y="367749"/>
                    <a:pt x="92943" y="368027"/>
                  </a:cubicBezTo>
                  <a:cubicBezTo>
                    <a:pt x="94800" y="369046"/>
                    <a:pt x="96564" y="370066"/>
                    <a:pt x="98328" y="371178"/>
                  </a:cubicBezTo>
                  <a:cubicBezTo>
                    <a:pt x="99163" y="371735"/>
                    <a:pt x="100092" y="372476"/>
                    <a:pt x="100927" y="373033"/>
                  </a:cubicBezTo>
                  <a:cubicBezTo>
                    <a:pt x="102320" y="374145"/>
                    <a:pt x="103805" y="375257"/>
                    <a:pt x="105105" y="376462"/>
                  </a:cubicBezTo>
                  <a:cubicBezTo>
                    <a:pt x="105940" y="377204"/>
                    <a:pt x="106776" y="377946"/>
                    <a:pt x="107519" y="378687"/>
                  </a:cubicBezTo>
                  <a:cubicBezTo>
                    <a:pt x="108911" y="379985"/>
                    <a:pt x="110211" y="381468"/>
                    <a:pt x="111511" y="382859"/>
                  </a:cubicBezTo>
                  <a:cubicBezTo>
                    <a:pt x="112068" y="383601"/>
                    <a:pt x="112717" y="384342"/>
                    <a:pt x="113367" y="385084"/>
                  </a:cubicBezTo>
                  <a:cubicBezTo>
                    <a:pt x="115131" y="387401"/>
                    <a:pt x="116802" y="389812"/>
                    <a:pt x="118288" y="392315"/>
                  </a:cubicBezTo>
                  <a:cubicBezTo>
                    <a:pt x="119680" y="394725"/>
                    <a:pt x="120794" y="397135"/>
                    <a:pt x="121908" y="399638"/>
                  </a:cubicBezTo>
                  <a:cubicBezTo>
                    <a:pt x="122187" y="400472"/>
                    <a:pt x="122465" y="401214"/>
                    <a:pt x="122744" y="402048"/>
                  </a:cubicBezTo>
                  <a:cubicBezTo>
                    <a:pt x="123394" y="403810"/>
                    <a:pt x="123951" y="405478"/>
                    <a:pt x="124508" y="407332"/>
                  </a:cubicBezTo>
                  <a:cubicBezTo>
                    <a:pt x="124693" y="408167"/>
                    <a:pt x="124972" y="409094"/>
                    <a:pt x="125157" y="410021"/>
                  </a:cubicBezTo>
                  <a:cubicBezTo>
                    <a:pt x="125529" y="411782"/>
                    <a:pt x="125900" y="413543"/>
                    <a:pt x="126086" y="415397"/>
                  </a:cubicBezTo>
                  <a:cubicBezTo>
                    <a:pt x="126179" y="416232"/>
                    <a:pt x="126364" y="417066"/>
                    <a:pt x="126457" y="417900"/>
                  </a:cubicBezTo>
                  <a:cubicBezTo>
                    <a:pt x="126643" y="420218"/>
                    <a:pt x="126736" y="422628"/>
                    <a:pt x="126736" y="424946"/>
                  </a:cubicBezTo>
                  <a:cubicBezTo>
                    <a:pt x="126736" y="425224"/>
                    <a:pt x="126736" y="425409"/>
                    <a:pt x="126736" y="425687"/>
                  </a:cubicBezTo>
                  <a:cubicBezTo>
                    <a:pt x="126643" y="428283"/>
                    <a:pt x="126364" y="430878"/>
                    <a:pt x="125993" y="433474"/>
                  </a:cubicBezTo>
                  <a:cubicBezTo>
                    <a:pt x="125900" y="434216"/>
                    <a:pt x="125714" y="434957"/>
                    <a:pt x="125529" y="435699"/>
                  </a:cubicBezTo>
                  <a:cubicBezTo>
                    <a:pt x="125157" y="437553"/>
                    <a:pt x="124786" y="439407"/>
                    <a:pt x="124229" y="441261"/>
                  </a:cubicBezTo>
                  <a:cubicBezTo>
                    <a:pt x="124043" y="442095"/>
                    <a:pt x="123672" y="443022"/>
                    <a:pt x="123394" y="443857"/>
                  </a:cubicBezTo>
                  <a:cubicBezTo>
                    <a:pt x="123208" y="444598"/>
                    <a:pt x="123022" y="445340"/>
                    <a:pt x="122744" y="446082"/>
                  </a:cubicBezTo>
                  <a:lnTo>
                    <a:pt x="230712" y="503186"/>
                  </a:lnTo>
                  <a:cubicBezTo>
                    <a:pt x="231362" y="502444"/>
                    <a:pt x="232105" y="501703"/>
                    <a:pt x="232755" y="500961"/>
                  </a:cubicBezTo>
                  <a:cubicBezTo>
                    <a:pt x="233312" y="500405"/>
                    <a:pt x="233776" y="499849"/>
                    <a:pt x="234333" y="499292"/>
                  </a:cubicBezTo>
                  <a:cubicBezTo>
                    <a:pt x="235818" y="497809"/>
                    <a:pt x="237397" y="496419"/>
                    <a:pt x="239068" y="495121"/>
                  </a:cubicBezTo>
                  <a:cubicBezTo>
                    <a:pt x="239439" y="494843"/>
                    <a:pt x="239810" y="494472"/>
                    <a:pt x="240182" y="494194"/>
                  </a:cubicBezTo>
                  <a:cubicBezTo>
                    <a:pt x="242224" y="492618"/>
                    <a:pt x="244359" y="491135"/>
                    <a:pt x="246587" y="489837"/>
                  </a:cubicBezTo>
                  <a:cubicBezTo>
                    <a:pt x="247052" y="489559"/>
                    <a:pt x="247423" y="489373"/>
                    <a:pt x="247887" y="489188"/>
                  </a:cubicBezTo>
                  <a:cubicBezTo>
                    <a:pt x="249651" y="488168"/>
                    <a:pt x="251508" y="487241"/>
                    <a:pt x="253457" y="486407"/>
                  </a:cubicBezTo>
                  <a:cubicBezTo>
                    <a:pt x="254200" y="486036"/>
                    <a:pt x="255036" y="485758"/>
                    <a:pt x="255778" y="485387"/>
                  </a:cubicBezTo>
                  <a:cubicBezTo>
                    <a:pt x="257449" y="484738"/>
                    <a:pt x="259027" y="484182"/>
                    <a:pt x="260699" y="483719"/>
                  </a:cubicBezTo>
                  <a:cubicBezTo>
                    <a:pt x="261627" y="483440"/>
                    <a:pt x="262462" y="483162"/>
                    <a:pt x="263391" y="482977"/>
                  </a:cubicBezTo>
                  <a:cubicBezTo>
                    <a:pt x="265062" y="482513"/>
                    <a:pt x="266826" y="482143"/>
                    <a:pt x="268590" y="481865"/>
                  </a:cubicBezTo>
                  <a:cubicBezTo>
                    <a:pt x="269425" y="481772"/>
                    <a:pt x="270261" y="481586"/>
                    <a:pt x="271003" y="481494"/>
                  </a:cubicBezTo>
                  <a:cubicBezTo>
                    <a:pt x="273603" y="481123"/>
                    <a:pt x="276202" y="480937"/>
                    <a:pt x="278894" y="480937"/>
                  </a:cubicBezTo>
                  <a:cubicBezTo>
                    <a:pt x="281494" y="480937"/>
                    <a:pt x="284093" y="481123"/>
                    <a:pt x="286693" y="481494"/>
                  </a:cubicBezTo>
                  <a:cubicBezTo>
                    <a:pt x="287528" y="481586"/>
                    <a:pt x="288364" y="481772"/>
                    <a:pt x="289106" y="481865"/>
                  </a:cubicBezTo>
                  <a:cubicBezTo>
                    <a:pt x="290870" y="482143"/>
                    <a:pt x="292634" y="482513"/>
                    <a:pt x="294398" y="482977"/>
                  </a:cubicBezTo>
                  <a:cubicBezTo>
                    <a:pt x="295326" y="483162"/>
                    <a:pt x="296162" y="483440"/>
                    <a:pt x="296998" y="483719"/>
                  </a:cubicBezTo>
                  <a:cubicBezTo>
                    <a:pt x="298669" y="484182"/>
                    <a:pt x="300340" y="484738"/>
                    <a:pt x="301918" y="485387"/>
                  </a:cubicBezTo>
                  <a:cubicBezTo>
                    <a:pt x="302753" y="485758"/>
                    <a:pt x="303589" y="486036"/>
                    <a:pt x="304332" y="486407"/>
                  </a:cubicBezTo>
                  <a:cubicBezTo>
                    <a:pt x="306188" y="487149"/>
                    <a:pt x="308045" y="488076"/>
                    <a:pt x="309809" y="489095"/>
                  </a:cubicBezTo>
                  <a:cubicBezTo>
                    <a:pt x="310273" y="489373"/>
                    <a:pt x="310737" y="489559"/>
                    <a:pt x="311201" y="489837"/>
                  </a:cubicBezTo>
                  <a:cubicBezTo>
                    <a:pt x="313430" y="491135"/>
                    <a:pt x="315472" y="492618"/>
                    <a:pt x="317514" y="494194"/>
                  </a:cubicBezTo>
                  <a:cubicBezTo>
                    <a:pt x="317979" y="494472"/>
                    <a:pt x="318350" y="494843"/>
                    <a:pt x="318814" y="495214"/>
                  </a:cubicBezTo>
                  <a:cubicBezTo>
                    <a:pt x="320392" y="496511"/>
                    <a:pt x="321878" y="497809"/>
                    <a:pt x="323363" y="499292"/>
                  </a:cubicBezTo>
                  <a:cubicBezTo>
                    <a:pt x="323920" y="499849"/>
                    <a:pt x="324477" y="500405"/>
                    <a:pt x="325034" y="501054"/>
                  </a:cubicBezTo>
                  <a:cubicBezTo>
                    <a:pt x="325684" y="501703"/>
                    <a:pt x="326427" y="502444"/>
                    <a:pt x="327076" y="503186"/>
                  </a:cubicBezTo>
                  <a:lnTo>
                    <a:pt x="435045" y="446082"/>
                  </a:lnTo>
                  <a:cubicBezTo>
                    <a:pt x="434859" y="445525"/>
                    <a:pt x="434674" y="445062"/>
                    <a:pt x="434488" y="444506"/>
                  </a:cubicBezTo>
                  <a:cubicBezTo>
                    <a:pt x="434117" y="443208"/>
                    <a:pt x="433653" y="442003"/>
                    <a:pt x="433281" y="440705"/>
                  </a:cubicBezTo>
                  <a:cubicBezTo>
                    <a:pt x="433003" y="439407"/>
                    <a:pt x="432724" y="438109"/>
                    <a:pt x="432446" y="436811"/>
                  </a:cubicBezTo>
                  <a:cubicBezTo>
                    <a:pt x="432167" y="435606"/>
                    <a:pt x="431889" y="434401"/>
                    <a:pt x="431703" y="433196"/>
                  </a:cubicBezTo>
                  <a:cubicBezTo>
                    <a:pt x="431332" y="431064"/>
                    <a:pt x="431146" y="428932"/>
                    <a:pt x="431053" y="426800"/>
                  </a:cubicBezTo>
                  <a:cubicBezTo>
                    <a:pt x="431053" y="425873"/>
                    <a:pt x="431053" y="424946"/>
                    <a:pt x="431053" y="423926"/>
                  </a:cubicBezTo>
                  <a:cubicBezTo>
                    <a:pt x="431053" y="421979"/>
                    <a:pt x="431053" y="420032"/>
                    <a:pt x="431239" y="417993"/>
                  </a:cubicBezTo>
                  <a:cubicBezTo>
                    <a:pt x="431332" y="417066"/>
                    <a:pt x="431517" y="416139"/>
                    <a:pt x="431610" y="415305"/>
                  </a:cubicBezTo>
                  <a:cubicBezTo>
                    <a:pt x="431889" y="413543"/>
                    <a:pt x="432167" y="411782"/>
                    <a:pt x="432539" y="410113"/>
                  </a:cubicBezTo>
                  <a:cubicBezTo>
                    <a:pt x="432817" y="409186"/>
                    <a:pt x="433003" y="408259"/>
                    <a:pt x="433281" y="407332"/>
                  </a:cubicBezTo>
                  <a:cubicBezTo>
                    <a:pt x="433745" y="405571"/>
                    <a:pt x="434302" y="403810"/>
                    <a:pt x="434952" y="402048"/>
                  </a:cubicBezTo>
                  <a:cubicBezTo>
                    <a:pt x="435324" y="401214"/>
                    <a:pt x="435509" y="400472"/>
                    <a:pt x="435881" y="399731"/>
                  </a:cubicBezTo>
                  <a:cubicBezTo>
                    <a:pt x="436902" y="397228"/>
                    <a:pt x="438016" y="394725"/>
                    <a:pt x="439408" y="392407"/>
                  </a:cubicBezTo>
                  <a:cubicBezTo>
                    <a:pt x="440894" y="389812"/>
                    <a:pt x="442658" y="387401"/>
                    <a:pt x="444422" y="385084"/>
                  </a:cubicBezTo>
                  <a:cubicBezTo>
                    <a:pt x="444979" y="384342"/>
                    <a:pt x="445536" y="383786"/>
                    <a:pt x="446093" y="383044"/>
                  </a:cubicBezTo>
                  <a:cubicBezTo>
                    <a:pt x="447485" y="381468"/>
                    <a:pt x="448878" y="379985"/>
                    <a:pt x="450270" y="378595"/>
                  </a:cubicBezTo>
                  <a:cubicBezTo>
                    <a:pt x="451013" y="377853"/>
                    <a:pt x="451756" y="377204"/>
                    <a:pt x="452498" y="376555"/>
                  </a:cubicBezTo>
                  <a:cubicBezTo>
                    <a:pt x="453984" y="375257"/>
                    <a:pt x="455469" y="374052"/>
                    <a:pt x="457047" y="372847"/>
                  </a:cubicBezTo>
                  <a:cubicBezTo>
                    <a:pt x="457790" y="372384"/>
                    <a:pt x="458533" y="371827"/>
                    <a:pt x="459368" y="371271"/>
                  </a:cubicBezTo>
                  <a:cubicBezTo>
                    <a:pt x="461318" y="369973"/>
                    <a:pt x="463360" y="368768"/>
                    <a:pt x="465495" y="367656"/>
                  </a:cubicBezTo>
                  <a:cubicBezTo>
                    <a:pt x="465867" y="367470"/>
                    <a:pt x="466238" y="367192"/>
                    <a:pt x="466702" y="367007"/>
                  </a:cubicBezTo>
                  <a:cubicBezTo>
                    <a:pt x="469209" y="365802"/>
                    <a:pt x="471808" y="364782"/>
                    <a:pt x="474501" y="363855"/>
                  </a:cubicBezTo>
                  <a:cubicBezTo>
                    <a:pt x="475336" y="363577"/>
                    <a:pt x="476172" y="363392"/>
                    <a:pt x="477007" y="363206"/>
                  </a:cubicBezTo>
                  <a:cubicBezTo>
                    <a:pt x="478957" y="362650"/>
                    <a:pt x="480813" y="362186"/>
                    <a:pt x="482763" y="361816"/>
                  </a:cubicBezTo>
                  <a:cubicBezTo>
                    <a:pt x="483784" y="361630"/>
                    <a:pt x="484898" y="361537"/>
                    <a:pt x="485919" y="361352"/>
                  </a:cubicBezTo>
                  <a:cubicBezTo>
                    <a:pt x="486848" y="361259"/>
                    <a:pt x="487683" y="361074"/>
                    <a:pt x="488612" y="360981"/>
                  </a:cubicBezTo>
                  <a:lnTo>
                    <a:pt x="488612" y="246587"/>
                  </a:lnTo>
                  <a:cubicBezTo>
                    <a:pt x="488055" y="246494"/>
                    <a:pt x="487591" y="246402"/>
                    <a:pt x="487126" y="246309"/>
                  </a:cubicBezTo>
                  <a:cubicBezTo>
                    <a:pt x="485919" y="246216"/>
                    <a:pt x="484805" y="246031"/>
                    <a:pt x="483599" y="245846"/>
                  </a:cubicBezTo>
                  <a:cubicBezTo>
                    <a:pt x="482206" y="245567"/>
                    <a:pt x="480813" y="245289"/>
                    <a:pt x="479421" y="245011"/>
                  </a:cubicBezTo>
                  <a:cubicBezTo>
                    <a:pt x="478214" y="244733"/>
                    <a:pt x="477007" y="244362"/>
                    <a:pt x="475893" y="243992"/>
                  </a:cubicBezTo>
                  <a:cubicBezTo>
                    <a:pt x="474501" y="243621"/>
                    <a:pt x="473201" y="243157"/>
                    <a:pt x="471901" y="242694"/>
                  </a:cubicBezTo>
                  <a:cubicBezTo>
                    <a:pt x="470787" y="242230"/>
                    <a:pt x="469580" y="241767"/>
                    <a:pt x="468466" y="241303"/>
                  </a:cubicBezTo>
                  <a:cubicBezTo>
                    <a:pt x="467259" y="240747"/>
                    <a:pt x="465960" y="240098"/>
                    <a:pt x="464753" y="239449"/>
                  </a:cubicBezTo>
                  <a:cubicBezTo>
                    <a:pt x="463639" y="238893"/>
                    <a:pt x="462618" y="238337"/>
                    <a:pt x="461596" y="237688"/>
                  </a:cubicBezTo>
                  <a:cubicBezTo>
                    <a:pt x="460389" y="236946"/>
                    <a:pt x="459183" y="236112"/>
                    <a:pt x="457976" y="235278"/>
                  </a:cubicBezTo>
                  <a:cubicBezTo>
                    <a:pt x="457047" y="234629"/>
                    <a:pt x="456026" y="233980"/>
                    <a:pt x="455098" y="233238"/>
                  </a:cubicBezTo>
                  <a:cubicBezTo>
                    <a:pt x="453984" y="232311"/>
                    <a:pt x="452870" y="231291"/>
                    <a:pt x="451756" y="230272"/>
                  </a:cubicBezTo>
                  <a:cubicBezTo>
                    <a:pt x="450920" y="229530"/>
                    <a:pt x="449992" y="228788"/>
                    <a:pt x="449249" y="227954"/>
                  </a:cubicBezTo>
                  <a:cubicBezTo>
                    <a:pt x="448042" y="226749"/>
                    <a:pt x="446928" y="225451"/>
                    <a:pt x="445814" y="224153"/>
                  </a:cubicBezTo>
                  <a:cubicBezTo>
                    <a:pt x="445257" y="223412"/>
                    <a:pt x="444607" y="222670"/>
                    <a:pt x="443957" y="221928"/>
                  </a:cubicBezTo>
                  <a:cubicBezTo>
                    <a:pt x="442379" y="219796"/>
                    <a:pt x="440801" y="217572"/>
                    <a:pt x="439408" y="215161"/>
                  </a:cubicBezTo>
                  <a:cubicBezTo>
                    <a:pt x="438109" y="212751"/>
                    <a:pt x="436902" y="210341"/>
                    <a:pt x="435881" y="207838"/>
                  </a:cubicBezTo>
                  <a:cubicBezTo>
                    <a:pt x="435602" y="207096"/>
                    <a:pt x="435324" y="206262"/>
                    <a:pt x="435045" y="205520"/>
                  </a:cubicBezTo>
                  <a:cubicBezTo>
                    <a:pt x="434395" y="203759"/>
                    <a:pt x="433745" y="201998"/>
                    <a:pt x="433281" y="200144"/>
                  </a:cubicBezTo>
                  <a:cubicBezTo>
                    <a:pt x="433003" y="199309"/>
                    <a:pt x="432817" y="198382"/>
                    <a:pt x="432631" y="197548"/>
                  </a:cubicBezTo>
                  <a:cubicBezTo>
                    <a:pt x="432167" y="195694"/>
                    <a:pt x="431889" y="193933"/>
                    <a:pt x="431610" y="192078"/>
                  </a:cubicBezTo>
                  <a:cubicBezTo>
                    <a:pt x="431517" y="191244"/>
                    <a:pt x="431425" y="190410"/>
                    <a:pt x="431332" y="189668"/>
                  </a:cubicBezTo>
                  <a:cubicBezTo>
                    <a:pt x="431053" y="187165"/>
                    <a:pt x="430960" y="184662"/>
                    <a:pt x="430960" y="182159"/>
                  </a:cubicBezTo>
                  <a:cubicBezTo>
                    <a:pt x="431053" y="182067"/>
                    <a:pt x="430960" y="181974"/>
                    <a:pt x="430960" y="181789"/>
                  </a:cubicBezTo>
                  <a:cubicBezTo>
                    <a:pt x="431053" y="179193"/>
                    <a:pt x="431332" y="176597"/>
                    <a:pt x="431796" y="174002"/>
                  </a:cubicBezTo>
                  <a:cubicBezTo>
                    <a:pt x="431889" y="173167"/>
                    <a:pt x="432074" y="172426"/>
                    <a:pt x="432260" y="171684"/>
                  </a:cubicBezTo>
                  <a:cubicBezTo>
                    <a:pt x="432539" y="169830"/>
                    <a:pt x="433003" y="168069"/>
                    <a:pt x="433560" y="166215"/>
                  </a:cubicBezTo>
                  <a:cubicBezTo>
                    <a:pt x="433745" y="165380"/>
                    <a:pt x="434024" y="164453"/>
                    <a:pt x="434395" y="163526"/>
                  </a:cubicBezTo>
                  <a:cubicBezTo>
                    <a:pt x="434581" y="162877"/>
                    <a:pt x="434767" y="162136"/>
                    <a:pt x="435045" y="161487"/>
                  </a:cubicBezTo>
                  <a:lnTo>
                    <a:pt x="327076" y="104383"/>
                  </a:lnTo>
                  <a:cubicBezTo>
                    <a:pt x="326427" y="105124"/>
                    <a:pt x="325684" y="105773"/>
                    <a:pt x="325034" y="106515"/>
                  </a:cubicBezTo>
                  <a:cubicBezTo>
                    <a:pt x="324477" y="107071"/>
                    <a:pt x="323920" y="107627"/>
                    <a:pt x="323363" y="108183"/>
                  </a:cubicBezTo>
                  <a:cubicBezTo>
                    <a:pt x="321878" y="109667"/>
                    <a:pt x="320392" y="111057"/>
                    <a:pt x="318721" y="112355"/>
                  </a:cubicBezTo>
                  <a:cubicBezTo>
                    <a:pt x="318350" y="112726"/>
                    <a:pt x="317979" y="113004"/>
                    <a:pt x="317607" y="113375"/>
                  </a:cubicBezTo>
                  <a:cubicBezTo>
                    <a:pt x="315565" y="114951"/>
                    <a:pt x="313430" y="116434"/>
                    <a:pt x="311201" y="117732"/>
                  </a:cubicBezTo>
                  <a:cubicBezTo>
                    <a:pt x="310737" y="117917"/>
                    <a:pt x="310273" y="118102"/>
                    <a:pt x="309902" y="118381"/>
                  </a:cubicBezTo>
                  <a:cubicBezTo>
                    <a:pt x="308045" y="119400"/>
                    <a:pt x="306281" y="120327"/>
                    <a:pt x="304332" y="121162"/>
                  </a:cubicBezTo>
                  <a:cubicBezTo>
                    <a:pt x="303589" y="121532"/>
                    <a:pt x="302753" y="121810"/>
                    <a:pt x="301918" y="122089"/>
                  </a:cubicBezTo>
                  <a:cubicBezTo>
                    <a:pt x="300340" y="122738"/>
                    <a:pt x="298669" y="123294"/>
                    <a:pt x="296998" y="123850"/>
                  </a:cubicBezTo>
                  <a:cubicBezTo>
                    <a:pt x="296162" y="124128"/>
                    <a:pt x="295326" y="124313"/>
                    <a:pt x="294398" y="124592"/>
                  </a:cubicBezTo>
                  <a:cubicBezTo>
                    <a:pt x="292634" y="124962"/>
                    <a:pt x="290870" y="125333"/>
                    <a:pt x="289106" y="125611"/>
                  </a:cubicBezTo>
                  <a:cubicBezTo>
                    <a:pt x="288364" y="125797"/>
                    <a:pt x="287528" y="125982"/>
                    <a:pt x="286693" y="126075"/>
                  </a:cubicBezTo>
                  <a:cubicBezTo>
                    <a:pt x="284093" y="126353"/>
                    <a:pt x="281494" y="126538"/>
                    <a:pt x="278894" y="126538"/>
                  </a:cubicBezTo>
                  <a:cubicBezTo>
                    <a:pt x="276202" y="126538"/>
                    <a:pt x="273603" y="126353"/>
                    <a:pt x="271096" y="126075"/>
                  </a:cubicBezTo>
                  <a:cubicBezTo>
                    <a:pt x="270261" y="125982"/>
                    <a:pt x="269425" y="125797"/>
                    <a:pt x="268590" y="125611"/>
                  </a:cubicBezTo>
                  <a:cubicBezTo>
                    <a:pt x="266826" y="125333"/>
                    <a:pt x="265062" y="124962"/>
                    <a:pt x="263391" y="124592"/>
                  </a:cubicBezTo>
                  <a:cubicBezTo>
                    <a:pt x="262462" y="124313"/>
                    <a:pt x="261627" y="124128"/>
                    <a:pt x="260699" y="123850"/>
                  </a:cubicBezTo>
                  <a:cubicBezTo>
                    <a:pt x="259027" y="123294"/>
                    <a:pt x="257449" y="122738"/>
                    <a:pt x="255778" y="122089"/>
                  </a:cubicBezTo>
                  <a:cubicBezTo>
                    <a:pt x="255036" y="121810"/>
                    <a:pt x="254200" y="121532"/>
                    <a:pt x="253364" y="121162"/>
                  </a:cubicBezTo>
                  <a:cubicBezTo>
                    <a:pt x="251508" y="120327"/>
                    <a:pt x="249744" y="119400"/>
                    <a:pt x="247980" y="118473"/>
                  </a:cubicBezTo>
                  <a:cubicBezTo>
                    <a:pt x="247516" y="118195"/>
                    <a:pt x="247052" y="118010"/>
                    <a:pt x="246587" y="117732"/>
                  </a:cubicBezTo>
                  <a:cubicBezTo>
                    <a:pt x="244359" y="116434"/>
                    <a:pt x="242224" y="114951"/>
                    <a:pt x="240182" y="113375"/>
                  </a:cubicBezTo>
                  <a:cubicBezTo>
                    <a:pt x="239718" y="113004"/>
                    <a:pt x="239346" y="112633"/>
                    <a:pt x="238882" y="112262"/>
                  </a:cubicBezTo>
                  <a:cubicBezTo>
                    <a:pt x="237397" y="111057"/>
                    <a:pt x="235818" y="109667"/>
                    <a:pt x="234426" y="108276"/>
                  </a:cubicBezTo>
                  <a:cubicBezTo>
                    <a:pt x="233776" y="107720"/>
                    <a:pt x="233312" y="107071"/>
                    <a:pt x="232755" y="106515"/>
                  </a:cubicBezTo>
                  <a:cubicBezTo>
                    <a:pt x="232012" y="105773"/>
                    <a:pt x="231362" y="105124"/>
                    <a:pt x="230712" y="104383"/>
                  </a:cubicBezTo>
                  <a:close/>
                  <a:moveTo>
                    <a:pt x="278894" y="25308"/>
                  </a:moveTo>
                  <a:cubicBezTo>
                    <a:pt x="257913" y="25308"/>
                    <a:pt x="240832" y="42365"/>
                    <a:pt x="240832" y="63316"/>
                  </a:cubicBezTo>
                  <a:cubicBezTo>
                    <a:pt x="240832" y="69712"/>
                    <a:pt x="242503" y="76016"/>
                    <a:pt x="245752" y="81856"/>
                  </a:cubicBezTo>
                  <a:cubicBezTo>
                    <a:pt x="252436" y="93815"/>
                    <a:pt x="265155" y="101231"/>
                    <a:pt x="278894" y="101231"/>
                  </a:cubicBezTo>
                  <a:cubicBezTo>
                    <a:pt x="292634" y="101231"/>
                    <a:pt x="305353" y="93815"/>
                    <a:pt x="312037" y="81856"/>
                  </a:cubicBezTo>
                  <a:cubicBezTo>
                    <a:pt x="315286" y="76016"/>
                    <a:pt x="316864" y="69712"/>
                    <a:pt x="316864" y="63316"/>
                  </a:cubicBezTo>
                  <a:cubicBezTo>
                    <a:pt x="316864" y="42365"/>
                    <a:pt x="299875" y="25308"/>
                    <a:pt x="278894" y="25308"/>
                  </a:cubicBezTo>
                  <a:close/>
                  <a:moveTo>
                    <a:pt x="278894" y="0"/>
                  </a:moveTo>
                  <a:cubicBezTo>
                    <a:pt x="313801" y="0"/>
                    <a:pt x="342209" y="28367"/>
                    <a:pt x="342209" y="63316"/>
                  </a:cubicBezTo>
                  <a:cubicBezTo>
                    <a:pt x="342209" y="69805"/>
                    <a:pt x="341188" y="76016"/>
                    <a:pt x="339238" y="82134"/>
                  </a:cubicBezTo>
                  <a:lnTo>
                    <a:pt x="448506" y="139980"/>
                  </a:lnTo>
                  <a:cubicBezTo>
                    <a:pt x="452591" y="135716"/>
                    <a:pt x="457233" y="131915"/>
                    <a:pt x="462525" y="128763"/>
                  </a:cubicBezTo>
                  <a:cubicBezTo>
                    <a:pt x="492789" y="111335"/>
                    <a:pt x="531688" y="121625"/>
                    <a:pt x="549234" y="151846"/>
                  </a:cubicBezTo>
                  <a:cubicBezTo>
                    <a:pt x="557682" y="166585"/>
                    <a:pt x="559910" y="183643"/>
                    <a:pt x="555547" y="200051"/>
                  </a:cubicBezTo>
                  <a:cubicBezTo>
                    <a:pt x="551091" y="216274"/>
                    <a:pt x="540600" y="229901"/>
                    <a:pt x="525932" y="238244"/>
                  </a:cubicBezTo>
                  <a:cubicBezTo>
                    <a:pt x="522126" y="240469"/>
                    <a:pt x="518134" y="242230"/>
                    <a:pt x="513956" y="243528"/>
                  </a:cubicBezTo>
                  <a:lnTo>
                    <a:pt x="513956" y="363948"/>
                  </a:lnTo>
                  <a:cubicBezTo>
                    <a:pt x="518134" y="365338"/>
                    <a:pt x="522218" y="367100"/>
                    <a:pt x="526025" y="369324"/>
                  </a:cubicBezTo>
                  <a:cubicBezTo>
                    <a:pt x="540600" y="377575"/>
                    <a:pt x="551091" y="391202"/>
                    <a:pt x="555547" y="407518"/>
                  </a:cubicBezTo>
                  <a:cubicBezTo>
                    <a:pt x="559910" y="423833"/>
                    <a:pt x="557682" y="440983"/>
                    <a:pt x="549234" y="455630"/>
                  </a:cubicBezTo>
                  <a:lnTo>
                    <a:pt x="549234" y="455723"/>
                  </a:lnTo>
                  <a:cubicBezTo>
                    <a:pt x="537444" y="475932"/>
                    <a:pt x="516091" y="487241"/>
                    <a:pt x="494182" y="487241"/>
                  </a:cubicBezTo>
                  <a:cubicBezTo>
                    <a:pt x="483413" y="487241"/>
                    <a:pt x="472551" y="484460"/>
                    <a:pt x="462525" y="478713"/>
                  </a:cubicBezTo>
                  <a:cubicBezTo>
                    <a:pt x="457233" y="475653"/>
                    <a:pt x="452591" y="471853"/>
                    <a:pt x="448506" y="467588"/>
                  </a:cubicBezTo>
                  <a:lnTo>
                    <a:pt x="339238" y="525342"/>
                  </a:lnTo>
                  <a:cubicBezTo>
                    <a:pt x="341188" y="531460"/>
                    <a:pt x="342209" y="537764"/>
                    <a:pt x="342209" y="544253"/>
                  </a:cubicBezTo>
                  <a:cubicBezTo>
                    <a:pt x="342209" y="579109"/>
                    <a:pt x="313801" y="607568"/>
                    <a:pt x="278894" y="607568"/>
                  </a:cubicBezTo>
                  <a:cubicBezTo>
                    <a:pt x="243895" y="607568"/>
                    <a:pt x="215487" y="579109"/>
                    <a:pt x="215487" y="544253"/>
                  </a:cubicBezTo>
                  <a:cubicBezTo>
                    <a:pt x="215487" y="537764"/>
                    <a:pt x="216601" y="531460"/>
                    <a:pt x="218551" y="525342"/>
                  </a:cubicBezTo>
                  <a:lnTo>
                    <a:pt x="109190" y="467588"/>
                  </a:lnTo>
                  <a:cubicBezTo>
                    <a:pt x="105198" y="471853"/>
                    <a:pt x="100556" y="475653"/>
                    <a:pt x="95171" y="478713"/>
                  </a:cubicBezTo>
                  <a:cubicBezTo>
                    <a:pt x="85238" y="484460"/>
                    <a:pt x="74376" y="487241"/>
                    <a:pt x="63607" y="487241"/>
                  </a:cubicBezTo>
                  <a:cubicBezTo>
                    <a:pt x="41698" y="487241"/>
                    <a:pt x="20345" y="475932"/>
                    <a:pt x="8555" y="455723"/>
                  </a:cubicBezTo>
                  <a:cubicBezTo>
                    <a:pt x="14" y="440983"/>
                    <a:pt x="-2214" y="423833"/>
                    <a:pt x="2242" y="407518"/>
                  </a:cubicBezTo>
                  <a:cubicBezTo>
                    <a:pt x="6698" y="391202"/>
                    <a:pt x="17189" y="377575"/>
                    <a:pt x="31857" y="369232"/>
                  </a:cubicBezTo>
                  <a:cubicBezTo>
                    <a:pt x="35570" y="367007"/>
                    <a:pt x="39655" y="365338"/>
                    <a:pt x="43833" y="363948"/>
                  </a:cubicBezTo>
                  <a:lnTo>
                    <a:pt x="43833" y="243528"/>
                  </a:lnTo>
                  <a:cubicBezTo>
                    <a:pt x="39655" y="242230"/>
                    <a:pt x="35570" y="240469"/>
                    <a:pt x="31671" y="238244"/>
                  </a:cubicBezTo>
                  <a:cubicBezTo>
                    <a:pt x="17189" y="229901"/>
                    <a:pt x="6698" y="216274"/>
                    <a:pt x="2242" y="200051"/>
                  </a:cubicBezTo>
                  <a:cubicBezTo>
                    <a:pt x="-2214" y="183643"/>
                    <a:pt x="14" y="166585"/>
                    <a:pt x="8555" y="151939"/>
                  </a:cubicBezTo>
                  <a:cubicBezTo>
                    <a:pt x="26101" y="121718"/>
                    <a:pt x="65000" y="111335"/>
                    <a:pt x="95171" y="128763"/>
                  </a:cubicBezTo>
                  <a:cubicBezTo>
                    <a:pt x="100556" y="131915"/>
                    <a:pt x="105198" y="135623"/>
                    <a:pt x="109190" y="139980"/>
                  </a:cubicBezTo>
                  <a:lnTo>
                    <a:pt x="218551" y="82134"/>
                  </a:lnTo>
                  <a:cubicBezTo>
                    <a:pt x="216601" y="76016"/>
                    <a:pt x="215487" y="69712"/>
                    <a:pt x="215487" y="63316"/>
                  </a:cubicBezTo>
                  <a:cubicBezTo>
                    <a:pt x="215487" y="28367"/>
                    <a:pt x="243895" y="0"/>
                    <a:pt x="278894" y="0"/>
                  </a:cubicBezTo>
                  <a:close/>
                </a:path>
              </a:pathLst>
            </a:custGeom>
            <a:solidFill>
              <a:schemeClr val="accent1"/>
            </a:solidFill>
            <a:ln>
              <a:noFill/>
            </a:ln>
          </p:spPr>
        </p:sp>
      </p:grpSp>
      <p:sp>
        <p:nvSpPr>
          <p:cNvPr id="41" name="矩形 40"/>
          <p:cNvSpPr/>
          <p:nvPr/>
        </p:nvSpPr>
        <p:spPr>
          <a:xfrm>
            <a:off x="744389" y="1974942"/>
            <a:ext cx="9990416" cy="70675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sz="2000" b="0" i="0" u="none" strike="noStrike" kern="1200" cap="none" spc="0" normalizeH="0" baseline="0" noProof="0" dirty="0">
              <a:ln>
                <a:noFill/>
              </a:ln>
              <a:solidFill>
                <a:schemeClr val="bg1"/>
              </a:solidFill>
              <a:effectLst/>
              <a:uLnTx/>
              <a:uFillTx/>
              <a:latin typeface="字魂105号-简雅黑" panose="00000500000000000000" pitchFamily="2" charset="-122"/>
              <a:ea typeface="字魂105号-简雅黑" panose="00000500000000000000" pitchFamily="2" charset="-122"/>
              <a:cs typeface="+mn-cs"/>
              <a:sym typeface="字魂105号-简雅黑" panose="00000500000000000000" pitchFamily="2" charset="-122"/>
            </a:endParaRPr>
          </a:p>
        </p:txBody>
      </p:sp>
      <p:pic>
        <p:nvPicPr>
          <p:cNvPr id="42" name="图片 41">
            <a:extLst>
              <a:ext uri="{FF2B5EF4-FFF2-40B4-BE49-F238E27FC236}">
                <a16:creationId xmlns:a16="http://schemas.microsoft.com/office/drawing/2014/main" id="{F57CD392-7FCA-5547-A828-30BE47503F09}"/>
              </a:ext>
            </a:extLst>
          </p:cNvPr>
          <p:cNvPicPr>
            <a:picLocks noChangeAspect="1"/>
          </p:cNvPicPr>
          <p:nvPr/>
        </p:nvPicPr>
        <p:blipFill rotWithShape="1">
          <a:blip r:embed="rId5">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12"/>
          <p:cNvSpPr txBox="1"/>
          <p:nvPr/>
        </p:nvSpPr>
        <p:spPr>
          <a:xfrm>
            <a:off x="1365587" y="4211122"/>
            <a:ext cx="2282014" cy="2646878"/>
          </a:xfrm>
          <a:prstGeom prst="rect">
            <a:avLst/>
          </a:prstGeom>
        </p:spPr>
        <p:txBody>
          <a:bodyPr vert="horz" wrap="none" lIns="0" tIns="0" rIns="0" bIns="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lang="en-US" altLang="zh-CN" sz="16600" b="1" kern="1200" spc="0" baseline="0" dirty="0">
                <a:ln w="19050">
                  <a:gradFill>
                    <a:gsLst>
                      <a:gs pos="23000">
                        <a:schemeClr val="bg1"/>
                      </a:gs>
                      <a:gs pos="56000">
                        <a:schemeClr val="bg1">
                          <a:alpha val="0"/>
                        </a:schemeClr>
                      </a:gs>
                      <a:gs pos="100000">
                        <a:schemeClr val="bg1">
                          <a:alpha val="0"/>
                        </a:schemeClr>
                      </a:gs>
                    </a:gsLst>
                    <a:lin ang="5400000" scaled="1"/>
                  </a:gradFill>
                </a:ln>
                <a:gradFill>
                  <a:gsLst>
                    <a:gs pos="0">
                      <a:schemeClr val="accent1"/>
                    </a:gs>
                    <a:gs pos="100000">
                      <a:schemeClr val="accent1">
                        <a:lumMod val="75000"/>
                      </a:schemeClr>
                    </a:gs>
                  </a:gsLst>
                  <a:lin ang="5400000" scaled="1"/>
                </a:gradFill>
                <a:effectLst>
                  <a:outerShdw blurRad="50800" dist="38100" dir="2700000" algn="tl" rotWithShape="0">
                    <a:prstClr val="black">
                      <a:alpha val="40000"/>
                    </a:prst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6600" b="1" i="0" u="none" strike="noStrike" kern="1200" cap="none" spc="0" normalizeH="0" baseline="0" noProof="0" dirty="0">
                <a:ln w="19050">
                  <a:gradFill>
                    <a:gsLst>
                      <a:gs pos="23000">
                        <a:prstClr val="white"/>
                      </a:gs>
                      <a:gs pos="56000">
                        <a:prstClr val="white">
                          <a:alpha val="0"/>
                        </a:prstClr>
                      </a:gs>
                      <a:gs pos="100000">
                        <a:prstClr val="white">
                          <a:alpha val="0"/>
                        </a:prstClr>
                      </a:gs>
                    </a:gsLst>
                    <a:lin ang="5400000" scaled="1"/>
                  </a:gradFill>
                </a:ln>
                <a:solidFill>
                  <a:schemeClr val="accent1"/>
                </a:solidFill>
                <a:effectLst>
                  <a:outerShdw blurRad="50800" dist="38100" dir="2700000" algn="tl" rotWithShape="0">
                    <a:prstClr val="black">
                      <a:alpha val="40000"/>
                    </a:prstClr>
                  </a:outerShdw>
                </a:effectLst>
                <a:uLnTx/>
                <a:uFillTx/>
                <a:latin typeface="Arial Black" panose="020B0A04020102020204" pitchFamily="34" charset="0"/>
                <a:ea typeface="微软雅黑" panose="020B0503020204020204" pitchFamily="34" charset="-122"/>
                <a:cs typeface="+mn-ea"/>
                <a:sym typeface="+mn-lt"/>
              </a:rPr>
              <a:t>04</a:t>
            </a:r>
          </a:p>
        </p:txBody>
      </p:sp>
      <p:sp>
        <p:nvSpPr>
          <p:cNvPr id="8" name="矩形 7"/>
          <p:cNvSpPr/>
          <p:nvPr/>
        </p:nvSpPr>
        <p:spPr>
          <a:xfrm>
            <a:off x="-1" y="3792511"/>
            <a:ext cx="12191999" cy="167663"/>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4" name="直接连接符 13"/>
          <p:cNvCxnSpPr/>
          <p:nvPr/>
        </p:nvCxnSpPr>
        <p:spPr>
          <a:xfrm>
            <a:off x="4467069" y="5722160"/>
            <a:ext cx="608600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文本占位符 4"/>
          <p:cNvSpPr txBox="1"/>
          <p:nvPr>
            <p:custDataLst>
              <p:tags r:id="rId2"/>
            </p:custDataLst>
          </p:nvPr>
        </p:nvSpPr>
        <p:spPr>
          <a:xfrm>
            <a:off x="4467225" y="5013960"/>
            <a:ext cx="6085840" cy="780415"/>
          </a:xfrm>
          <a:prstGeom prst="rect">
            <a:avLst/>
          </a:prstGeom>
        </p:spPr>
        <p:txBody>
          <a:bodyPr vert="horz" wrap="square"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400" kern="1200" cap="all" dirty="0" smtClean="0">
                <a:solidFill>
                  <a:srgbClr val="0C98FA"/>
                </a:solidFill>
                <a:latin typeface="+mn-lt"/>
                <a:ea typeface="Arial Unicode MS" panose="020B0604020202020204" pitchFamily="34" charset="-122"/>
                <a:cs typeface="Arial Unicode MS" panose="020B0604020202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all" spc="0" normalizeH="0" baseline="0" noProof="0" dirty="0">
                <a:ln>
                  <a:noFill/>
                </a:ln>
                <a:solidFill>
                  <a:schemeClr val="accent1"/>
                </a:solidFill>
                <a:effectLst/>
                <a:uLnTx/>
                <a:uFillTx/>
                <a:latin typeface="Roboto Regular"/>
                <a:ea typeface="Arial Unicode MS" panose="020B0604020202020204" pitchFamily="34" charset="-122"/>
                <a:cs typeface="Arial Unicode MS" panose="020B0604020202020204" pitchFamily="34" charset="-122"/>
              </a:rPr>
              <a:t>ADD YOUR TITLE HERE </a:t>
            </a:r>
          </a:p>
        </p:txBody>
      </p:sp>
      <p:pic>
        <p:nvPicPr>
          <p:cNvPr id="7" name="图片 6">
            <a:extLst>
              <a:ext uri="{FF2B5EF4-FFF2-40B4-BE49-F238E27FC236}">
                <a16:creationId xmlns:a16="http://schemas.microsoft.com/office/drawing/2014/main" id="{72C3D046-9965-0893-6303-056265A4B520}"/>
              </a:ext>
            </a:extLst>
          </p:cNvPr>
          <p:cNvPicPr>
            <a:picLocks noChangeAspect="1"/>
          </p:cNvPicPr>
          <p:nvPr/>
        </p:nvPicPr>
        <p:blipFill rotWithShape="1">
          <a:blip r:embed="rId4">
            <a:extLst>
              <a:ext uri="{28A0092B-C50C-407E-A947-70E740481C1C}">
                <a14:useLocalDpi xmlns:a14="http://schemas.microsoft.com/office/drawing/2010/main" val="0"/>
              </a:ext>
            </a:extLst>
          </a:blip>
          <a:srcRect t="31941" b="22855"/>
          <a:stretch/>
        </p:blipFill>
        <p:spPr>
          <a:xfrm>
            <a:off x="0" y="0"/>
            <a:ext cx="12192000" cy="37925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pic>
        <p:nvPicPr>
          <p:cNvPr id="12" name="图片占位符 4"/>
          <p:cNvPicPr/>
          <p:nvPr/>
        </p:nvPicPr>
        <p:blipFill>
          <a:blip r:embed="rId4">
            <a:extLst>
              <a:ext uri="{28A0092B-C50C-407E-A947-70E740481C1C}">
                <a14:useLocalDpi xmlns:a14="http://schemas.microsoft.com/office/drawing/2010/main" val="0"/>
              </a:ext>
            </a:extLst>
          </a:blip>
          <a:srcRect l="20868" r="20868"/>
          <a:stretch/>
        </p:blipFill>
        <p:spPr>
          <a:xfrm>
            <a:off x="849777" y="976678"/>
            <a:ext cx="4328525" cy="5180679"/>
          </a:xfrm>
          <a:prstGeom prst="rect">
            <a:avLst/>
          </a:prstGeom>
        </p:spPr>
      </p:pic>
      <p:sp>
        <p:nvSpPr>
          <p:cNvPr id="13" name="矩形 12"/>
          <p:cNvSpPr/>
          <p:nvPr/>
        </p:nvSpPr>
        <p:spPr>
          <a:xfrm>
            <a:off x="849780" y="5707296"/>
            <a:ext cx="4328525" cy="450065"/>
          </a:xfrm>
          <a:prstGeom prst="rect">
            <a:avLst/>
          </a:prstGeom>
          <a:solidFill>
            <a:schemeClr val="accent1">
              <a:alpha val="92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15" name="椭圆 14"/>
          <p:cNvSpPr/>
          <p:nvPr/>
        </p:nvSpPr>
        <p:spPr>
          <a:xfrm>
            <a:off x="5636341" y="3739223"/>
            <a:ext cx="363794" cy="363794"/>
          </a:xfrm>
          <a:prstGeom prst="ellipse">
            <a:avLst/>
          </a:prstGeom>
          <a:solidFill>
            <a:schemeClr val="accent1">
              <a:alpha val="23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16" name="椭圆 15"/>
          <p:cNvSpPr/>
          <p:nvPr/>
        </p:nvSpPr>
        <p:spPr>
          <a:xfrm>
            <a:off x="5636341" y="1428404"/>
            <a:ext cx="363794" cy="363794"/>
          </a:xfrm>
          <a:prstGeom prst="ellipse">
            <a:avLst/>
          </a:prstGeom>
          <a:solidFill>
            <a:schemeClr val="accent1">
              <a:alpha val="23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cxnSp>
        <p:nvCxnSpPr>
          <p:cNvPr id="17" name="直接连接符 16"/>
          <p:cNvCxnSpPr/>
          <p:nvPr/>
        </p:nvCxnSpPr>
        <p:spPr>
          <a:xfrm>
            <a:off x="6099533" y="2050339"/>
            <a:ext cx="5101763" cy="0"/>
          </a:xfrm>
          <a:prstGeom prst="line">
            <a:avLst/>
          </a:prstGeom>
          <a:noFill/>
          <a:ln w="6350" cap="flat" cmpd="sng" algn="ctr">
            <a:solidFill>
              <a:sysClr val="window" lastClr="FFFFFF">
                <a:lumMod val="75000"/>
              </a:sysClr>
            </a:solidFill>
            <a:prstDash val="solid"/>
            <a:miter lim="800000"/>
          </a:ln>
          <a:effectLst/>
        </p:spPr>
      </p:cxnSp>
      <p:sp>
        <p:nvSpPr>
          <p:cNvPr id="18" name="文本框 17"/>
          <p:cNvSpPr txBox="1"/>
          <p:nvPr/>
        </p:nvSpPr>
        <p:spPr>
          <a:xfrm>
            <a:off x="5755383" y="1449230"/>
            <a:ext cx="2723743"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20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Title</a:t>
            </a:r>
          </a:p>
        </p:txBody>
      </p:sp>
      <p:cxnSp>
        <p:nvCxnSpPr>
          <p:cNvPr id="19" name="直接连接符 18"/>
          <p:cNvCxnSpPr/>
          <p:nvPr/>
        </p:nvCxnSpPr>
        <p:spPr>
          <a:xfrm>
            <a:off x="5791200" y="2051107"/>
            <a:ext cx="417870" cy="0"/>
          </a:xfrm>
          <a:prstGeom prst="line">
            <a:avLst/>
          </a:prstGeom>
          <a:noFill/>
          <a:ln w="38100" cap="flat" cmpd="sng" algn="ctr">
            <a:solidFill>
              <a:schemeClr val="accent1"/>
            </a:solidFill>
            <a:prstDash val="solid"/>
            <a:miter lim="800000"/>
          </a:ln>
          <a:effectLst/>
        </p:spPr>
      </p:cxnSp>
      <p:sp>
        <p:nvSpPr>
          <p:cNvPr id="20" name="矩形 19"/>
          <p:cNvSpPr/>
          <p:nvPr/>
        </p:nvSpPr>
        <p:spPr>
          <a:xfrm>
            <a:off x="5680434" y="2232685"/>
            <a:ext cx="5661790" cy="9220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sz="1800" b="0" i="0" u="none" strike="noStrike" kern="1200" cap="none" spc="0" normalizeH="0" baseline="0" noProof="0" dirty="0">
              <a:ln>
                <a:noFill/>
              </a:ln>
              <a:solidFill>
                <a:schemeClr val="tx1"/>
              </a:solidFill>
              <a:effectLst/>
              <a:uLnTx/>
              <a:uFillTx/>
              <a:latin typeface="字魂105号-简雅黑" panose="00000500000000000000" pitchFamily="2" charset="-122"/>
              <a:ea typeface="字魂105号-简雅黑" panose="00000500000000000000" pitchFamily="2" charset="-122"/>
              <a:cs typeface="+mn-cs"/>
              <a:sym typeface="字魂105号-简雅黑" panose="00000500000000000000" pitchFamily="2" charset="-122"/>
            </a:endParaRPr>
          </a:p>
        </p:txBody>
      </p:sp>
      <p:cxnSp>
        <p:nvCxnSpPr>
          <p:cNvPr id="21" name="直接连接符 20"/>
          <p:cNvCxnSpPr/>
          <p:nvPr/>
        </p:nvCxnSpPr>
        <p:spPr>
          <a:xfrm>
            <a:off x="6099533" y="4356497"/>
            <a:ext cx="5101763" cy="0"/>
          </a:xfrm>
          <a:prstGeom prst="line">
            <a:avLst/>
          </a:prstGeom>
          <a:noFill/>
          <a:ln w="6350" cap="flat" cmpd="sng" algn="ctr">
            <a:solidFill>
              <a:sysClr val="window" lastClr="FFFFFF">
                <a:lumMod val="75000"/>
              </a:sysClr>
            </a:solidFill>
            <a:prstDash val="solid"/>
            <a:miter lim="800000"/>
          </a:ln>
          <a:effectLst/>
        </p:spPr>
      </p:cxnSp>
      <p:sp>
        <p:nvSpPr>
          <p:cNvPr id="22" name="文本框 21"/>
          <p:cNvSpPr txBox="1"/>
          <p:nvPr/>
        </p:nvSpPr>
        <p:spPr>
          <a:xfrm>
            <a:off x="5755383" y="3755388"/>
            <a:ext cx="2723743"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20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Title</a:t>
            </a:r>
          </a:p>
        </p:txBody>
      </p:sp>
      <p:cxnSp>
        <p:nvCxnSpPr>
          <p:cNvPr id="23" name="直接连接符 22"/>
          <p:cNvCxnSpPr/>
          <p:nvPr/>
        </p:nvCxnSpPr>
        <p:spPr>
          <a:xfrm>
            <a:off x="5791200" y="4357265"/>
            <a:ext cx="417870" cy="0"/>
          </a:xfrm>
          <a:prstGeom prst="line">
            <a:avLst/>
          </a:prstGeom>
          <a:noFill/>
          <a:ln w="38100" cap="flat" cmpd="sng" algn="ctr">
            <a:solidFill>
              <a:schemeClr val="accent1"/>
            </a:solidFill>
            <a:prstDash val="solid"/>
            <a:miter lim="800000"/>
          </a:ln>
          <a:effectLst/>
        </p:spPr>
      </p:cxnSp>
      <p:sp>
        <p:nvSpPr>
          <p:cNvPr id="24" name="矩形 23"/>
          <p:cNvSpPr/>
          <p:nvPr/>
        </p:nvSpPr>
        <p:spPr>
          <a:xfrm>
            <a:off x="5680433" y="4538843"/>
            <a:ext cx="5661787" cy="9220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sz="1800" b="0" i="0" u="none" strike="noStrike" kern="1200" cap="none" spc="0" normalizeH="0" baseline="0" noProof="0" dirty="0">
              <a:ln>
                <a:noFill/>
              </a:ln>
              <a:solidFill>
                <a:schemeClr val="tx1"/>
              </a:solidFill>
              <a:effectLst/>
              <a:uLnTx/>
              <a:uFillTx/>
              <a:latin typeface="字魂105号-简雅黑" panose="00000500000000000000" pitchFamily="2" charset="-122"/>
              <a:ea typeface="字魂105号-简雅黑" panose="00000500000000000000" pitchFamily="2" charset="-122"/>
              <a:cs typeface="+mn-cs"/>
              <a:sym typeface="字魂105号-简雅黑" panose="00000500000000000000" pitchFamily="2" charset="-122"/>
            </a:endParaRPr>
          </a:p>
        </p:txBody>
      </p:sp>
      <p:pic>
        <p:nvPicPr>
          <p:cNvPr id="25" name="图片 24">
            <a:extLst>
              <a:ext uri="{FF2B5EF4-FFF2-40B4-BE49-F238E27FC236}">
                <a16:creationId xmlns:a16="http://schemas.microsoft.com/office/drawing/2014/main" id="{FA55AE10-5FEF-5184-1664-F1F872716EAB}"/>
              </a:ext>
            </a:extLst>
          </p:cNvPr>
          <p:cNvPicPr>
            <a:picLocks noChangeAspect="1"/>
          </p:cNvPicPr>
          <p:nvPr/>
        </p:nvPicPr>
        <p:blipFill rotWithShape="1">
          <a:blip r:embed="rId5">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sp>
        <p:nvSpPr>
          <p:cNvPr id="2" name="矩形 1"/>
          <p:cNvSpPr/>
          <p:nvPr/>
        </p:nvSpPr>
        <p:spPr>
          <a:xfrm>
            <a:off x="1067934" y="3306100"/>
            <a:ext cx="4320966" cy="2431137"/>
          </a:xfrm>
          <a:prstGeom prst="rect">
            <a:avLst/>
          </a:prstGeom>
          <a:solidFill>
            <a:schemeClr val="accent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4" name="矩形 3"/>
          <p:cNvSpPr/>
          <p:nvPr/>
        </p:nvSpPr>
        <p:spPr>
          <a:xfrm>
            <a:off x="6576664" y="3306100"/>
            <a:ext cx="4320966" cy="2431137"/>
          </a:xfrm>
          <a:prstGeom prst="rect">
            <a:avLst/>
          </a:prstGeom>
          <a:solidFill>
            <a:schemeClr val="accent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pic>
        <p:nvPicPr>
          <p:cNvPr id="5" name="图片占位符 5"/>
          <p:cNvPicPr>
            <a:picLocks noChangeAspect="1"/>
          </p:cNvPicPr>
          <p:nvPr/>
        </p:nvPicPr>
        <p:blipFill>
          <a:blip r:embed="rId5" cstate="print">
            <a:extLst>
              <a:ext uri="{28A0092B-C50C-407E-A947-70E740481C1C}">
                <a14:useLocalDpi xmlns:a14="http://schemas.microsoft.com/office/drawing/2010/main" val="0"/>
              </a:ext>
            </a:extLst>
          </a:blip>
          <a:srcRect t="7332" b="7332"/>
          <a:stretch/>
        </p:blipFill>
        <p:spPr>
          <a:xfrm>
            <a:off x="719884" y="1275727"/>
            <a:ext cx="4320967" cy="2422875"/>
          </a:xfrm>
          <a:prstGeom prst="rect">
            <a:avLst/>
          </a:prstGeom>
        </p:spPr>
      </p:pic>
      <p:pic>
        <p:nvPicPr>
          <p:cNvPr id="6" name="图片占位符 7"/>
          <p:cNvPicPr>
            <a:picLocks noChangeAspect="1"/>
          </p:cNvPicPr>
          <p:nvPr/>
        </p:nvPicPr>
        <p:blipFill>
          <a:blip r:embed="rId6" cstate="print">
            <a:extLst>
              <a:ext uri="{28A0092B-C50C-407E-A947-70E740481C1C}">
                <a14:useLocalDpi xmlns:a14="http://schemas.microsoft.com/office/drawing/2010/main" val="0"/>
              </a:ext>
            </a:extLst>
          </a:blip>
          <a:srcRect l="12586" r="12586"/>
          <a:stretch/>
        </p:blipFill>
        <p:spPr>
          <a:xfrm>
            <a:off x="6170366" y="1275728"/>
            <a:ext cx="4321172" cy="2431136"/>
          </a:xfrm>
          <a:prstGeom prst="rect">
            <a:avLst/>
          </a:prstGeom>
        </p:spPr>
      </p:pic>
      <p:sp>
        <p:nvSpPr>
          <p:cNvPr id="7" name="矩形 6"/>
          <p:cNvSpPr/>
          <p:nvPr/>
        </p:nvSpPr>
        <p:spPr>
          <a:xfrm>
            <a:off x="6507216" y="3381858"/>
            <a:ext cx="4320966" cy="2551766"/>
          </a:xfrm>
          <a:prstGeom prst="rect">
            <a:avLst/>
          </a:prstGeom>
          <a:solidFill>
            <a:sysClr val="window" lastClr="FFFFFF"/>
          </a:solidFill>
          <a:ln w="12700" cap="flat" cmpd="sng" algn="ctr">
            <a:noFill/>
            <a:prstDash val="solid"/>
            <a:miter lim="800000"/>
          </a:ln>
          <a:effectLst>
            <a:outerShdw blurRad="317500" sx="102000" sy="102000" algn="ctr" rotWithShape="0">
              <a:prstClr val="black">
                <a:alpha val="1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8" name="矩形 7"/>
          <p:cNvSpPr/>
          <p:nvPr/>
        </p:nvSpPr>
        <p:spPr>
          <a:xfrm>
            <a:off x="998486" y="3381858"/>
            <a:ext cx="4320966" cy="2551766"/>
          </a:xfrm>
          <a:prstGeom prst="rect">
            <a:avLst/>
          </a:prstGeom>
          <a:solidFill>
            <a:sysClr val="window" lastClr="FFFFFF"/>
          </a:solidFill>
          <a:ln w="12700" cap="flat" cmpd="sng" algn="ctr">
            <a:noFill/>
            <a:prstDash val="solid"/>
            <a:miter lim="800000"/>
          </a:ln>
          <a:effectLst>
            <a:outerShdw blurRad="317500" sx="102000" sy="102000" algn="ctr" rotWithShape="0">
              <a:prstClr val="black">
                <a:alpha val="1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9" name="矩形 8"/>
          <p:cNvSpPr/>
          <p:nvPr/>
        </p:nvSpPr>
        <p:spPr>
          <a:xfrm>
            <a:off x="1294130" y="4135755"/>
            <a:ext cx="3002915" cy="175323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sz="1800" b="0" i="0" u="none" strike="noStrike" kern="120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endParaRPr>
          </a:p>
        </p:txBody>
      </p:sp>
      <p:sp>
        <p:nvSpPr>
          <p:cNvPr id="10" name="文本框 9"/>
          <p:cNvSpPr txBox="1"/>
          <p:nvPr/>
        </p:nvSpPr>
        <p:spPr>
          <a:xfrm>
            <a:off x="1294370" y="3703539"/>
            <a:ext cx="2723743"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20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Title</a:t>
            </a:r>
          </a:p>
        </p:txBody>
      </p:sp>
      <p:sp>
        <p:nvSpPr>
          <p:cNvPr id="13" name="文本框 12"/>
          <p:cNvSpPr txBox="1"/>
          <p:nvPr/>
        </p:nvSpPr>
        <p:spPr>
          <a:xfrm>
            <a:off x="6838643" y="3703539"/>
            <a:ext cx="2723743"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20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rPr>
              <a:t>Title</a:t>
            </a:r>
          </a:p>
        </p:txBody>
      </p:sp>
      <p:sp>
        <p:nvSpPr>
          <p:cNvPr id="15" name="直角三角形 14"/>
          <p:cNvSpPr/>
          <p:nvPr/>
        </p:nvSpPr>
        <p:spPr>
          <a:xfrm rot="5400000">
            <a:off x="998486" y="3381858"/>
            <a:ext cx="175615" cy="175615"/>
          </a:xfrm>
          <a:prstGeom prst="rtTriangl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17" name="直角三角形 16"/>
          <p:cNvSpPr/>
          <p:nvPr/>
        </p:nvSpPr>
        <p:spPr>
          <a:xfrm rot="5400000">
            <a:off x="6507216" y="3381858"/>
            <a:ext cx="175615" cy="175615"/>
          </a:xfrm>
          <a:prstGeom prst="rtTriangl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微软雅黑" panose="020B0503020204020204" pitchFamily="34" charset="-122"/>
              <a:cs typeface="+mn-cs"/>
            </a:endParaRPr>
          </a:p>
        </p:txBody>
      </p:sp>
      <p:sp>
        <p:nvSpPr>
          <p:cNvPr id="16" name="矩形 15"/>
          <p:cNvSpPr/>
          <p:nvPr>
            <p:custDataLst>
              <p:tags r:id="rId2"/>
            </p:custDataLst>
          </p:nvPr>
        </p:nvSpPr>
        <p:spPr>
          <a:xfrm>
            <a:off x="6838950" y="4163695"/>
            <a:ext cx="3002915" cy="175323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sz="1800" b="0" i="0" u="none" strike="noStrike" kern="1200" cap="none" spc="0" normalizeH="0" baseline="0" noProof="0" dirty="0">
              <a:ln>
                <a:noFill/>
              </a:ln>
              <a:solidFill>
                <a:prstClr val="black">
                  <a:lumMod val="75000"/>
                  <a:lumOff val="25000"/>
                </a:prstClr>
              </a:solidFill>
              <a:effectLst/>
              <a:uLnTx/>
              <a:uFillTx/>
              <a:latin typeface="思源黑体 CN Regular"/>
              <a:ea typeface="微软雅黑" panose="020B0503020204020204" pitchFamily="34" charset="-122"/>
              <a:cs typeface="+mn-cs"/>
            </a:endParaRPr>
          </a:p>
        </p:txBody>
      </p:sp>
      <p:pic>
        <p:nvPicPr>
          <p:cNvPr id="21" name="图片 20">
            <a:extLst>
              <a:ext uri="{FF2B5EF4-FFF2-40B4-BE49-F238E27FC236}">
                <a16:creationId xmlns:a16="http://schemas.microsoft.com/office/drawing/2014/main" id="{340E0320-EC59-73B6-2570-4EBCE53174C8}"/>
              </a:ext>
            </a:extLst>
          </p:cNvPr>
          <p:cNvPicPr>
            <a:picLocks noChangeAspect="1"/>
          </p:cNvPicPr>
          <p:nvPr/>
        </p:nvPicPr>
        <p:blipFill rotWithShape="1">
          <a:blip r:embed="rId7">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aphicFrame>
        <p:nvGraphicFramePr>
          <p:cNvPr id="12" name="图表 11"/>
          <p:cNvGraphicFramePr/>
          <p:nvPr/>
        </p:nvGraphicFramePr>
        <p:xfrm>
          <a:off x="434671" y="1363626"/>
          <a:ext cx="6822570" cy="4501889"/>
        </p:xfrm>
        <a:graphic>
          <a:graphicData uri="http://schemas.openxmlformats.org/drawingml/2006/chart">
            <c:chart xmlns:c="http://schemas.openxmlformats.org/drawingml/2006/chart" xmlns:r="http://schemas.openxmlformats.org/officeDocument/2006/relationships" r:id="rId4"/>
          </a:graphicData>
        </a:graphic>
      </p:graphicFrame>
      <p:grpSp>
        <p:nvGrpSpPr>
          <p:cNvPr id="13" name="组合 12"/>
          <p:cNvGrpSpPr/>
          <p:nvPr/>
        </p:nvGrpSpPr>
        <p:grpSpPr>
          <a:xfrm>
            <a:off x="7341870" y="1169670"/>
            <a:ext cx="4476115" cy="5339080"/>
            <a:chOff x="7499501" y="1138447"/>
            <a:chExt cx="3919425" cy="5012399"/>
          </a:xfrm>
        </p:grpSpPr>
        <p:grpSp>
          <p:nvGrpSpPr>
            <p:cNvPr id="14" name="组合 13"/>
            <p:cNvGrpSpPr/>
            <p:nvPr/>
          </p:nvGrpSpPr>
          <p:grpSpPr>
            <a:xfrm>
              <a:off x="7738414" y="2475716"/>
              <a:ext cx="3360797" cy="1136135"/>
              <a:chOff x="7901252" y="1156694"/>
              <a:chExt cx="3360797" cy="1242922"/>
            </a:xfrm>
          </p:grpSpPr>
          <p:sp>
            <p:nvSpPr>
              <p:cNvPr id="30" name="文本框 29"/>
              <p:cNvSpPr txBox="1"/>
              <p:nvPr/>
            </p:nvSpPr>
            <p:spPr>
              <a:xfrm>
                <a:off x="7901252" y="1631779"/>
                <a:ext cx="3360797" cy="76783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100" normalizeH="0" baseline="0" noProof="0" dirty="0">
                  <a:ln>
                    <a:noFill/>
                  </a:ln>
                  <a:solidFill>
                    <a:prstClr val="black">
                      <a:lumMod val="75000"/>
                      <a:lumOff val="25000"/>
                    </a:prstClr>
                  </a:solidFill>
                  <a:effectLst/>
                  <a:uLnTx/>
                  <a:uFillTx/>
                  <a:latin typeface="字魂105号-简雅黑" panose="00000500000000000000" pitchFamily="2" charset="-122"/>
                  <a:ea typeface="字魂105号-简雅黑" panose="00000500000000000000" pitchFamily="2" charset="-122"/>
                  <a:cs typeface="+mn-cs"/>
                  <a:sym typeface="字魂105号-简雅黑" panose="00000500000000000000" pitchFamily="2" charset="-122"/>
                </a:endParaRPr>
              </a:p>
            </p:txBody>
          </p:sp>
          <p:sp>
            <p:nvSpPr>
              <p:cNvPr id="31" name="文本框 30"/>
              <p:cNvSpPr txBox="1"/>
              <p:nvPr/>
            </p:nvSpPr>
            <p:spPr>
              <a:xfrm>
                <a:off x="7906256" y="1156694"/>
                <a:ext cx="3293485" cy="437340"/>
              </a:xfrm>
              <a:prstGeom prst="rect">
                <a:avLst/>
              </a:prstGeom>
              <a:noFill/>
            </p:spPr>
            <p:txBody>
              <a:bodyPr wrap="square" lIns="0" tIns="0" rIns="0" bIns="0" rtlCol="0">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0" cap="none" spc="100" normalizeH="0" baseline="0" noProof="0" dirty="0">
                    <a:ln>
                      <a:noFill/>
                    </a:ln>
                    <a:solidFill>
                      <a:schemeClr val="accent1"/>
                    </a:solidFill>
                    <a:effectLst/>
                    <a:uLnTx/>
                    <a:uFillTx/>
                    <a:latin typeface="Roboto Regular"/>
                    <a:ea typeface="微软雅黑" panose="020B0503020204020204" pitchFamily="34" charset="-122"/>
                    <a:cs typeface="+mn-cs"/>
                  </a:rPr>
                  <a:t>Title</a:t>
                </a:r>
              </a:p>
            </p:txBody>
          </p:sp>
        </p:grpSp>
        <p:grpSp>
          <p:nvGrpSpPr>
            <p:cNvPr id="15" name="组合 14"/>
            <p:cNvGrpSpPr/>
            <p:nvPr/>
          </p:nvGrpSpPr>
          <p:grpSpPr>
            <a:xfrm>
              <a:off x="7743418" y="3680700"/>
              <a:ext cx="3360797" cy="1179471"/>
              <a:chOff x="7906256" y="2966893"/>
              <a:chExt cx="3360797" cy="1179471"/>
            </a:xfrm>
          </p:grpSpPr>
          <p:sp>
            <p:nvSpPr>
              <p:cNvPr id="25" name="文本框 24"/>
              <p:cNvSpPr txBox="1"/>
              <p:nvPr/>
            </p:nvSpPr>
            <p:spPr>
              <a:xfrm>
                <a:off x="7906256" y="3378526"/>
                <a:ext cx="3360797" cy="767838"/>
              </a:xfrm>
              <a:prstGeom prst="rect">
                <a:avLst/>
              </a:prstGeom>
              <a:no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100" normalizeH="0" baseline="0" noProof="0" dirty="0">
                  <a:ln>
                    <a:noFill/>
                  </a:ln>
                  <a:solidFill>
                    <a:prstClr val="black">
                      <a:lumMod val="75000"/>
                      <a:lumOff val="25000"/>
                    </a:prstClr>
                  </a:solidFill>
                  <a:effectLst/>
                  <a:uLnTx/>
                  <a:uFillTx/>
                  <a:latin typeface="Roboto Regular"/>
                  <a:ea typeface="微软雅黑" panose="020B0503020204020204" pitchFamily="34" charset="-122"/>
                  <a:cs typeface="+mn-cs"/>
                </a:endParaRPr>
              </a:p>
            </p:txBody>
          </p:sp>
          <p:sp>
            <p:nvSpPr>
              <p:cNvPr id="26" name="文本框 25"/>
              <p:cNvSpPr txBox="1"/>
              <p:nvPr/>
            </p:nvSpPr>
            <p:spPr>
              <a:xfrm>
                <a:off x="7906256" y="2966893"/>
                <a:ext cx="3293485" cy="473663"/>
              </a:xfrm>
              <a:prstGeom prst="rect">
                <a:avLst/>
              </a:prstGeom>
              <a:noFill/>
            </p:spPr>
            <p:txBody>
              <a:bodyPr wrap="square" lIns="0" tIns="0" rIns="0" bIns="0" rtlCol="0">
                <a:norm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0" cap="none" spc="100" normalizeH="0" baseline="0" noProof="0" dirty="0">
                    <a:ln>
                      <a:noFill/>
                    </a:ln>
                    <a:solidFill>
                      <a:schemeClr val="accent1"/>
                    </a:solidFill>
                    <a:effectLst/>
                    <a:uLnTx/>
                    <a:uFillTx/>
                    <a:latin typeface="Roboto Regular"/>
                    <a:ea typeface="微软雅黑" panose="020B0503020204020204" pitchFamily="34" charset="-122"/>
                    <a:cs typeface="+mn-cs"/>
                  </a:rPr>
                  <a:t>Title</a:t>
                </a:r>
              </a:p>
            </p:txBody>
          </p:sp>
        </p:grpSp>
        <p:grpSp>
          <p:nvGrpSpPr>
            <p:cNvPr id="16" name="组合 15"/>
            <p:cNvGrpSpPr/>
            <p:nvPr/>
          </p:nvGrpSpPr>
          <p:grpSpPr>
            <a:xfrm>
              <a:off x="7743418" y="4928422"/>
              <a:ext cx="3360797" cy="1222424"/>
              <a:chOff x="7906256" y="4750622"/>
              <a:chExt cx="3360797" cy="1222424"/>
            </a:xfrm>
          </p:grpSpPr>
          <p:sp>
            <p:nvSpPr>
              <p:cNvPr id="23" name="文本框 22"/>
              <p:cNvSpPr txBox="1"/>
              <p:nvPr/>
            </p:nvSpPr>
            <p:spPr>
              <a:xfrm>
                <a:off x="7906256" y="5240330"/>
                <a:ext cx="3360797" cy="732716"/>
              </a:xfrm>
              <a:prstGeom prst="rect">
                <a:avLst/>
              </a:prstGeom>
              <a:noFill/>
            </p:spPr>
            <p:txBody>
              <a:bodyPr wrap="square" lIns="0" tIns="0" rIns="0" bIns="0" rtlCol="0">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0" i="0" u="none" strike="noStrike" kern="0" cap="none" spc="100" normalizeH="0" baseline="0" noProof="0" dirty="0">
                  <a:ln>
                    <a:noFill/>
                  </a:ln>
                  <a:solidFill>
                    <a:prstClr val="black">
                      <a:lumMod val="75000"/>
                      <a:lumOff val="25000"/>
                    </a:prstClr>
                  </a:solidFill>
                  <a:effectLst/>
                  <a:uLnTx/>
                  <a:uFillTx/>
                  <a:latin typeface="Roboto Regular"/>
                  <a:ea typeface="微软雅黑" panose="020B0503020204020204" pitchFamily="34" charset="-122"/>
                  <a:cs typeface="+mn-cs"/>
                </a:endParaRPr>
              </a:p>
            </p:txBody>
          </p:sp>
          <p:sp>
            <p:nvSpPr>
              <p:cNvPr id="24" name="文本框 23"/>
              <p:cNvSpPr txBox="1"/>
              <p:nvPr/>
            </p:nvSpPr>
            <p:spPr>
              <a:xfrm>
                <a:off x="7973535" y="4750622"/>
                <a:ext cx="3293485" cy="473661"/>
              </a:xfrm>
              <a:prstGeom prst="rect">
                <a:avLst/>
              </a:prstGeom>
              <a:noFill/>
            </p:spPr>
            <p:txBody>
              <a:bodyPr wrap="square" lIns="0" tIns="0" rIns="0" bIns="0" rtlCol="0">
                <a:norm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0" cap="none" spc="100" normalizeH="0" baseline="0" noProof="0" dirty="0">
                    <a:ln>
                      <a:noFill/>
                    </a:ln>
                    <a:solidFill>
                      <a:schemeClr val="accent1"/>
                    </a:solidFill>
                    <a:effectLst/>
                    <a:uLnTx/>
                    <a:uFillTx/>
                    <a:latin typeface="Roboto Regular"/>
                    <a:ea typeface="微软雅黑" panose="020B0503020204020204" pitchFamily="34" charset="-122"/>
                    <a:cs typeface="+mn-cs"/>
                  </a:rPr>
                  <a:t>Title</a:t>
                </a:r>
              </a:p>
            </p:txBody>
          </p:sp>
        </p:grpSp>
        <p:cxnSp>
          <p:nvCxnSpPr>
            <p:cNvPr id="17" name="直接连接符 16"/>
            <p:cNvCxnSpPr/>
            <p:nvPr/>
          </p:nvCxnSpPr>
          <p:spPr>
            <a:xfrm>
              <a:off x="7743419" y="3565796"/>
              <a:ext cx="3293485" cy="0"/>
            </a:xfrm>
            <a:prstGeom prst="line">
              <a:avLst/>
            </a:prstGeom>
            <a:noFill/>
            <a:ln w="6350" cap="flat" cmpd="sng" algn="ctr">
              <a:solidFill>
                <a:srgbClr val="E7E6E6">
                  <a:lumMod val="50000"/>
                  <a:alpha val="50000"/>
                </a:srgbClr>
              </a:solidFill>
              <a:prstDash val="sysDash"/>
              <a:miter lim="800000"/>
            </a:ln>
            <a:effectLst/>
          </p:spPr>
        </p:cxnSp>
        <p:cxnSp>
          <p:nvCxnSpPr>
            <p:cNvPr id="18" name="直接连接符 17"/>
            <p:cNvCxnSpPr/>
            <p:nvPr/>
          </p:nvCxnSpPr>
          <p:spPr>
            <a:xfrm>
              <a:off x="7738414" y="4736616"/>
              <a:ext cx="3293485" cy="0"/>
            </a:xfrm>
            <a:prstGeom prst="line">
              <a:avLst/>
            </a:prstGeom>
            <a:noFill/>
            <a:ln w="6350" cap="flat" cmpd="sng" algn="ctr">
              <a:solidFill>
                <a:srgbClr val="E7E6E6">
                  <a:lumMod val="50000"/>
                  <a:alpha val="50000"/>
                </a:srgbClr>
              </a:solidFill>
              <a:prstDash val="sysDash"/>
              <a:miter lim="800000"/>
            </a:ln>
            <a:effectLst/>
          </p:spPr>
        </p:cxnSp>
        <p:grpSp>
          <p:nvGrpSpPr>
            <p:cNvPr id="19" name="组合 18"/>
            <p:cNvGrpSpPr/>
            <p:nvPr/>
          </p:nvGrpSpPr>
          <p:grpSpPr>
            <a:xfrm>
              <a:off x="7499501" y="1138447"/>
              <a:ext cx="3919425" cy="1229023"/>
              <a:chOff x="7361715" y="1050765"/>
              <a:chExt cx="3919425" cy="1229023"/>
            </a:xfrm>
          </p:grpSpPr>
          <p:sp>
            <p:nvSpPr>
              <p:cNvPr id="20" name="文本框 19"/>
              <p:cNvSpPr txBox="1"/>
              <p:nvPr/>
            </p:nvSpPr>
            <p:spPr>
              <a:xfrm>
                <a:off x="7605810" y="1050765"/>
                <a:ext cx="3675330" cy="88144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0" i="0" u="none" strike="noStrike" kern="1200" cap="none" spc="0" normalizeH="0" baseline="0" noProof="0" dirty="0">
                  <a:ln>
                    <a:noFill/>
                  </a:ln>
                  <a:solidFill>
                    <a:schemeClr val="tx1"/>
                  </a:solidFill>
                  <a:effectLst/>
                  <a:uLnTx/>
                  <a:uFillTx/>
                  <a:latin typeface="字魂105号-简雅黑" panose="00000500000000000000" pitchFamily="2" charset="-122"/>
                  <a:ea typeface="字魂105号-简雅黑" panose="00000500000000000000" pitchFamily="2" charset="-122"/>
                  <a:cs typeface="+mn-cs"/>
                  <a:sym typeface="字魂105号-简雅黑" panose="00000500000000000000" pitchFamily="2" charset="-122"/>
                </a:endParaRPr>
              </a:p>
              <a:p>
                <a:pPr marL="0" marR="0" lvl="0" indent="0" algn="just" defTabSz="914400" rtl="0" eaLnBrk="1" fontAlgn="auto" latinLnBrk="0" hangingPunct="1">
                  <a:lnSpc>
                    <a:spcPct val="120000"/>
                  </a:lnSpc>
                  <a:spcBef>
                    <a:spcPts val="0"/>
                  </a:spcBef>
                  <a:spcAft>
                    <a:spcPts val="0"/>
                  </a:spcAft>
                  <a:buClrTx/>
                  <a:buSzTx/>
                  <a:buFontTx/>
                  <a:buNone/>
                  <a:defRPr/>
                </a:pPr>
                <a:endParaRPr kumimoji="0" lang="zh-CN" altLang="en-US" b="1" i="0" u="none" strike="noStrike" kern="0" cap="none" spc="0" normalizeH="0" baseline="0" noProof="0" dirty="0">
                  <a:ln>
                    <a:noFill/>
                  </a:ln>
                  <a:solidFill>
                    <a:prstClr val="black">
                      <a:lumMod val="85000"/>
                      <a:lumOff val="15000"/>
                    </a:prstClr>
                  </a:solidFill>
                  <a:effectLst/>
                  <a:uLnTx/>
                  <a:uFillTx/>
                  <a:latin typeface="思源黑体 CN Regular"/>
                  <a:ea typeface="微软雅黑" panose="020B0503020204020204" pitchFamily="34" charset="-122"/>
                  <a:cs typeface="+mn-cs"/>
                </a:endParaRPr>
              </a:p>
            </p:txBody>
          </p:sp>
          <p:sp>
            <p:nvSpPr>
              <p:cNvPr id="21" name="quotation-marks_897"/>
              <p:cNvSpPr>
                <a:spLocks noChangeAspect="1"/>
              </p:cNvSpPr>
              <p:nvPr/>
            </p:nvSpPr>
            <p:spPr bwMode="auto">
              <a:xfrm>
                <a:off x="7361715" y="1085401"/>
                <a:ext cx="352056" cy="288100"/>
              </a:xfrm>
              <a:custGeom>
                <a:avLst/>
                <a:gdLst>
                  <a:gd name="connsiteX0" fmla="*/ 479725 w 558900"/>
                  <a:gd name="connsiteY0" fmla="*/ 0 h 478835"/>
                  <a:gd name="connsiteX1" fmla="*/ 479725 w 558900"/>
                  <a:gd name="connsiteY1" fmla="*/ 133816 h 478835"/>
                  <a:gd name="connsiteX2" fmla="*/ 419940 w 558900"/>
                  <a:gd name="connsiteY2" fmla="*/ 217653 h 478835"/>
                  <a:gd name="connsiteX3" fmla="*/ 419940 w 558900"/>
                  <a:gd name="connsiteY3" fmla="*/ 259571 h 478835"/>
                  <a:gd name="connsiteX4" fmla="*/ 558900 w 558900"/>
                  <a:gd name="connsiteY4" fmla="*/ 259571 h 478835"/>
                  <a:gd name="connsiteX5" fmla="*/ 558900 w 558900"/>
                  <a:gd name="connsiteY5" fmla="*/ 478835 h 478835"/>
                  <a:gd name="connsiteX6" fmla="*/ 298754 w 558900"/>
                  <a:gd name="connsiteY6" fmla="*/ 478835 h 478835"/>
                  <a:gd name="connsiteX7" fmla="*/ 298754 w 558900"/>
                  <a:gd name="connsiteY7" fmla="*/ 259571 h 478835"/>
                  <a:gd name="connsiteX8" fmla="*/ 479725 w 558900"/>
                  <a:gd name="connsiteY8" fmla="*/ 0 h 478835"/>
                  <a:gd name="connsiteX9" fmla="*/ 179355 w 558900"/>
                  <a:gd name="connsiteY9" fmla="*/ 0 h 478835"/>
                  <a:gd name="connsiteX10" fmla="*/ 179355 w 558900"/>
                  <a:gd name="connsiteY10" fmla="*/ 133816 h 478835"/>
                  <a:gd name="connsiteX11" fmla="*/ 119570 w 558900"/>
                  <a:gd name="connsiteY11" fmla="*/ 217653 h 478835"/>
                  <a:gd name="connsiteX12" fmla="*/ 119570 w 558900"/>
                  <a:gd name="connsiteY12" fmla="*/ 259571 h 478835"/>
                  <a:gd name="connsiteX13" fmla="*/ 260146 w 558900"/>
                  <a:gd name="connsiteY13" fmla="*/ 259571 h 478835"/>
                  <a:gd name="connsiteX14" fmla="*/ 260146 w 558900"/>
                  <a:gd name="connsiteY14" fmla="*/ 478835 h 478835"/>
                  <a:gd name="connsiteX15" fmla="*/ 0 w 558900"/>
                  <a:gd name="connsiteY15" fmla="*/ 478835 h 478835"/>
                  <a:gd name="connsiteX16" fmla="*/ 0 w 558900"/>
                  <a:gd name="connsiteY16" fmla="*/ 259571 h 478835"/>
                  <a:gd name="connsiteX17" fmla="*/ 179355 w 558900"/>
                  <a:gd name="connsiteY17" fmla="*/ 0 h 478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8900" h="478835">
                    <a:moveTo>
                      <a:pt x="479725" y="0"/>
                    </a:moveTo>
                    <a:lnTo>
                      <a:pt x="479725" y="133816"/>
                    </a:lnTo>
                    <a:cubicBezTo>
                      <a:pt x="419940" y="133816"/>
                      <a:pt x="419940" y="145102"/>
                      <a:pt x="419940" y="217653"/>
                    </a:cubicBezTo>
                    <a:lnTo>
                      <a:pt x="419940" y="259571"/>
                    </a:lnTo>
                    <a:lnTo>
                      <a:pt x="558900" y="259571"/>
                    </a:lnTo>
                    <a:lnTo>
                      <a:pt x="558900" y="478835"/>
                    </a:lnTo>
                    <a:lnTo>
                      <a:pt x="298754" y="478835"/>
                    </a:lnTo>
                    <a:lnTo>
                      <a:pt x="298754" y="259571"/>
                    </a:lnTo>
                    <a:cubicBezTo>
                      <a:pt x="298754" y="93510"/>
                      <a:pt x="339149" y="0"/>
                      <a:pt x="479725" y="0"/>
                    </a:cubicBezTo>
                    <a:close/>
                    <a:moveTo>
                      <a:pt x="179355" y="0"/>
                    </a:moveTo>
                    <a:lnTo>
                      <a:pt x="179355" y="133816"/>
                    </a:lnTo>
                    <a:cubicBezTo>
                      <a:pt x="119570" y="133816"/>
                      <a:pt x="119570" y="145102"/>
                      <a:pt x="119570" y="217653"/>
                    </a:cubicBezTo>
                    <a:lnTo>
                      <a:pt x="119570" y="259571"/>
                    </a:lnTo>
                    <a:lnTo>
                      <a:pt x="260146" y="259571"/>
                    </a:lnTo>
                    <a:lnTo>
                      <a:pt x="260146" y="478835"/>
                    </a:lnTo>
                    <a:lnTo>
                      <a:pt x="0" y="478835"/>
                    </a:lnTo>
                    <a:lnTo>
                      <a:pt x="0" y="259571"/>
                    </a:lnTo>
                    <a:cubicBezTo>
                      <a:pt x="0" y="93510"/>
                      <a:pt x="40395" y="0"/>
                      <a:pt x="179355" y="0"/>
                    </a:cubicBezTo>
                    <a:close/>
                  </a:path>
                </a:pathLst>
              </a:custGeom>
              <a:solidFill>
                <a:schemeClr val="accent1"/>
              </a:solidFill>
              <a:ln>
                <a:noFill/>
              </a:ln>
            </p:spPr>
          </p:sp>
          <p:sp>
            <p:nvSpPr>
              <p:cNvPr id="22" name="quotation-marks_897"/>
              <p:cNvSpPr>
                <a:spLocks noChangeAspect="1"/>
              </p:cNvSpPr>
              <p:nvPr/>
            </p:nvSpPr>
            <p:spPr bwMode="auto">
              <a:xfrm flipH="1" flipV="1">
                <a:off x="10961170" y="2018508"/>
                <a:ext cx="319284" cy="261280"/>
              </a:xfrm>
              <a:custGeom>
                <a:avLst/>
                <a:gdLst>
                  <a:gd name="connsiteX0" fmla="*/ 479725 w 558900"/>
                  <a:gd name="connsiteY0" fmla="*/ 0 h 478835"/>
                  <a:gd name="connsiteX1" fmla="*/ 479725 w 558900"/>
                  <a:gd name="connsiteY1" fmla="*/ 133816 h 478835"/>
                  <a:gd name="connsiteX2" fmla="*/ 419940 w 558900"/>
                  <a:gd name="connsiteY2" fmla="*/ 217653 h 478835"/>
                  <a:gd name="connsiteX3" fmla="*/ 419940 w 558900"/>
                  <a:gd name="connsiteY3" fmla="*/ 259571 h 478835"/>
                  <a:gd name="connsiteX4" fmla="*/ 558900 w 558900"/>
                  <a:gd name="connsiteY4" fmla="*/ 259571 h 478835"/>
                  <a:gd name="connsiteX5" fmla="*/ 558900 w 558900"/>
                  <a:gd name="connsiteY5" fmla="*/ 478835 h 478835"/>
                  <a:gd name="connsiteX6" fmla="*/ 298754 w 558900"/>
                  <a:gd name="connsiteY6" fmla="*/ 478835 h 478835"/>
                  <a:gd name="connsiteX7" fmla="*/ 298754 w 558900"/>
                  <a:gd name="connsiteY7" fmla="*/ 259571 h 478835"/>
                  <a:gd name="connsiteX8" fmla="*/ 479725 w 558900"/>
                  <a:gd name="connsiteY8" fmla="*/ 0 h 478835"/>
                  <a:gd name="connsiteX9" fmla="*/ 179355 w 558900"/>
                  <a:gd name="connsiteY9" fmla="*/ 0 h 478835"/>
                  <a:gd name="connsiteX10" fmla="*/ 179355 w 558900"/>
                  <a:gd name="connsiteY10" fmla="*/ 133816 h 478835"/>
                  <a:gd name="connsiteX11" fmla="*/ 119570 w 558900"/>
                  <a:gd name="connsiteY11" fmla="*/ 217653 h 478835"/>
                  <a:gd name="connsiteX12" fmla="*/ 119570 w 558900"/>
                  <a:gd name="connsiteY12" fmla="*/ 259571 h 478835"/>
                  <a:gd name="connsiteX13" fmla="*/ 260146 w 558900"/>
                  <a:gd name="connsiteY13" fmla="*/ 259571 h 478835"/>
                  <a:gd name="connsiteX14" fmla="*/ 260146 w 558900"/>
                  <a:gd name="connsiteY14" fmla="*/ 478835 h 478835"/>
                  <a:gd name="connsiteX15" fmla="*/ 0 w 558900"/>
                  <a:gd name="connsiteY15" fmla="*/ 478835 h 478835"/>
                  <a:gd name="connsiteX16" fmla="*/ 0 w 558900"/>
                  <a:gd name="connsiteY16" fmla="*/ 259571 h 478835"/>
                  <a:gd name="connsiteX17" fmla="*/ 179355 w 558900"/>
                  <a:gd name="connsiteY17" fmla="*/ 0 h 478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8900" h="478835">
                    <a:moveTo>
                      <a:pt x="479725" y="0"/>
                    </a:moveTo>
                    <a:lnTo>
                      <a:pt x="479725" y="133816"/>
                    </a:lnTo>
                    <a:cubicBezTo>
                      <a:pt x="419940" y="133816"/>
                      <a:pt x="419940" y="145102"/>
                      <a:pt x="419940" y="217653"/>
                    </a:cubicBezTo>
                    <a:lnTo>
                      <a:pt x="419940" y="259571"/>
                    </a:lnTo>
                    <a:lnTo>
                      <a:pt x="558900" y="259571"/>
                    </a:lnTo>
                    <a:lnTo>
                      <a:pt x="558900" y="478835"/>
                    </a:lnTo>
                    <a:lnTo>
                      <a:pt x="298754" y="478835"/>
                    </a:lnTo>
                    <a:lnTo>
                      <a:pt x="298754" y="259571"/>
                    </a:lnTo>
                    <a:cubicBezTo>
                      <a:pt x="298754" y="93510"/>
                      <a:pt x="339149" y="0"/>
                      <a:pt x="479725" y="0"/>
                    </a:cubicBezTo>
                    <a:close/>
                    <a:moveTo>
                      <a:pt x="179355" y="0"/>
                    </a:moveTo>
                    <a:lnTo>
                      <a:pt x="179355" y="133816"/>
                    </a:lnTo>
                    <a:cubicBezTo>
                      <a:pt x="119570" y="133816"/>
                      <a:pt x="119570" y="145102"/>
                      <a:pt x="119570" y="217653"/>
                    </a:cubicBezTo>
                    <a:lnTo>
                      <a:pt x="119570" y="259571"/>
                    </a:lnTo>
                    <a:lnTo>
                      <a:pt x="260146" y="259571"/>
                    </a:lnTo>
                    <a:lnTo>
                      <a:pt x="260146" y="478835"/>
                    </a:lnTo>
                    <a:lnTo>
                      <a:pt x="0" y="478835"/>
                    </a:lnTo>
                    <a:lnTo>
                      <a:pt x="0" y="259571"/>
                    </a:lnTo>
                    <a:cubicBezTo>
                      <a:pt x="0" y="93510"/>
                      <a:pt x="40395" y="0"/>
                      <a:pt x="179355" y="0"/>
                    </a:cubicBezTo>
                    <a:close/>
                  </a:path>
                </a:pathLst>
              </a:custGeom>
              <a:solidFill>
                <a:schemeClr val="accent1"/>
              </a:solidFill>
              <a:ln>
                <a:noFill/>
              </a:ln>
            </p:spPr>
          </p:sp>
        </p:grpSp>
      </p:grpSp>
      <p:sp>
        <p:nvSpPr>
          <p:cNvPr id="32" name="文本框 31"/>
          <p:cNvSpPr txBox="1"/>
          <p:nvPr/>
        </p:nvSpPr>
        <p:spPr>
          <a:xfrm>
            <a:off x="6151545" y="5865515"/>
            <a:ext cx="944880" cy="275590"/>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85000"/>
                    <a:lumOff val="15000"/>
                  </a:prstClr>
                </a:solidFill>
                <a:effectLst/>
                <a:uLnTx/>
                <a:uFillTx/>
                <a:latin typeface="思源黑体 CN Regular"/>
                <a:ea typeface="微软雅黑" panose="020B0503020204020204" pitchFamily="34" charset="-122"/>
                <a:cs typeface="+mn-cs"/>
              </a:rPr>
              <a:t>（</a:t>
            </a:r>
            <a:r>
              <a:rPr kumimoji="0" lang="en-US" altLang="zh-CN" sz="1200" b="0" i="0" u="none" strike="noStrike" kern="1200" cap="none" spc="0" normalizeH="0" baseline="0" noProof="0" dirty="0">
                <a:ln>
                  <a:noFill/>
                </a:ln>
                <a:solidFill>
                  <a:prstClr val="black">
                    <a:lumMod val="85000"/>
                    <a:lumOff val="15000"/>
                  </a:prstClr>
                </a:solidFill>
                <a:effectLst/>
                <a:uLnTx/>
                <a:uFillTx/>
                <a:latin typeface="思源黑体 CN Regular"/>
                <a:ea typeface="微软雅黑" panose="020B0503020204020204" pitchFamily="34" charset="-122"/>
                <a:cs typeface="+mn-cs"/>
              </a:rPr>
              <a:t>Source</a:t>
            </a:r>
            <a:r>
              <a:rPr kumimoji="0" lang="zh-CN" altLang="en-US" sz="1200" b="0" i="0" u="none" strike="noStrike" kern="1200" cap="none" spc="0" normalizeH="0" baseline="0" noProof="0" dirty="0">
                <a:ln>
                  <a:noFill/>
                </a:ln>
                <a:solidFill>
                  <a:prstClr val="black">
                    <a:lumMod val="85000"/>
                    <a:lumOff val="15000"/>
                  </a:prstClr>
                </a:solidFill>
                <a:effectLst/>
                <a:uLnTx/>
                <a:uFillTx/>
                <a:latin typeface="思源黑体 CN Regular"/>
                <a:ea typeface="微软雅黑" panose="020B0503020204020204" pitchFamily="34" charset="-122"/>
                <a:cs typeface="+mn-cs"/>
              </a:rPr>
              <a:t>）</a:t>
            </a:r>
          </a:p>
        </p:txBody>
      </p:sp>
      <p:pic>
        <p:nvPicPr>
          <p:cNvPr id="33" name="图片 32">
            <a:extLst>
              <a:ext uri="{FF2B5EF4-FFF2-40B4-BE49-F238E27FC236}">
                <a16:creationId xmlns:a16="http://schemas.microsoft.com/office/drawing/2014/main" id="{13F6091C-8691-F719-1B78-72148CBFC4AA}"/>
              </a:ext>
            </a:extLst>
          </p:cNvPr>
          <p:cNvPicPr>
            <a:picLocks noChangeAspect="1"/>
          </p:cNvPicPr>
          <p:nvPr/>
        </p:nvPicPr>
        <p:blipFill rotWithShape="1">
          <a:blip r:embed="rId5">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12" name="组合 11"/>
          <p:cNvGrpSpPr/>
          <p:nvPr/>
        </p:nvGrpSpPr>
        <p:grpSpPr>
          <a:xfrm>
            <a:off x="1116430" y="2377449"/>
            <a:ext cx="8748871" cy="1025183"/>
            <a:chOff x="1898189" y="2451347"/>
            <a:chExt cx="7463076" cy="1099159"/>
          </a:xfrm>
        </p:grpSpPr>
        <p:sp>
          <p:nvSpPr>
            <p:cNvPr id="13" name="圆角矩形 6"/>
            <p:cNvSpPr/>
            <p:nvPr/>
          </p:nvSpPr>
          <p:spPr>
            <a:xfrm>
              <a:off x="1898189" y="2451347"/>
              <a:ext cx="7463076" cy="1052209"/>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14" name="文本框 31"/>
            <p:cNvSpPr txBox="1"/>
            <p:nvPr/>
          </p:nvSpPr>
          <p:spPr>
            <a:xfrm>
              <a:off x="2028002" y="2561954"/>
              <a:ext cx="6177737" cy="98855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15" name="组合 14"/>
          <p:cNvGrpSpPr/>
          <p:nvPr/>
        </p:nvGrpSpPr>
        <p:grpSpPr>
          <a:xfrm>
            <a:off x="1743658" y="3686333"/>
            <a:ext cx="8748871" cy="1037261"/>
            <a:chOff x="2525417" y="3853299"/>
            <a:chExt cx="7463076" cy="1112108"/>
          </a:xfrm>
        </p:grpSpPr>
        <p:sp>
          <p:nvSpPr>
            <p:cNvPr id="16" name="圆角矩形 35"/>
            <p:cNvSpPr/>
            <p:nvPr/>
          </p:nvSpPr>
          <p:spPr>
            <a:xfrm>
              <a:off x="2525417" y="3853299"/>
              <a:ext cx="7463076" cy="1052209"/>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17" name="文本框 32"/>
            <p:cNvSpPr txBox="1"/>
            <p:nvPr/>
          </p:nvSpPr>
          <p:spPr>
            <a:xfrm>
              <a:off x="2682460" y="3976855"/>
              <a:ext cx="6152520" cy="98855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18" name="组合 17"/>
          <p:cNvGrpSpPr/>
          <p:nvPr/>
        </p:nvGrpSpPr>
        <p:grpSpPr>
          <a:xfrm>
            <a:off x="2333499" y="4997385"/>
            <a:ext cx="8748871" cy="981394"/>
            <a:chOff x="3115259" y="5248106"/>
            <a:chExt cx="7463076" cy="1052209"/>
          </a:xfrm>
        </p:grpSpPr>
        <p:sp>
          <p:nvSpPr>
            <p:cNvPr id="19" name="圆角矩形 36"/>
            <p:cNvSpPr/>
            <p:nvPr/>
          </p:nvSpPr>
          <p:spPr>
            <a:xfrm>
              <a:off x="3115259" y="5248106"/>
              <a:ext cx="7463076" cy="1052209"/>
            </a:xfrm>
            <a:prstGeom prst="roundRect">
              <a:avLst>
                <a:gd name="adj" fmla="val 11892"/>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75000"/>
                    <a:lumOff val="25000"/>
                  </a:prstClr>
                </a:solidFill>
                <a:effectLst/>
                <a:uLnTx/>
                <a:uFillTx/>
                <a:latin typeface="Arial" panose="020B0604020202020204"/>
                <a:ea typeface="微软雅黑" panose="020B0503020204020204" pitchFamily="34" charset="-122"/>
                <a:cs typeface="+mn-cs"/>
              </a:endParaRPr>
            </a:p>
          </p:txBody>
        </p:sp>
        <p:sp>
          <p:nvSpPr>
            <p:cNvPr id="20" name="文本框 33"/>
            <p:cNvSpPr txBox="1"/>
            <p:nvPr/>
          </p:nvSpPr>
          <p:spPr>
            <a:xfrm>
              <a:off x="3206879" y="5394065"/>
              <a:ext cx="7243285" cy="69171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a:t>
              </a:r>
              <a:endParaRPr kumimoji="0" lang="zh-CN" altLang="en-US"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21" name="组合 20"/>
          <p:cNvGrpSpPr/>
          <p:nvPr/>
        </p:nvGrpSpPr>
        <p:grpSpPr>
          <a:xfrm>
            <a:off x="1062652" y="1327952"/>
            <a:ext cx="10053464" cy="739725"/>
            <a:chOff x="790009" y="1062617"/>
            <a:chExt cx="7540098" cy="554793"/>
          </a:xfrm>
        </p:grpSpPr>
        <p:grpSp>
          <p:nvGrpSpPr>
            <p:cNvPr id="22" name="组合 21"/>
            <p:cNvGrpSpPr/>
            <p:nvPr/>
          </p:nvGrpSpPr>
          <p:grpSpPr>
            <a:xfrm>
              <a:off x="790009" y="1062617"/>
              <a:ext cx="7540098" cy="554793"/>
              <a:chOff x="1053345" y="1373137"/>
              <a:chExt cx="10053464" cy="914033"/>
            </a:xfrm>
          </p:grpSpPr>
          <p:grpSp>
            <p:nvGrpSpPr>
              <p:cNvPr id="24" name="组合 23"/>
              <p:cNvGrpSpPr/>
              <p:nvPr/>
            </p:nvGrpSpPr>
            <p:grpSpPr>
              <a:xfrm>
                <a:off x="1053345" y="1373137"/>
                <a:ext cx="7917056" cy="914033"/>
                <a:chOff x="611187" y="1307273"/>
                <a:chExt cx="7917056" cy="914033"/>
              </a:xfrm>
            </p:grpSpPr>
            <p:sp>
              <p:nvSpPr>
                <p:cNvPr id="30" name="任意多边形 15"/>
                <p:cNvSpPr/>
                <p:nvPr/>
              </p:nvSpPr>
              <p:spPr>
                <a:xfrm>
                  <a:off x="611187" y="1307273"/>
                  <a:ext cx="1523389" cy="914033"/>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4764" tIns="174764" rIns="174764" bIns="174764" numCol="1" spcCol="1270" anchor="ctr" anchorCtr="0">
                  <a:noAutofit/>
                </a:bodyPr>
                <a:lstStyle/>
                <a:p>
                  <a:pPr marL="0" marR="0" lvl="0" indent="0" algn="ctr" defTabSz="1289050" rtl="0" eaLnBrk="1" fontAlgn="auto" latinLnBrk="0" hangingPunct="1">
                    <a:lnSpc>
                      <a:spcPct val="100000"/>
                    </a:lnSpc>
                    <a:spcBef>
                      <a:spcPct val="0"/>
                    </a:spcBef>
                    <a:spcAft>
                      <a:spcPct val="35000"/>
                    </a:spcAft>
                    <a:buClrTx/>
                    <a:buSzTx/>
                    <a:buFontTx/>
                    <a:buNone/>
                    <a:defRPr/>
                  </a:pPr>
                  <a:endParaRPr kumimoji="0" lang="zh-CN" altLang="en-US" sz="26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1" name="任意多边形 16"/>
                <p:cNvSpPr/>
                <p:nvPr/>
              </p:nvSpPr>
              <p:spPr>
                <a:xfrm>
                  <a:off x="2286916" y="1575389"/>
                  <a:ext cx="322958" cy="377800"/>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solidFill>
                  <a:schemeClr val="accent2"/>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77460" rIns="99324" bIns="77460" numCol="1" spcCol="1270" anchor="ctr" anchorCtr="0">
                  <a:noAutofit/>
                </a:bodyPr>
                <a:lstStyle/>
                <a:p>
                  <a:pPr marL="0" marR="0" lvl="0" indent="0" algn="ctr" defTabSz="533400" rtl="0" eaLnBrk="1" fontAlgn="auto" latinLnBrk="0" hangingPunct="1">
                    <a:lnSpc>
                      <a:spcPct val="100000"/>
                    </a:lnSpc>
                    <a:spcBef>
                      <a:spcPct val="0"/>
                    </a:spcBef>
                    <a:spcAft>
                      <a:spcPct val="35000"/>
                    </a:spcAft>
                    <a:buClrTx/>
                    <a:buSzTx/>
                    <a:buFontTx/>
                    <a:buNone/>
                    <a:defRPr/>
                  </a:pPr>
                  <a:endParaRPr kumimoji="0" lang="zh-CN" altLang="en-US" sz="10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2" name="任意多边形 17"/>
                <p:cNvSpPr/>
                <p:nvPr/>
              </p:nvSpPr>
              <p:spPr>
                <a:xfrm>
                  <a:off x="2739363" y="1307273"/>
                  <a:ext cx="1523389" cy="914033"/>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9844" tIns="179844" rIns="179844" bIns="179844" numCol="1" spcCol="1270" anchor="ctr" anchorCtr="0">
                  <a:noAutofit/>
                </a:bodyPr>
                <a:lstStyle/>
                <a:p>
                  <a:pPr marL="0" marR="0" lvl="0" indent="0" algn="ctr" defTabSz="1333500" rtl="0" eaLnBrk="1" fontAlgn="auto" latinLnBrk="0" hangingPunct="1">
                    <a:lnSpc>
                      <a:spcPct val="100000"/>
                    </a:lnSpc>
                    <a:spcBef>
                      <a:spcPct val="0"/>
                    </a:spcBef>
                    <a:spcAft>
                      <a:spcPct val="35000"/>
                    </a:spcAft>
                    <a:buClrTx/>
                    <a:buSzTx/>
                    <a:buFontTx/>
                    <a:buNone/>
                    <a:defRPr/>
                  </a:pPr>
                  <a:endParaRPr kumimoji="0" lang="zh-CN" altLang="en-US" sz="26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3" name="任意多边形 18"/>
                <p:cNvSpPr/>
                <p:nvPr/>
              </p:nvSpPr>
              <p:spPr>
                <a:xfrm>
                  <a:off x="4419662" y="1575389"/>
                  <a:ext cx="322958" cy="377800"/>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solidFill>
                  <a:schemeClr val="accent2"/>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77460" rIns="99324" bIns="77460" numCol="1" spcCol="1270" anchor="ctr" anchorCtr="0">
                  <a:noAutofit/>
                </a:bodyPr>
                <a:lstStyle/>
                <a:p>
                  <a:pPr marL="0" marR="0" lvl="0" indent="0" algn="ctr" defTabSz="533400" rtl="0" eaLnBrk="1" fontAlgn="auto" latinLnBrk="0" hangingPunct="1">
                    <a:lnSpc>
                      <a:spcPct val="100000"/>
                    </a:lnSpc>
                    <a:spcBef>
                      <a:spcPct val="0"/>
                    </a:spcBef>
                    <a:spcAft>
                      <a:spcPct val="35000"/>
                    </a:spcAft>
                    <a:buClrTx/>
                    <a:buSzTx/>
                    <a:buFontTx/>
                    <a:buNone/>
                    <a:defRPr/>
                  </a:pPr>
                  <a:endParaRPr kumimoji="0" lang="zh-CN" altLang="en-US" sz="10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4" name="任意多边形 19"/>
                <p:cNvSpPr/>
                <p:nvPr/>
              </p:nvSpPr>
              <p:spPr>
                <a:xfrm>
                  <a:off x="4881250" y="1307273"/>
                  <a:ext cx="1523389" cy="914033"/>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4764" tIns="174764" rIns="174764" bIns="174764" numCol="1" spcCol="1270" anchor="ctr" anchorCtr="0">
                  <a:noAutofit/>
                </a:bodyPr>
                <a:lstStyle/>
                <a:p>
                  <a:pPr marL="0" marR="0" lvl="0" indent="0" algn="ctr" defTabSz="1289050" rtl="0" eaLnBrk="1" fontAlgn="auto" latinLnBrk="0" hangingPunct="1">
                    <a:lnSpc>
                      <a:spcPct val="100000"/>
                    </a:lnSpc>
                    <a:spcBef>
                      <a:spcPct val="0"/>
                    </a:spcBef>
                    <a:spcAft>
                      <a:spcPct val="35000"/>
                    </a:spcAft>
                    <a:buClrTx/>
                    <a:buSzTx/>
                    <a:buFontTx/>
                    <a:buNone/>
                    <a:defRPr/>
                  </a:pPr>
                  <a:endParaRPr kumimoji="0" lang="zh-CN" altLang="en-US" sz="26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5" name="任意多边形 20"/>
                <p:cNvSpPr/>
                <p:nvPr/>
              </p:nvSpPr>
              <p:spPr>
                <a:xfrm>
                  <a:off x="6552407" y="1575389"/>
                  <a:ext cx="322958" cy="377800"/>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solidFill>
                  <a:schemeClr val="accent2"/>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77460" rIns="99324" bIns="77460" numCol="1" spcCol="1270" anchor="ctr" anchorCtr="0">
                  <a:noAutofit/>
                </a:bodyPr>
                <a:lstStyle/>
                <a:p>
                  <a:pPr marL="0" marR="0" lvl="0" indent="0" algn="ctr" defTabSz="533400" rtl="0" eaLnBrk="1" fontAlgn="auto" latinLnBrk="0" hangingPunct="1">
                    <a:lnSpc>
                      <a:spcPct val="100000"/>
                    </a:lnSpc>
                    <a:spcBef>
                      <a:spcPct val="0"/>
                    </a:spcBef>
                    <a:spcAft>
                      <a:spcPct val="35000"/>
                    </a:spcAft>
                    <a:buClrTx/>
                    <a:buSzTx/>
                    <a:buFontTx/>
                    <a:buNone/>
                    <a:defRPr/>
                  </a:pPr>
                  <a:endParaRPr kumimoji="0" lang="zh-CN" altLang="en-US" sz="10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6" name="任意多边形 21"/>
                <p:cNvSpPr/>
                <p:nvPr/>
              </p:nvSpPr>
              <p:spPr>
                <a:xfrm>
                  <a:off x="7004854" y="1307273"/>
                  <a:ext cx="1523389" cy="914033"/>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4764" tIns="174764" rIns="174764" bIns="174764" numCol="1" spcCol="1270" anchor="ctr" anchorCtr="0">
                  <a:noAutofit/>
                </a:bodyPr>
                <a:lstStyle/>
                <a:p>
                  <a:pPr marL="0" marR="0" lvl="0" indent="0" algn="ctr" defTabSz="1289050" rtl="0" eaLnBrk="1" fontAlgn="auto" latinLnBrk="0" hangingPunct="1">
                    <a:lnSpc>
                      <a:spcPct val="100000"/>
                    </a:lnSpc>
                    <a:spcBef>
                      <a:spcPct val="0"/>
                    </a:spcBef>
                    <a:spcAft>
                      <a:spcPct val="35000"/>
                    </a:spcAft>
                    <a:buClrTx/>
                    <a:buSzTx/>
                    <a:buFontTx/>
                    <a:buNone/>
                    <a:defRPr/>
                  </a:pPr>
                  <a:endParaRPr kumimoji="0" lang="zh-CN" altLang="en-US" sz="26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9" name="文本框 20"/>
                <p:cNvSpPr txBox="1"/>
                <p:nvPr/>
              </p:nvSpPr>
              <p:spPr>
                <a:xfrm>
                  <a:off x="615756" y="1545350"/>
                  <a:ext cx="1514251" cy="49274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 </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Topic</a:t>
                  </a:r>
                </a:p>
              </p:txBody>
            </p:sp>
            <p:sp>
              <p:nvSpPr>
                <p:cNvPr id="40" name="文本框 21"/>
                <p:cNvSpPr txBox="1"/>
                <p:nvPr/>
              </p:nvSpPr>
              <p:spPr>
                <a:xfrm>
                  <a:off x="2743932" y="1545350"/>
                  <a:ext cx="1514251" cy="49274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 </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Topic</a:t>
                  </a:r>
                </a:p>
              </p:txBody>
            </p:sp>
            <p:sp>
              <p:nvSpPr>
                <p:cNvPr id="41" name="文本框 22"/>
                <p:cNvSpPr txBox="1"/>
                <p:nvPr/>
              </p:nvSpPr>
              <p:spPr>
                <a:xfrm>
                  <a:off x="4885819" y="1532932"/>
                  <a:ext cx="1514251" cy="49274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 </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Topic</a:t>
                  </a:r>
                </a:p>
              </p:txBody>
            </p:sp>
            <p:sp>
              <p:nvSpPr>
                <p:cNvPr id="42" name="文本框 23"/>
                <p:cNvSpPr txBox="1"/>
                <p:nvPr/>
              </p:nvSpPr>
              <p:spPr>
                <a:xfrm>
                  <a:off x="7009423" y="1545350"/>
                  <a:ext cx="1514251" cy="49274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 </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Topic</a:t>
                  </a:r>
                </a:p>
              </p:txBody>
            </p:sp>
          </p:grpSp>
          <p:sp>
            <p:nvSpPr>
              <p:cNvPr id="25" name="任意多边形 44"/>
              <p:cNvSpPr/>
              <p:nvPr/>
            </p:nvSpPr>
            <p:spPr>
              <a:xfrm>
                <a:off x="9130973" y="1641253"/>
                <a:ext cx="322958" cy="377800"/>
              </a:xfrm>
              <a:custGeom>
                <a:avLst/>
                <a:gdLst>
                  <a:gd name="connsiteX0" fmla="*/ 0 w 248310"/>
                  <a:gd name="connsiteY0" fmla="*/ 58095 h 290476"/>
                  <a:gd name="connsiteX1" fmla="*/ 124155 w 248310"/>
                  <a:gd name="connsiteY1" fmla="*/ 58095 h 290476"/>
                  <a:gd name="connsiteX2" fmla="*/ 124155 w 248310"/>
                  <a:gd name="connsiteY2" fmla="*/ 0 h 290476"/>
                  <a:gd name="connsiteX3" fmla="*/ 248310 w 248310"/>
                  <a:gd name="connsiteY3" fmla="*/ 145238 h 290476"/>
                  <a:gd name="connsiteX4" fmla="*/ 124155 w 248310"/>
                  <a:gd name="connsiteY4" fmla="*/ 290476 h 290476"/>
                  <a:gd name="connsiteX5" fmla="*/ 124155 w 248310"/>
                  <a:gd name="connsiteY5" fmla="*/ 232381 h 290476"/>
                  <a:gd name="connsiteX6" fmla="*/ 0 w 248310"/>
                  <a:gd name="connsiteY6" fmla="*/ 232381 h 290476"/>
                  <a:gd name="connsiteX7" fmla="*/ 0 w 248310"/>
                  <a:gd name="connsiteY7" fmla="*/ 58095 h 29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10" h="290476">
                    <a:moveTo>
                      <a:pt x="0" y="58095"/>
                    </a:moveTo>
                    <a:lnTo>
                      <a:pt x="124155" y="58095"/>
                    </a:lnTo>
                    <a:lnTo>
                      <a:pt x="124155" y="0"/>
                    </a:lnTo>
                    <a:lnTo>
                      <a:pt x="248310" y="145238"/>
                    </a:lnTo>
                    <a:lnTo>
                      <a:pt x="124155" y="290476"/>
                    </a:lnTo>
                    <a:lnTo>
                      <a:pt x="124155" y="232381"/>
                    </a:lnTo>
                    <a:lnTo>
                      <a:pt x="0" y="232381"/>
                    </a:lnTo>
                    <a:lnTo>
                      <a:pt x="0" y="58095"/>
                    </a:lnTo>
                    <a:close/>
                  </a:path>
                </a:pathLst>
              </a:custGeom>
              <a:solidFill>
                <a:schemeClr val="accent2"/>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77460" rIns="99324" bIns="77460" numCol="1" spcCol="1270" anchor="ctr" anchorCtr="0">
                <a:noAutofit/>
              </a:bodyPr>
              <a:lstStyle/>
              <a:p>
                <a:pPr marL="0" marR="0" lvl="0" indent="0" algn="ctr" defTabSz="533400" rtl="0" eaLnBrk="1" fontAlgn="auto" latinLnBrk="0" hangingPunct="1">
                  <a:lnSpc>
                    <a:spcPct val="100000"/>
                  </a:lnSpc>
                  <a:spcBef>
                    <a:spcPct val="0"/>
                  </a:spcBef>
                  <a:spcAft>
                    <a:spcPct val="35000"/>
                  </a:spcAft>
                  <a:buClrTx/>
                  <a:buSzTx/>
                  <a:buFontTx/>
                  <a:buNone/>
                  <a:defRPr/>
                </a:pPr>
                <a:endParaRPr kumimoji="0" lang="zh-CN" altLang="en-US" sz="10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6" name="任意多边形 45"/>
              <p:cNvSpPr/>
              <p:nvPr/>
            </p:nvSpPr>
            <p:spPr>
              <a:xfrm>
                <a:off x="9583420" y="1373137"/>
                <a:ext cx="1523389" cy="914033"/>
              </a:xfrm>
              <a:custGeom>
                <a:avLst/>
                <a:gdLst>
                  <a:gd name="connsiteX0" fmla="*/ 0 w 1171277"/>
                  <a:gd name="connsiteY0" fmla="*/ 70277 h 702766"/>
                  <a:gd name="connsiteX1" fmla="*/ 70277 w 1171277"/>
                  <a:gd name="connsiteY1" fmla="*/ 0 h 702766"/>
                  <a:gd name="connsiteX2" fmla="*/ 1101000 w 1171277"/>
                  <a:gd name="connsiteY2" fmla="*/ 0 h 702766"/>
                  <a:gd name="connsiteX3" fmla="*/ 1171277 w 1171277"/>
                  <a:gd name="connsiteY3" fmla="*/ 70277 h 702766"/>
                  <a:gd name="connsiteX4" fmla="*/ 1171277 w 1171277"/>
                  <a:gd name="connsiteY4" fmla="*/ 632489 h 702766"/>
                  <a:gd name="connsiteX5" fmla="*/ 1101000 w 1171277"/>
                  <a:gd name="connsiteY5" fmla="*/ 702766 h 702766"/>
                  <a:gd name="connsiteX6" fmla="*/ 70277 w 1171277"/>
                  <a:gd name="connsiteY6" fmla="*/ 702766 h 702766"/>
                  <a:gd name="connsiteX7" fmla="*/ 0 w 1171277"/>
                  <a:gd name="connsiteY7" fmla="*/ 632489 h 702766"/>
                  <a:gd name="connsiteX8" fmla="*/ 0 w 1171277"/>
                  <a:gd name="connsiteY8" fmla="*/ 70277 h 70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1277" h="702766">
                    <a:moveTo>
                      <a:pt x="0" y="70277"/>
                    </a:moveTo>
                    <a:cubicBezTo>
                      <a:pt x="0" y="31464"/>
                      <a:pt x="31464" y="0"/>
                      <a:pt x="70277" y="0"/>
                    </a:cubicBezTo>
                    <a:lnTo>
                      <a:pt x="1101000" y="0"/>
                    </a:lnTo>
                    <a:cubicBezTo>
                      <a:pt x="1139813" y="0"/>
                      <a:pt x="1171277" y="31464"/>
                      <a:pt x="1171277" y="70277"/>
                    </a:cubicBezTo>
                    <a:lnTo>
                      <a:pt x="1171277" y="632489"/>
                    </a:lnTo>
                    <a:cubicBezTo>
                      <a:pt x="1171277" y="671302"/>
                      <a:pt x="1139813" y="702766"/>
                      <a:pt x="1101000" y="702766"/>
                    </a:cubicBezTo>
                    <a:lnTo>
                      <a:pt x="70277" y="702766"/>
                    </a:lnTo>
                    <a:cubicBezTo>
                      <a:pt x="31464" y="702766"/>
                      <a:pt x="0" y="671302"/>
                      <a:pt x="0" y="632489"/>
                    </a:cubicBezTo>
                    <a:lnTo>
                      <a:pt x="0" y="70277"/>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4764" tIns="174764" rIns="174764" bIns="174764" numCol="1" spcCol="1270" anchor="ctr" anchorCtr="0">
                <a:noAutofit/>
              </a:bodyPr>
              <a:lstStyle/>
              <a:p>
                <a:pPr marL="0" marR="0" lvl="0" indent="0" algn="ctr" defTabSz="1289050" rtl="0" eaLnBrk="1" fontAlgn="auto" latinLnBrk="0" hangingPunct="1">
                  <a:lnSpc>
                    <a:spcPct val="100000"/>
                  </a:lnSpc>
                  <a:spcBef>
                    <a:spcPct val="0"/>
                  </a:spcBef>
                  <a:spcAft>
                    <a:spcPct val="35000"/>
                  </a:spcAft>
                  <a:buClrTx/>
                  <a:buSzTx/>
                  <a:buFontTx/>
                  <a:buNone/>
                  <a:defRPr/>
                </a:pPr>
                <a:endParaRPr kumimoji="0" lang="zh-CN" altLang="en-US" sz="26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23" name="文本框 22"/>
            <p:cNvSpPr txBox="1"/>
            <p:nvPr/>
          </p:nvSpPr>
          <p:spPr>
            <a:xfrm>
              <a:off x="7194419" y="1203871"/>
              <a:ext cx="1135688" cy="299085"/>
            </a:xfrm>
            <a:prstGeom prst="rect">
              <a:avLst/>
            </a:prstGeom>
            <a:noFill/>
          </p:spPr>
          <p:txBody>
            <a:bodyPr wrap="square" lIns="91440" tIns="45720" rIns="91440" bIns="457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 </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Topic</a:t>
              </a:r>
            </a:p>
          </p:txBody>
        </p:sp>
      </p:grpSp>
      <p:sp>
        <p:nvSpPr>
          <p:cNvPr id="43" name="任意多边形 30"/>
          <p:cNvSpPr/>
          <p:nvPr/>
        </p:nvSpPr>
        <p:spPr>
          <a:xfrm>
            <a:off x="8638835" y="2929579"/>
            <a:ext cx="1029895" cy="754715"/>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chemeClr val="accent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sp>
        <p:nvSpPr>
          <p:cNvPr id="44" name="任意多边形 31"/>
          <p:cNvSpPr/>
          <p:nvPr/>
        </p:nvSpPr>
        <p:spPr>
          <a:xfrm>
            <a:off x="9203541" y="4242105"/>
            <a:ext cx="1029895" cy="754715"/>
          </a:xfrm>
          <a:custGeom>
            <a:avLst/>
            <a:gdLst>
              <a:gd name="connsiteX0" fmla="*/ 0 w 792480"/>
              <a:gd name="connsiteY0" fmla="*/ 435864 h 792480"/>
              <a:gd name="connsiteX1" fmla="*/ 178308 w 792480"/>
              <a:gd name="connsiteY1" fmla="*/ 435864 h 792480"/>
              <a:gd name="connsiteX2" fmla="*/ 178308 w 792480"/>
              <a:gd name="connsiteY2" fmla="*/ 0 h 792480"/>
              <a:gd name="connsiteX3" fmla="*/ 614172 w 792480"/>
              <a:gd name="connsiteY3" fmla="*/ 0 h 792480"/>
              <a:gd name="connsiteX4" fmla="*/ 614172 w 792480"/>
              <a:gd name="connsiteY4" fmla="*/ 435864 h 792480"/>
              <a:gd name="connsiteX5" fmla="*/ 792480 w 792480"/>
              <a:gd name="connsiteY5" fmla="*/ 435864 h 792480"/>
              <a:gd name="connsiteX6" fmla="*/ 396240 w 792480"/>
              <a:gd name="connsiteY6" fmla="*/ 792480 h 792480"/>
              <a:gd name="connsiteX7" fmla="*/ 0 w 792480"/>
              <a:gd name="connsiteY7" fmla="*/ 435864 h 79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792480">
                <a:moveTo>
                  <a:pt x="0" y="435864"/>
                </a:moveTo>
                <a:lnTo>
                  <a:pt x="178308" y="435864"/>
                </a:lnTo>
                <a:lnTo>
                  <a:pt x="178308" y="0"/>
                </a:lnTo>
                <a:lnTo>
                  <a:pt x="614172" y="0"/>
                </a:lnTo>
                <a:lnTo>
                  <a:pt x="614172" y="435864"/>
                </a:lnTo>
                <a:lnTo>
                  <a:pt x="792480" y="435864"/>
                </a:lnTo>
                <a:lnTo>
                  <a:pt x="396240" y="792480"/>
                </a:lnTo>
                <a:lnTo>
                  <a:pt x="0" y="435864"/>
                </a:lnTo>
                <a:close/>
              </a:path>
            </a:pathLst>
          </a:custGeom>
          <a:solidFill>
            <a:schemeClr val="accent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24028" tIns="45720" rIns="224028" bIns="241859" numCol="1" spcCol="953" anchor="ctr" anchorCtr="0">
            <a:noAutofit/>
          </a:bodyPr>
          <a:lstStyle/>
          <a:p>
            <a:pPr marL="0" marR="0" lvl="0" indent="0" algn="ctr" defTabSz="1600200" rtl="0" eaLnBrk="1" fontAlgn="auto" latinLnBrk="0" hangingPunct="1">
              <a:lnSpc>
                <a:spcPct val="90000"/>
              </a:lnSpc>
              <a:spcBef>
                <a:spcPct val="0"/>
              </a:spcBef>
              <a:spcAft>
                <a:spcPct val="35000"/>
              </a:spcAft>
              <a:buClrTx/>
              <a:buSzTx/>
              <a:buFontTx/>
              <a:buNone/>
              <a:defRPr/>
            </a:pPr>
            <a:endParaRPr kumimoji="0" lang="zh-CN" altLang="en-US" sz="3600" b="0" i="0" u="none" strike="noStrike" kern="1200" cap="none" spc="0" normalizeH="0" baseline="0" noProof="0">
              <a:ln>
                <a:noFill/>
              </a:ln>
              <a:solidFill>
                <a:prstClr val="black">
                  <a:hueOff val="0"/>
                  <a:satOff val="0"/>
                  <a:lumOff val="0"/>
                  <a:alphaOff val="0"/>
                </a:prstClr>
              </a:solidFill>
              <a:effectLst/>
              <a:uLnTx/>
              <a:uFillTx/>
              <a:latin typeface="Arial" panose="020B0604020202020204"/>
              <a:ea typeface="微软雅黑" panose="020B0503020204020204" pitchFamily="34" charset="-122"/>
              <a:cs typeface="+mn-cs"/>
            </a:endParaRPr>
          </a:p>
        </p:txBody>
      </p:sp>
      <p:pic>
        <p:nvPicPr>
          <p:cNvPr id="45" name="图片 44">
            <a:extLst>
              <a:ext uri="{FF2B5EF4-FFF2-40B4-BE49-F238E27FC236}">
                <a16:creationId xmlns:a16="http://schemas.microsoft.com/office/drawing/2014/main" id="{0AC67889-DDFA-DD8B-78B2-A6B67AF7B968}"/>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sp>
        <p:nvSpPr>
          <p:cNvPr id="2" name="文本框 27"/>
          <p:cNvSpPr txBox="1"/>
          <p:nvPr/>
        </p:nvSpPr>
        <p:spPr>
          <a:xfrm>
            <a:off x="1614170" y="1613535"/>
            <a:ext cx="10201910" cy="1011555"/>
          </a:xfrm>
          <a:prstGeom prst="rect">
            <a:avLst/>
          </a:prstGeom>
          <a:solidFill>
            <a:schemeClr val="bg1">
              <a:lumMod val="95000"/>
            </a:schemeClr>
          </a:solidFill>
          <a:ln w="12700">
            <a:solidFill>
              <a:schemeClr val="accent1"/>
            </a:solidFill>
          </a:ln>
        </p:spPr>
        <p:txBody>
          <a:bodyPr wrap="square" lIns="91440" tIns="45720" rIns="91440" bIns="45720" rtlCol="0">
            <a:no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here.Please enter your contents, or copy and paste the contents here.Please enter your contents, or copy and paste the contents here.</a:t>
            </a:r>
            <a:endParaRPr kumimoji="0" lang="zh-CN" altLang="en-US" b="0" i="0" u="none" strike="noStrike" kern="1200" cap="none" spc="0" normalizeH="0" baseline="0" noProof="0" dirty="0">
              <a:ln>
                <a:noFill/>
              </a:ln>
              <a:solidFill>
                <a:schemeClr val="tx1"/>
              </a:solidFill>
              <a:effectLst/>
              <a:uLnTx/>
              <a:uFillTx/>
              <a:latin typeface="字魂105号-简雅黑" panose="00000500000000000000" pitchFamily="2" charset="-122"/>
              <a:ea typeface="字魂105号-简雅黑" panose="00000500000000000000" pitchFamily="2" charset="-122"/>
              <a:cs typeface="+mn-cs"/>
              <a:sym typeface="字魂105号-简雅黑" panose="00000500000000000000" pitchFamily="2" charset="-122"/>
            </a:endParaRPr>
          </a:p>
          <a:p>
            <a:pPr marL="0" marR="0" lvl="0" indent="0" algn="just"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矩形 3"/>
          <p:cNvSpPr/>
          <p:nvPr/>
        </p:nvSpPr>
        <p:spPr bwMode="auto">
          <a:xfrm>
            <a:off x="1193083" y="1194781"/>
            <a:ext cx="1929741" cy="424633"/>
          </a:xfrm>
          <a:prstGeom prst="rect">
            <a:avLst/>
          </a:prstGeom>
          <a:solidFill>
            <a:schemeClr val="accent1"/>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Title</a:t>
            </a:r>
          </a:p>
        </p:txBody>
      </p:sp>
      <p:sp>
        <p:nvSpPr>
          <p:cNvPr id="5" name="文本框 15"/>
          <p:cNvSpPr txBox="1"/>
          <p:nvPr/>
        </p:nvSpPr>
        <p:spPr>
          <a:xfrm>
            <a:off x="1614170" y="3289935"/>
            <a:ext cx="10201275" cy="922020"/>
          </a:xfrm>
          <a:prstGeom prst="rect">
            <a:avLst/>
          </a:prstGeom>
          <a:solidFill>
            <a:schemeClr val="bg1">
              <a:lumMod val="95000"/>
            </a:schemeClr>
          </a:solidFill>
          <a:ln w="12700">
            <a:solidFill>
              <a:schemeClr val="accent1"/>
            </a:solidFill>
          </a:ln>
        </p:spPr>
        <p:txBody>
          <a:bodyPr wrap="square" lIns="91440" tIns="45720" rIns="91440" bIns="45720"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here.Please enter your contents, or copy and paste the contents here.Please enter your contents, or copy and paste the contents here.</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nvSpPr>
        <p:spPr bwMode="auto">
          <a:xfrm>
            <a:off x="1193083" y="2871277"/>
            <a:ext cx="1929741" cy="424633"/>
          </a:xfrm>
          <a:prstGeom prst="rect">
            <a:avLst/>
          </a:prstGeom>
          <a:solidFill>
            <a:schemeClr val="accent1"/>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Title</a:t>
            </a:r>
          </a:p>
        </p:txBody>
      </p:sp>
      <p:sp>
        <p:nvSpPr>
          <p:cNvPr id="7" name="文本框 24"/>
          <p:cNvSpPr txBox="1"/>
          <p:nvPr/>
        </p:nvSpPr>
        <p:spPr>
          <a:xfrm>
            <a:off x="1614170" y="4976495"/>
            <a:ext cx="10202545" cy="922020"/>
          </a:xfrm>
          <a:prstGeom prst="rect">
            <a:avLst/>
          </a:prstGeom>
          <a:solidFill>
            <a:schemeClr val="bg1">
              <a:lumMod val="95000"/>
            </a:schemeClr>
          </a:solidFill>
          <a:ln w="12700">
            <a:solidFill>
              <a:schemeClr val="accent1"/>
            </a:solidFill>
          </a:ln>
        </p:spPr>
        <p:txBody>
          <a:bodyPr wrap="square" lIns="91440" tIns="45720" rIns="91440" bIns="45720"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here.Please enter your contents, or copy and paste the contents here.Please enter your contents, or copy and paste the contents here.Please enter your contents, or copy and paste the contents here.</a:t>
            </a:r>
            <a:endParaRPr kumimoji="0" lang="zh-CN" altLang="en-US"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p:nvSpPr>
        <p:spPr bwMode="auto">
          <a:xfrm>
            <a:off x="1193083" y="4562763"/>
            <a:ext cx="1929741" cy="424633"/>
          </a:xfrm>
          <a:prstGeom prst="rect">
            <a:avLst/>
          </a:prstGeom>
          <a:solidFill>
            <a:schemeClr val="accent1"/>
          </a:solidFill>
          <a:ln>
            <a:noFill/>
          </a:ln>
        </p:spPr>
        <p:txBody>
          <a:bodyPr vert="horz" wrap="square" lIns="91440" tIns="45720" rIns="91440" bIns="45720" numCol="1" rtlCol="0" anchor="t" anchorCtr="0" compatLnSpc="1"/>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Title</a:t>
            </a:r>
          </a:p>
        </p:txBody>
      </p:sp>
      <p:pic>
        <p:nvPicPr>
          <p:cNvPr id="14" name="图片 13">
            <a:extLst>
              <a:ext uri="{FF2B5EF4-FFF2-40B4-BE49-F238E27FC236}">
                <a16:creationId xmlns:a16="http://schemas.microsoft.com/office/drawing/2014/main" id="{4B4698C0-EAD0-1917-CD1D-DCA3F56D343A}"/>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组合 26"/>
          <p:cNvGrpSpPr/>
          <p:nvPr/>
        </p:nvGrpSpPr>
        <p:grpSpPr>
          <a:xfrm>
            <a:off x="440610" y="190546"/>
            <a:ext cx="3502936" cy="632522"/>
            <a:chOff x="513139" y="331796"/>
            <a:chExt cx="3502936" cy="632522"/>
          </a:xfrm>
        </p:grpSpPr>
        <p:sp>
          <p:nvSpPr>
            <p:cNvPr id="28" name="文本框 27"/>
            <p:cNvSpPr txBox="1"/>
            <p:nvPr/>
          </p:nvSpPr>
          <p:spPr>
            <a:xfrm>
              <a:off x="1178895" y="380753"/>
              <a:ext cx="28371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Add the Title</a:t>
              </a:r>
            </a:p>
          </p:txBody>
        </p:sp>
        <p:grpSp>
          <p:nvGrpSpPr>
            <p:cNvPr id="29" name="组合 28"/>
            <p:cNvGrpSpPr/>
            <p:nvPr/>
          </p:nvGrpSpPr>
          <p:grpSpPr>
            <a:xfrm>
              <a:off x="513139" y="331796"/>
              <a:ext cx="604048" cy="604048"/>
              <a:chOff x="514213" y="245544"/>
              <a:chExt cx="604048" cy="604048"/>
            </a:xfrm>
          </p:grpSpPr>
          <p:sp>
            <p:nvSpPr>
              <p:cNvPr id="37" name="矩形 36"/>
              <p:cNvSpPr/>
              <p:nvPr/>
            </p:nvSpPr>
            <p:spPr>
              <a:xfrm>
                <a:off x="514213" y="245544"/>
                <a:ext cx="451648" cy="451648"/>
              </a:xfrm>
              <a:prstGeom prst="rect">
                <a:avLst/>
              </a:prstGeom>
              <a:solidFill>
                <a:schemeClr val="accent1">
                  <a:alpha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8" name="矩形 37"/>
              <p:cNvSpPr/>
              <p:nvPr/>
            </p:nvSpPr>
            <p:spPr>
              <a:xfrm>
                <a:off x="666613" y="397944"/>
                <a:ext cx="451648" cy="451648"/>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cxnSp>
        <p:nvCxnSpPr>
          <p:cNvPr id="12" name="直接连接符 11"/>
          <p:cNvCxnSpPr/>
          <p:nvPr/>
        </p:nvCxnSpPr>
        <p:spPr>
          <a:xfrm>
            <a:off x="-284813" y="3629960"/>
            <a:ext cx="128016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774723" y="1627841"/>
            <a:ext cx="2104056" cy="3990861"/>
            <a:chOff x="1595438" y="1219202"/>
            <a:chExt cx="2104056" cy="4419596"/>
          </a:xfrm>
        </p:grpSpPr>
        <p:sp>
          <p:nvSpPr>
            <p:cNvPr id="14" name="任意多边形 34"/>
            <p:cNvSpPr/>
            <p:nvPr/>
          </p:nvSpPr>
          <p:spPr>
            <a:xfrm>
              <a:off x="1595438" y="1219202"/>
              <a:ext cx="2104056" cy="44195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15" name="矩形 14"/>
            <p:cNvSpPr/>
            <p:nvPr/>
          </p:nvSpPr>
          <p:spPr>
            <a:xfrm>
              <a:off x="1695919" y="2408991"/>
              <a:ext cx="1920996" cy="2111762"/>
            </a:xfrm>
            <a:prstGeom prst="rect">
              <a:avLst/>
            </a:prstGeom>
          </p:spPr>
          <p:txBody>
            <a:bodyPr wrap="square">
              <a:spAutoFit/>
            </a:bodyPr>
            <a:lstStyle/>
            <a:p>
              <a:pPr marL="0" marR="0" lvl="0" indent="304800" algn="l" defTabSz="4572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p>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en-US" b="1" i="0" u="none" strike="noStrike" kern="100" cap="none" spc="0" normalizeH="0" baseline="0" noProof="0" dirty="0">
                <a:ln>
                  <a:noFill/>
                </a:ln>
                <a:solidFill>
                  <a:schemeClr val="bg1"/>
                </a:solidFill>
                <a:effectLst/>
                <a:uLnTx/>
                <a:uFillTx/>
                <a:latin typeface="字魂105号-简雅黑" panose="00000500000000000000" pitchFamily="2" charset="-122"/>
                <a:ea typeface="字魂105号-简雅黑" panose="00000500000000000000" pitchFamily="2" charset="-122"/>
                <a:cs typeface="+mn-cs"/>
                <a:sym typeface="字魂105号-简雅黑" panose="00000500000000000000" pitchFamily="2" charset="-122"/>
              </a:endParaRPr>
            </a:p>
          </p:txBody>
        </p:sp>
      </p:grpSp>
      <p:grpSp>
        <p:nvGrpSpPr>
          <p:cNvPr id="16" name="组合 15"/>
          <p:cNvGrpSpPr/>
          <p:nvPr/>
        </p:nvGrpSpPr>
        <p:grpSpPr>
          <a:xfrm>
            <a:off x="3633223" y="1627840"/>
            <a:ext cx="2104056" cy="3990862"/>
            <a:chOff x="5043972" y="1219202"/>
            <a:chExt cx="2104056" cy="4419596"/>
          </a:xfrm>
        </p:grpSpPr>
        <p:sp>
          <p:nvSpPr>
            <p:cNvPr id="17" name="任意多边形 37"/>
            <p:cNvSpPr/>
            <p:nvPr/>
          </p:nvSpPr>
          <p:spPr>
            <a:xfrm>
              <a:off x="5043972" y="1219202"/>
              <a:ext cx="2104056" cy="44195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8" name="矩形 17"/>
            <p:cNvSpPr/>
            <p:nvPr/>
          </p:nvSpPr>
          <p:spPr>
            <a:xfrm>
              <a:off x="5140056" y="2348704"/>
              <a:ext cx="1923780" cy="2231309"/>
            </a:xfrm>
            <a:prstGeom prst="rect">
              <a:avLst/>
            </a:prstGeom>
          </p:spPr>
          <p:txBody>
            <a:bodyPr wrap="square">
              <a:spAutoFit/>
            </a:bodyPr>
            <a:lstStyle/>
            <a:p>
              <a:pPr marL="0" marR="0" lvl="0" indent="304800" algn="ctr" defTabSz="457200" rtl="0" eaLnBrk="1" fontAlgn="auto" latinLnBrk="0" hangingPunct="1">
                <a:lnSpc>
                  <a:spcPct val="125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p>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zh-CN"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9" name="组合 18"/>
          <p:cNvGrpSpPr/>
          <p:nvPr/>
        </p:nvGrpSpPr>
        <p:grpSpPr>
          <a:xfrm>
            <a:off x="6470517" y="1627840"/>
            <a:ext cx="2104056" cy="3990862"/>
            <a:chOff x="8492507" y="1219202"/>
            <a:chExt cx="2104056" cy="4419596"/>
          </a:xfrm>
        </p:grpSpPr>
        <p:sp>
          <p:nvSpPr>
            <p:cNvPr id="20" name="任意多边形 40"/>
            <p:cNvSpPr/>
            <p:nvPr/>
          </p:nvSpPr>
          <p:spPr>
            <a:xfrm>
              <a:off x="8492507" y="1219202"/>
              <a:ext cx="2104056" cy="44195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1" name="矩形 20"/>
            <p:cNvSpPr/>
            <p:nvPr/>
          </p:nvSpPr>
          <p:spPr>
            <a:xfrm>
              <a:off x="8568495" y="2348704"/>
              <a:ext cx="1960571" cy="2231309"/>
            </a:xfrm>
            <a:prstGeom prst="rect">
              <a:avLst/>
            </a:prstGeom>
          </p:spPr>
          <p:txBody>
            <a:bodyPr wrap="square">
              <a:spAutoFit/>
            </a:bodyPr>
            <a:lstStyle/>
            <a:p>
              <a:pPr marL="0" marR="0" lvl="0" indent="304800" algn="ctr" defTabSz="457200" rtl="0" eaLnBrk="1" fontAlgn="auto" latinLnBrk="0" hangingPunct="1">
                <a:lnSpc>
                  <a:spcPct val="125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p>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zh-CN"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2" name="组合 21"/>
          <p:cNvGrpSpPr/>
          <p:nvPr/>
        </p:nvGrpSpPr>
        <p:grpSpPr>
          <a:xfrm>
            <a:off x="9294792" y="1627840"/>
            <a:ext cx="2104056" cy="3990862"/>
            <a:chOff x="8492507" y="1219202"/>
            <a:chExt cx="2104056" cy="4419596"/>
          </a:xfrm>
        </p:grpSpPr>
        <p:sp>
          <p:nvSpPr>
            <p:cNvPr id="23" name="任意多边形 52"/>
            <p:cNvSpPr/>
            <p:nvPr/>
          </p:nvSpPr>
          <p:spPr>
            <a:xfrm>
              <a:off x="8492507" y="1219202"/>
              <a:ext cx="2104056" cy="44195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a:p>
              <a:pPr marL="457200" marR="0" lvl="1"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4" name="矩形 23"/>
            <p:cNvSpPr/>
            <p:nvPr/>
          </p:nvSpPr>
          <p:spPr>
            <a:xfrm>
              <a:off x="8558447" y="2348704"/>
              <a:ext cx="1997312" cy="2231309"/>
            </a:xfrm>
            <a:prstGeom prst="rect">
              <a:avLst/>
            </a:prstGeom>
          </p:spPr>
          <p:txBody>
            <a:bodyPr wrap="square">
              <a:spAutoFit/>
            </a:bodyPr>
            <a:lstStyle/>
            <a:p>
              <a:pPr marL="0" marR="0" lvl="0" indent="304800" algn="ctr" defTabSz="457200" rtl="0" eaLnBrk="1" fontAlgn="auto" latinLnBrk="0" hangingPunct="1">
                <a:lnSpc>
                  <a:spcPct val="125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a:t>
              </a:r>
            </a:p>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Please enter your contents, or copy and paste the contents here.</a:t>
              </a:r>
              <a:endParaRPr kumimoji="0" lang="zh-CN" altLang="zh-CN"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25" name="图片 24">
            <a:extLst>
              <a:ext uri="{FF2B5EF4-FFF2-40B4-BE49-F238E27FC236}">
                <a16:creationId xmlns:a16="http://schemas.microsoft.com/office/drawing/2014/main" id="{49BC77EC-C548-F743-6605-761E71701570}"/>
              </a:ext>
            </a:extLst>
          </p:cNvPr>
          <p:cNvPicPr>
            <a:picLocks noChangeAspect="1"/>
          </p:cNvPicPr>
          <p:nvPr/>
        </p:nvPicPr>
        <p:blipFill rotWithShape="1">
          <a:blip r:embed="rId4">
            <a:extLst>
              <a:ext uri="{28A0092B-C50C-407E-A947-70E740481C1C}">
                <a14:useLocalDpi xmlns:a14="http://schemas.microsoft.com/office/drawing/2010/main" val="0"/>
              </a:ext>
            </a:extLst>
          </a:blip>
          <a:srcRect l="-12396" t="-15318" r="-2025" b="-7372"/>
          <a:stretch/>
        </p:blipFill>
        <p:spPr>
          <a:xfrm>
            <a:off x="8035531" y="5547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28A0092B-C50C-407E-A947-70E740481C1C}">
                <a14:useLocalDpi xmlns:a14="http://schemas.microsoft.com/office/drawing/2010/main" val="0"/>
              </a:ext>
            </a:extLst>
          </a:blip>
          <a:srcRect t="26389" b="26389"/>
          <a:stretch/>
        </p:blipFill>
        <p:spPr>
          <a:xfrm>
            <a:off x="0" y="9525"/>
            <a:ext cx="12192000" cy="3782986"/>
          </a:xfrm>
          <a:prstGeom prst="rect">
            <a:avLst/>
          </a:prstGeom>
        </p:spPr>
      </p:pic>
      <p:grpSp>
        <p:nvGrpSpPr>
          <p:cNvPr id="19" name="组合 18"/>
          <p:cNvGrpSpPr/>
          <p:nvPr/>
        </p:nvGrpSpPr>
        <p:grpSpPr>
          <a:xfrm>
            <a:off x="470744" y="4285099"/>
            <a:ext cx="11011107" cy="2381663"/>
            <a:chOff x="636250" y="3907193"/>
            <a:chExt cx="11011107" cy="2381663"/>
          </a:xfrm>
        </p:grpSpPr>
        <p:sp>
          <p:nvSpPr>
            <p:cNvPr id="6" name="文本占位符 3"/>
            <p:cNvSpPr txBox="1"/>
            <p:nvPr/>
          </p:nvSpPr>
          <p:spPr>
            <a:xfrm>
              <a:off x="636250" y="3907193"/>
              <a:ext cx="11011107" cy="671195"/>
            </a:xfrm>
            <a:prstGeom prst="rect">
              <a:avLst/>
            </a:prstGeom>
            <a:noFill/>
          </p:spPr>
          <p:txBody>
            <a:bodyPr vert="horz" wrap="square" lIns="91413" tIns="45706" rIns="91413" bIns="45706" rtlCol="0">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6000" b="1" kern="1200" dirty="0" smtClean="0">
                  <a:solidFill>
                    <a:srgbClr val="0C98FA"/>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sz="4200" dirty="0">
                  <a:solidFill>
                    <a:schemeClr val="accent1"/>
                  </a:solidFill>
                </a:rPr>
                <a:t>Thanks for Your Listening!</a:t>
              </a:r>
              <a:endParaRPr kumimoji="0" lang="en-US" altLang="zh-CN" sz="42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667775" y="5243876"/>
              <a:ext cx="1670050"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Course Nmae</a:t>
              </a:r>
            </a:p>
          </p:txBody>
        </p:sp>
        <p:sp>
          <p:nvSpPr>
            <p:cNvPr id="9" name="文本框 8"/>
            <p:cNvSpPr txBox="1"/>
            <p:nvPr/>
          </p:nvSpPr>
          <p:spPr>
            <a:xfrm>
              <a:off x="2390899" y="5242606"/>
              <a:ext cx="1240790"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Instructor</a:t>
              </a:r>
            </a:p>
          </p:txBody>
        </p:sp>
        <p:sp>
          <p:nvSpPr>
            <p:cNvPr id="10" name="文本框 9"/>
            <p:cNvSpPr txBox="1"/>
            <p:nvPr/>
          </p:nvSpPr>
          <p:spPr>
            <a:xfrm>
              <a:off x="3710518" y="5241336"/>
              <a:ext cx="755015"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Topic</a:t>
              </a:r>
            </a:p>
          </p:txBody>
        </p:sp>
        <p:cxnSp>
          <p:nvCxnSpPr>
            <p:cNvPr id="11" name="直接连接符 10"/>
            <p:cNvCxnSpPr/>
            <p:nvPr/>
          </p:nvCxnSpPr>
          <p:spPr>
            <a:xfrm>
              <a:off x="2337690" y="5304688"/>
              <a:ext cx="0" cy="247707"/>
            </a:xfrm>
            <a:prstGeom prst="line">
              <a:avLst/>
            </a:prstGeom>
            <a:noFill/>
            <a:ln w="28575" cap="flat" cmpd="sng" algn="ctr">
              <a:solidFill>
                <a:schemeClr val="accent1"/>
              </a:solidFill>
              <a:prstDash val="solid"/>
              <a:miter lim="800000"/>
            </a:ln>
            <a:effectLst/>
          </p:spPr>
        </p:cxnSp>
        <p:cxnSp>
          <p:nvCxnSpPr>
            <p:cNvPr id="12" name="直接连接符 11"/>
            <p:cNvCxnSpPr/>
            <p:nvPr/>
          </p:nvCxnSpPr>
          <p:spPr>
            <a:xfrm>
              <a:off x="3662163" y="5304688"/>
              <a:ext cx="0" cy="247707"/>
            </a:xfrm>
            <a:prstGeom prst="line">
              <a:avLst/>
            </a:prstGeom>
            <a:noFill/>
            <a:ln w="28575" cap="flat" cmpd="sng" algn="ctr">
              <a:solidFill>
                <a:schemeClr val="accent1"/>
              </a:solidFill>
              <a:prstDash val="solid"/>
              <a:miter lim="800000"/>
            </a:ln>
            <a:effectLst/>
          </p:spPr>
        </p:cxnSp>
        <p:grpSp>
          <p:nvGrpSpPr>
            <p:cNvPr id="13" name="组合 12"/>
            <p:cNvGrpSpPr/>
            <p:nvPr/>
          </p:nvGrpSpPr>
          <p:grpSpPr>
            <a:xfrm>
              <a:off x="803886" y="5882180"/>
              <a:ext cx="2722880" cy="369332"/>
              <a:chOff x="928986" y="5787191"/>
              <a:chExt cx="2722880" cy="369332"/>
            </a:xfrm>
          </p:grpSpPr>
          <p:sp>
            <p:nvSpPr>
              <p:cNvPr id="14" name="文本框 22"/>
              <p:cNvSpPr txBox="1"/>
              <p:nvPr/>
            </p:nvSpPr>
            <p:spPr>
              <a:xfrm>
                <a:off x="1209656" y="5787191"/>
                <a:ext cx="2442210" cy="369332"/>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Name</a:t>
                </a: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：港中深星球</a:t>
                </a:r>
              </a:p>
            </p:txBody>
          </p:sp>
          <p:sp>
            <p:nvSpPr>
              <p:cNvPr id="15" name="speaker-giving-a-lecture-on-a-stand_33708"/>
              <p:cNvSpPr/>
              <p:nvPr/>
            </p:nvSpPr>
            <p:spPr bwMode="auto">
              <a:xfrm>
                <a:off x="928986" y="5797246"/>
                <a:ext cx="280838" cy="280413"/>
              </a:xfrm>
              <a:custGeom>
                <a:avLst/>
                <a:gdLst>
                  <a:gd name="T0" fmla="*/ 1098 w 1098"/>
                  <a:gd name="T1" fmla="*/ 839 h 1048"/>
                  <a:gd name="T2" fmla="*/ 1098 w 1098"/>
                  <a:gd name="T3" fmla="*/ 1048 h 1048"/>
                  <a:gd name="T4" fmla="*/ 0 w 1098"/>
                  <a:gd name="T5" fmla="*/ 1048 h 1048"/>
                  <a:gd name="T6" fmla="*/ 0 w 1098"/>
                  <a:gd name="T7" fmla="*/ 839 h 1048"/>
                  <a:gd name="T8" fmla="*/ 891 w 1098"/>
                  <a:gd name="T9" fmla="*/ 839 h 1048"/>
                  <a:gd name="T10" fmla="*/ 856 w 1098"/>
                  <a:gd name="T11" fmla="*/ 707 h 1048"/>
                  <a:gd name="T12" fmla="*/ 743 w 1098"/>
                  <a:gd name="T13" fmla="*/ 653 h 1048"/>
                  <a:gd name="T14" fmla="*/ 722 w 1098"/>
                  <a:gd name="T15" fmla="*/ 666 h 1048"/>
                  <a:gd name="T16" fmla="*/ 679 w 1098"/>
                  <a:gd name="T17" fmla="*/ 666 h 1048"/>
                  <a:gd name="T18" fmla="*/ 655 w 1098"/>
                  <a:gd name="T19" fmla="*/ 641 h 1048"/>
                  <a:gd name="T20" fmla="*/ 679 w 1098"/>
                  <a:gd name="T21" fmla="*/ 617 h 1048"/>
                  <a:gd name="T22" fmla="*/ 722 w 1098"/>
                  <a:gd name="T23" fmla="*/ 617 h 1048"/>
                  <a:gd name="T24" fmla="*/ 745 w 1098"/>
                  <a:gd name="T25" fmla="*/ 634 h 1048"/>
                  <a:gd name="T26" fmla="*/ 871 w 1098"/>
                  <a:gd name="T27" fmla="*/ 696 h 1048"/>
                  <a:gd name="T28" fmla="*/ 910 w 1098"/>
                  <a:gd name="T29" fmla="*/ 839 h 1048"/>
                  <a:gd name="T30" fmla="*/ 1098 w 1098"/>
                  <a:gd name="T31" fmla="*/ 839 h 1048"/>
                  <a:gd name="T32" fmla="*/ 1098 w 1098"/>
                  <a:gd name="T33" fmla="*/ 839 h 1048"/>
                  <a:gd name="T34" fmla="*/ 549 w 1098"/>
                  <a:gd name="T35" fmla="*/ 459 h 1048"/>
                  <a:gd name="T36" fmla="*/ 778 w 1098"/>
                  <a:gd name="T37" fmla="*/ 229 h 1048"/>
                  <a:gd name="T38" fmla="*/ 549 w 1098"/>
                  <a:gd name="T39" fmla="*/ 0 h 1048"/>
                  <a:gd name="T40" fmla="*/ 320 w 1098"/>
                  <a:gd name="T41" fmla="*/ 229 h 1048"/>
                  <a:gd name="T42" fmla="*/ 549 w 1098"/>
                  <a:gd name="T43" fmla="*/ 459 h 1048"/>
                  <a:gd name="T44" fmla="*/ 830 w 1098"/>
                  <a:gd name="T45" fmla="*/ 729 h 1048"/>
                  <a:gd name="T46" fmla="*/ 756 w 1098"/>
                  <a:gd name="T47" fmla="*/ 690 h 1048"/>
                  <a:gd name="T48" fmla="*/ 722 w 1098"/>
                  <a:gd name="T49" fmla="*/ 701 h 1048"/>
                  <a:gd name="T50" fmla="*/ 679 w 1098"/>
                  <a:gd name="T51" fmla="*/ 701 h 1048"/>
                  <a:gd name="T52" fmla="*/ 621 w 1098"/>
                  <a:gd name="T53" fmla="*/ 643 h 1048"/>
                  <a:gd name="T54" fmla="*/ 679 w 1098"/>
                  <a:gd name="T55" fmla="*/ 585 h 1048"/>
                  <a:gd name="T56" fmla="*/ 722 w 1098"/>
                  <a:gd name="T57" fmla="*/ 585 h 1048"/>
                  <a:gd name="T58" fmla="*/ 765 w 1098"/>
                  <a:gd name="T59" fmla="*/ 605 h 1048"/>
                  <a:gd name="T60" fmla="*/ 885 w 1098"/>
                  <a:gd name="T61" fmla="*/ 663 h 1048"/>
                  <a:gd name="T62" fmla="*/ 885 w 1098"/>
                  <a:gd name="T63" fmla="*/ 659 h 1048"/>
                  <a:gd name="T64" fmla="*/ 874 w 1098"/>
                  <a:gd name="T65" fmla="*/ 607 h 1048"/>
                  <a:gd name="T66" fmla="*/ 697 w 1098"/>
                  <a:gd name="T67" fmla="*/ 437 h 1048"/>
                  <a:gd name="T68" fmla="*/ 549 w 1098"/>
                  <a:gd name="T69" fmla="*/ 496 h 1048"/>
                  <a:gd name="T70" fmla="*/ 401 w 1098"/>
                  <a:gd name="T71" fmla="*/ 437 h 1048"/>
                  <a:gd name="T72" fmla="*/ 212 w 1098"/>
                  <a:gd name="T73" fmla="*/ 681 h 1048"/>
                  <a:gd name="T74" fmla="*/ 212 w 1098"/>
                  <a:gd name="T75" fmla="*/ 807 h 1048"/>
                  <a:gd name="T76" fmla="*/ 857 w 1098"/>
                  <a:gd name="T77" fmla="*/ 807 h 1048"/>
                  <a:gd name="T78" fmla="*/ 830 w 1098"/>
                  <a:gd name="T79" fmla="*/ 729 h 1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98" h="1048">
                    <a:moveTo>
                      <a:pt x="1098" y="839"/>
                    </a:moveTo>
                    <a:lnTo>
                      <a:pt x="1098" y="1048"/>
                    </a:lnTo>
                    <a:lnTo>
                      <a:pt x="0" y="1048"/>
                    </a:lnTo>
                    <a:lnTo>
                      <a:pt x="0" y="839"/>
                    </a:lnTo>
                    <a:lnTo>
                      <a:pt x="891" y="839"/>
                    </a:lnTo>
                    <a:cubicBezTo>
                      <a:pt x="892" y="794"/>
                      <a:pt x="884" y="744"/>
                      <a:pt x="856" y="707"/>
                    </a:cubicBezTo>
                    <a:cubicBezTo>
                      <a:pt x="832" y="675"/>
                      <a:pt x="794" y="656"/>
                      <a:pt x="743" y="653"/>
                    </a:cubicBezTo>
                    <a:cubicBezTo>
                      <a:pt x="739" y="660"/>
                      <a:pt x="731" y="666"/>
                      <a:pt x="722" y="666"/>
                    </a:cubicBezTo>
                    <a:lnTo>
                      <a:pt x="679" y="666"/>
                    </a:lnTo>
                    <a:cubicBezTo>
                      <a:pt x="666" y="666"/>
                      <a:pt x="655" y="655"/>
                      <a:pt x="655" y="641"/>
                    </a:cubicBezTo>
                    <a:cubicBezTo>
                      <a:pt x="655" y="628"/>
                      <a:pt x="666" y="617"/>
                      <a:pt x="679" y="617"/>
                    </a:cubicBezTo>
                    <a:lnTo>
                      <a:pt x="722" y="617"/>
                    </a:lnTo>
                    <a:cubicBezTo>
                      <a:pt x="733" y="617"/>
                      <a:pt x="742" y="624"/>
                      <a:pt x="745" y="634"/>
                    </a:cubicBezTo>
                    <a:cubicBezTo>
                      <a:pt x="801" y="638"/>
                      <a:pt x="843" y="659"/>
                      <a:pt x="871" y="696"/>
                    </a:cubicBezTo>
                    <a:cubicBezTo>
                      <a:pt x="903" y="737"/>
                      <a:pt x="911" y="791"/>
                      <a:pt x="910" y="839"/>
                    </a:cubicBezTo>
                    <a:lnTo>
                      <a:pt x="1098" y="839"/>
                    </a:lnTo>
                    <a:lnTo>
                      <a:pt x="1098" y="839"/>
                    </a:lnTo>
                    <a:close/>
                    <a:moveTo>
                      <a:pt x="549" y="459"/>
                    </a:moveTo>
                    <a:cubicBezTo>
                      <a:pt x="676" y="459"/>
                      <a:pt x="778" y="356"/>
                      <a:pt x="778" y="229"/>
                    </a:cubicBezTo>
                    <a:cubicBezTo>
                      <a:pt x="778" y="103"/>
                      <a:pt x="676" y="0"/>
                      <a:pt x="549" y="0"/>
                    </a:cubicBezTo>
                    <a:cubicBezTo>
                      <a:pt x="423" y="0"/>
                      <a:pt x="320" y="103"/>
                      <a:pt x="320" y="229"/>
                    </a:cubicBezTo>
                    <a:cubicBezTo>
                      <a:pt x="320" y="356"/>
                      <a:pt x="423" y="459"/>
                      <a:pt x="549" y="459"/>
                    </a:cubicBezTo>
                    <a:close/>
                    <a:moveTo>
                      <a:pt x="830" y="729"/>
                    </a:moveTo>
                    <a:cubicBezTo>
                      <a:pt x="813" y="708"/>
                      <a:pt x="789" y="695"/>
                      <a:pt x="756" y="690"/>
                    </a:cubicBezTo>
                    <a:cubicBezTo>
                      <a:pt x="746" y="697"/>
                      <a:pt x="734" y="701"/>
                      <a:pt x="722" y="701"/>
                    </a:cubicBezTo>
                    <a:lnTo>
                      <a:pt x="679" y="701"/>
                    </a:lnTo>
                    <a:cubicBezTo>
                      <a:pt x="648" y="701"/>
                      <a:pt x="621" y="675"/>
                      <a:pt x="621" y="643"/>
                    </a:cubicBezTo>
                    <a:cubicBezTo>
                      <a:pt x="621" y="611"/>
                      <a:pt x="647" y="585"/>
                      <a:pt x="679" y="585"/>
                    </a:cubicBezTo>
                    <a:lnTo>
                      <a:pt x="722" y="585"/>
                    </a:lnTo>
                    <a:cubicBezTo>
                      <a:pt x="738" y="585"/>
                      <a:pt x="754" y="593"/>
                      <a:pt x="765" y="605"/>
                    </a:cubicBezTo>
                    <a:cubicBezTo>
                      <a:pt x="815" y="611"/>
                      <a:pt x="855" y="631"/>
                      <a:pt x="885" y="663"/>
                    </a:cubicBezTo>
                    <a:cubicBezTo>
                      <a:pt x="885" y="662"/>
                      <a:pt x="885" y="660"/>
                      <a:pt x="885" y="659"/>
                    </a:cubicBezTo>
                    <a:lnTo>
                      <a:pt x="874" y="607"/>
                    </a:lnTo>
                    <a:cubicBezTo>
                      <a:pt x="849" y="524"/>
                      <a:pt x="782" y="459"/>
                      <a:pt x="697" y="437"/>
                    </a:cubicBezTo>
                    <a:cubicBezTo>
                      <a:pt x="659" y="473"/>
                      <a:pt x="606" y="496"/>
                      <a:pt x="549" y="496"/>
                    </a:cubicBezTo>
                    <a:cubicBezTo>
                      <a:pt x="492" y="496"/>
                      <a:pt x="440" y="473"/>
                      <a:pt x="401" y="437"/>
                    </a:cubicBezTo>
                    <a:cubicBezTo>
                      <a:pt x="293" y="466"/>
                      <a:pt x="212" y="564"/>
                      <a:pt x="212" y="681"/>
                    </a:cubicBezTo>
                    <a:lnTo>
                      <a:pt x="212" y="807"/>
                    </a:lnTo>
                    <a:lnTo>
                      <a:pt x="857" y="807"/>
                    </a:lnTo>
                    <a:cubicBezTo>
                      <a:pt x="853" y="775"/>
                      <a:pt x="844" y="748"/>
                      <a:pt x="830" y="729"/>
                    </a:cubicBezTo>
                    <a:close/>
                  </a:path>
                </a:pathLst>
              </a:custGeom>
              <a:solidFill>
                <a:schemeClr val="accent1"/>
              </a:solidFill>
              <a:ln>
                <a:noFill/>
              </a:ln>
            </p:spPr>
          </p:sp>
        </p:grpSp>
        <p:grpSp>
          <p:nvGrpSpPr>
            <p:cNvPr id="16" name="组合 15"/>
            <p:cNvGrpSpPr/>
            <p:nvPr/>
          </p:nvGrpSpPr>
          <p:grpSpPr>
            <a:xfrm>
              <a:off x="3395721" y="5846591"/>
              <a:ext cx="2587251" cy="442265"/>
              <a:chOff x="3485874" y="5759417"/>
              <a:chExt cx="2587251" cy="442265"/>
            </a:xfrm>
          </p:grpSpPr>
          <p:sp>
            <p:nvSpPr>
              <p:cNvPr id="17" name="文本框 27"/>
              <p:cNvSpPr txBox="1"/>
              <p:nvPr/>
            </p:nvSpPr>
            <p:spPr>
              <a:xfrm>
                <a:off x="3739523" y="5759417"/>
                <a:ext cx="2333602" cy="442265"/>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Date</a:t>
                </a: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a:t>
                </a: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xx-xx-xxxx</a:t>
                </a:r>
                <a:endPar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18" name="wall-clock_68132"/>
              <p:cNvSpPr/>
              <p:nvPr/>
            </p:nvSpPr>
            <p:spPr bwMode="auto">
              <a:xfrm>
                <a:off x="3485874" y="5808689"/>
                <a:ext cx="280838" cy="280413"/>
              </a:xfrm>
              <a:custGeom>
                <a:avLst/>
                <a:gdLst>
                  <a:gd name="connsiteX0" fmla="*/ 169739 w 605522"/>
                  <a:gd name="connsiteY0" fmla="*/ 214306 h 604605"/>
                  <a:gd name="connsiteX1" fmla="*/ 184976 w 605522"/>
                  <a:gd name="connsiteY1" fmla="*/ 216005 h 604605"/>
                  <a:gd name="connsiteX2" fmla="*/ 287155 w 605522"/>
                  <a:gd name="connsiteY2" fmla="*/ 272658 h 604605"/>
                  <a:gd name="connsiteX3" fmla="*/ 302691 w 605522"/>
                  <a:gd name="connsiteY3" fmla="*/ 268841 h 604605"/>
                  <a:gd name="connsiteX4" fmla="*/ 318346 w 605522"/>
                  <a:gd name="connsiteY4" fmla="*/ 272658 h 604605"/>
                  <a:gd name="connsiteX5" fmla="*/ 420524 w 605522"/>
                  <a:gd name="connsiteY5" fmla="*/ 216005 h 604605"/>
                  <a:gd name="connsiteX6" fmla="*/ 447652 w 605522"/>
                  <a:gd name="connsiteY6" fmla="*/ 223877 h 604605"/>
                  <a:gd name="connsiteX7" fmla="*/ 439884 w 605522"/>
                  <a:gd name="connsiteY7" fmla="*/ 250951 h 604605"/>
                  <a:gd name="connsiteX8" fmla="*/ 335674 w 605522"/>
                  <a:gd name="connsiteY8" fmla="*/ 308677 h 604605"/>
                  <a:gd name="connsiteX9" fmla="*/ 302691 w 605522"/>
                  <a:gd name="connsiteY9" fmla="*/ 335751 h 604605"/>
                  <a:gd name="connsiteX10" fmla="*/ 269826 w 605522"/>
                  <a:gd name="connsiteY10" fmla="*/ 308677 h 604605"/>
                  <a:gd name="connsiteX11" fmla="*/ 165497 w 605522"/>
                  <a:gd name="connsiteY11" fmla="*/ 250951 h 604605"/>
                  <a:gd name="connsiteX12" fmla="*/ 157729 w 605522"/>
                  <a:gd name="connsiteY12" fmla="*/ 223877 h 604605"/>
                  <a:gd name="connsiteX13" fmla="*/ 169739 w 605522"/>
                  <a:gd name="connsiteY13" fmla="*/ 214306 h 604605"/>
                  <a:gd name="connsiteX14" fmla="*/ 286807 w 605522"/>
                  <a:gd name="connsiteY14" fmla="*/ 64195 h 604605"/>
                  <a:gd name="connsiteX15" fmla="*/ 190010 w 605522"/>
                  <a:gd name="connsiteY15" fmla="*/ 91878 h 604605"/>
                  <a:gd name="connsiteX16" fmla="*/ 203036 w 605522"/>
                  <a:gd name="connsiteY16" fmla="*/ 114311 h 604605"/>
                  <a:gd name="connsiteX17" fmla="*/ 203872 w 605522"/>
                  <a:gd name="connsiteY17" fmla="*/ 120754 h 604605"/>
                  <a:gd name="connsiteX18" fmla="*/ 200048 w 605522"/>
                  <a:gd name="connsiteY18" fmla="*/ 125885 h 604605"/>
                  <a:gd name="connsiteX19" fmla="*/ 191564 w 605522"/>
                  <a:gd name="connsiteY19" fmla="*/ 125885 h 604605"/>
                  <a:gd name="connsiteX20" fmla="*/ 188456 w 605522"/>
                  <a:gd name="connsiteY20" fmla="*/ 122782 h 604605"/>
                  <a:gd name="connsiteX21" fmla="*/ 175431 w 605522"/>
                  <a:gd name="connsiteY21" fmla="*/ 100469 h 604605"/>
                  <a:gd name="connsiteX22" fmla="*/ 104207 w 605522"/>
                  <a:gd name="connsiteY22" fmla="*/ 169557 h 604605"/>
                  <a:gd name="connsiteX23" fmla="*/ 131692 w 605522"/>
                  <a:gd name="connsiteY23" fmla="*/ 185307 h 604605"/>
                  <a:gd name="connsiteX24" fmla="*/ 137428 w 605522"/>
                  <a:gd name="connsiteY24" fmla="*/ 207024 h 604605"/>
                  <a:gd name="connsiteX25" fmla="*/ 123686 w 605522"/>
                  <a:gd name="connsiteY25" fmla="*/ 215018 h 604605"/>
                  <a:gd name="connsiteX26" fmla="*/ 115679 w 605522"/>
                  <a:gd name="connsiteY26" fmla="*/ 212871 h 604605"/>
                  <a:gd name="connsiteX27" fmla="*/ 88313 w 605522"/>
                  <a:gd name="connsiteY27" fmla="*/ 197001 h 604605"/>
                  <a:gd name="connsiteX28" fmla="*/ 63815 w 605522"/>
                  <a:gd name="connsiteY28" fmla="*/ 294606 h 604605"/>
                  <a:gd name="connsiteX29" fmla="*/ 89866 w 605522"/>
                  <a:gd name="connsiteY29" fmla="*/ 294487 h 604605"/>
                  <a:gd name="connsiteX30" fmla="*/ 98351 w 605522"/>
                  <a:gd name="connsiteY30" fmla="*/ 302959 h 604605"/>
                  <a:gd name="connsiteX31" fmla="*/ 95841 w 605522"/>
                  <a:gd name="connsiteY31" fmla="*/ 308925 h 604605"/>
                  <a:gd name="connsiteX32" fmla="*/ 89986 w 605522"/>
                  <a:gd name="connsiteY32" fmla="*/ 311311 h 604605"/>
                  <a:gd name="connsiteX33" fmla="*/ 63934 w 605522"/>
                  <a:gd name="connsiteY33" fmla="*/ 311431 h 604605"/>
                  <a:gd name="connsiteX34" fmla="*/ 88313 w 605522"/>
                  <a:gd name="connsiteY34" fmla="*/ 407604 h 604605"/>
                  <a:gd name="connsiteX35" fmla="*/ 115679 w 605522"/>
                  <a:gd name="connsiteY35" fmla="*/ 391734 h 604605"/>
                  <a:gd name="connsiteX36" fmla="*/ 137428 w 605522"/>
                  <a:gd name="connsiteY36" fmla="*/ 397581 h 604605"/>
                  <a:gd name="connsiteX37" fmla="*/ 131692 w 605522"/>
                  <a:gd name="connsiteY37" fmla="*/ 419298 h 604605"/>
                  <a:gd name="connsiteX38" fmla="*/ 104207 w 605522"/>
                  <a:gd name="connsiteY38" fmla="*/ 435048 h 604605"/>
                  <a:gd name="connsiteX39" fmla="*/ 176626 w 605522"/>
                  <a:gd name="connsiteY39" fmla="*/ 504971 h 604605"/>
                  <a:gd name="connsiteX40" fmla="*/ 189532 w 605522"/>
                  <a:gd name="connsiteY40" fmla="*/ 482419 h 604605"/>
                  <a:gd name="connsiteX41" fmla="*/ 196941 w 605522"/>
                  <a:gd name="connsiteY41" fmla="*/ 478243 h 604605"/>
                  <a:gd name="connsiteX42" fmla="*/ 201124 w 605522"/>
                  <a:gd name="connsiteY42" fmla="*/ 479317 h 604605"/>
                  <a:gd name="connsiteX43" fmla="*/ 205067 w 605522"/>
                  <a:gd name="connsiteY43" fmla="*/ 484448 h 604605"/>
                  <a:gd name="connsiteX44" fmla="*/ 204231 w 605522"/>
                  <a:gd name="connsiteY44" fmla="*/ 490772 h 604605"/>
                  <a:gd name="connsiteX45" fmla="*/ 191325 w 605522"/>
                  <a:gd name="connsiteY45" fmla="*/ 513324 h 604605"/>
                  <a:gd name="connsiteX46" fmla="*/ 286807 w 605522"/>
                  <a:gd name="connsiteY46" fmla="*/ 540410 h 604605"/>
                  <a:gd name="connsiteX47" fmla="*/ 286807 w 605522"/>
                  <a:gd name="connsiteY47" fmla="*/ 508789 h 604605"/>
                  <a:gd name="connsiteX48" fmla="*/ 302701 w 605522"/>
                  <a:gd name="connsiteY48" fmla="*/ 492800 h 604605"/>
                  <a:gd name="connsiteX49" fmla="*/ 318715 w 605522"/>
                  <a:gd name="connsiteY49" fmla="*/ 508789 h 604605"/>
                  <a:gd name="connsiteX50" fmla="*/ 318715 w 605522"/>
                  <a:gd name="connsiteY50" fmla="*/ 540410 h 604605"/>
                  <a:gd name="connsiteX51" fmla="*/ 415512 w 605522"/>
                  <a:gd name="connsiteY51" fmla="*/ 512608 h 604605"/>
                  <a:gd name="connsiteX52" fmla="*/ 402367 w 605522"/>
                  <a:gd name="connsiteY52" fmla="*/ 490175 h 604605"/>
                  <a:gd name="connsiteX53" fmla="*/ 401530 w 605522"/>
                  <a:gd name="connsiteY53" fmla="*/ 483851 h 604605"/>
                  <a:gd name="connsiteX54" fmla="*/ 405474 w 605522"/>
                  <a:gd name="connsiteY54" fmla="*/ 478720 h 604605"/>
                  <a:gd name="connsiteX55" fmla="*/ 409657 w 605522"/>
                  <a:gd name="connsiteY55" fmla="*/ 477527 h 604605"/>
                  <a:gd name="connsiteX56" fmla="*/ 416946 w 605522"/>
                  <a:gd name="connsiteY56" fmla="*/ 481703 h 604605"/>
                  <a:gd name="connsiteX57" fmla="*/ 430092 w 605522"/>
                  <a:gd name="connsiteY57" fmla="*/ 504136 h 604605"/>
                  <a:gd name="connsiteX58" fmla="*/ 501196 w 605522"/>
                  <a:gd name="connsiteY58" fmla="*/ 435048 h 604605"/>
                  <a:gd name="connsiteX59" fmla="*/ 473830 w 605522"/>
                  <a:gd name="connsiteY59" fmla="*/ 419298 h 604605"/>
                  <a:gd name="connsiteX60" fmla="*/ 467974 w 605522"/>
                  <a:gd name="connsiteY60" fmla="*/ 397581 h 604605"/>
                  <a:gd name="connsiteX61" fmla="*/ 489724 w 605522"/>
                  <a:gd name="connsiteY61" fmla="*/ 391734 h 604605"/>
                  <a:gd name="connsiteX62" fmla="*/ 517209 w 605522"/>
                  <a:gd name="connsiteY62" fmla="*/ 407485 h 604605"/>
                  <a:gd name="connsiteX63" fmla="*/ 541588 w 605522"/>
                  <a:gd name="connsiteY63" fmla="*/ 309999 h 604605"/>
                  <a:gd name="connsiteX64" fmla="*/ 515536 w 605522"/>
                  <a:gd name="connsiteY64" fmla="*/ 309999 h 604605"/>
                  <a:gd name="connsiteX65" fmla="*/ 511354 w 605522"/>
                  <a:gd name="connsiteY65" fmla="*/ 308925 h 604605"/>
                  <a:gd name="connsiteX66" fmla="*/ 507171 w 605522"/>
                  <a:gd name="connsiteY66" fmla="*/ 301646 h 604605"/>
                  <a:gd name="connsiteX67" fmla="*/ 509561 w 605522"/>
                  <a:gd name="connsiteY67" fmla="*/ 295680 h 604605"/>
                  <a:gd name="connsiteX68" fmla="*/ 515536 w 605522"/>
                  <a:gd name="connsiteY68" fmla="*/ 293174 h 604605"/>
                  <a:gd name="connsiteX69" fmla="*/ 541588 w 605522"/>
                  <a:gd name="connsiteY69" fmla="*/ 293174 h 604605"/>
                  <a:gd name="connsiteX70" fmla="*/ 517209 w 605522"/>
                  <a:gd name="connsiteY70" fmla="*/ 197001 h 604605"/>
                  <a:gd name="connsiteX71" fmla="*/ 489724 w 605522"/>
                  <a:gd name="connsiteY71" fmla="*/ 212871 h 604605"/>
                  <a:gd name="connsiteX72" fmla="*/ 481836 w 605522"/>
                  <a:gd name="connsiteY72" fmla="*/ 215018 h 604605"/>
                  <a:gd name="connsiteX73" fmla="*/ 467974 w 605522"/>
                  <a:gd name="connsiteY73" fmla="*/ 207024 h 604605"/>
                  <a:gd name="connsiteX74" fmla="*/ 473830 w 605522"/>
                  <a:gd name="connsiteY74" fmla="*/ 185307 h 604605"/>
                  <a:gd name="connsiteX75" fmla="*/ 501196 w 605522"/>
                  <a:gd name="connsiteY75" fmla="*/ 169437 h 604605"/>
                  <a:gd name="connsiteX76" fmla="*/ 428777 w 605522"/>
                  <a:gd name="connsiteY76" fmla="*/ 99634 h 604605"/>
                  <a:gd name="connsiteX77" fmla="*/ 415871 w 605522"/>
                  <a:gd name="connsiteY77" fmla="*/ 122066 h 604605"/>
                  <a:gd name="connsiteX78" fmla="*/ 408581 w 605522"/>
                  <a:gd name="connsiteY78" fmla="*/ 126362 h 604605"/>
                  <a:gd name="connsiteX79" fmla="*/ 404398 w 605522"/>
                  <a:gd name="connsiteY79" fmla="*/ 125288 h 604605"/>
                  <a:gd name="connsiteX80" fmla="*/ 401291 w 605522"/>
                  <a:gd name="connsiteY80" fmla="*/ 113714 h 604605"/>
                  <a:gd name="connsiteX81" fmla="*/ 414198 w 605522"/>
                  <a:gd name="connsiteY81" fmla="*/ 91281 h 604605"/>
                  <a:gd name="connsiteX82" fmla="*/ 318715 w 605522"/>
                  <a:gd name="connsiteY82" fmla="*/ 64195 h 604605"/>
                  <a:gd name="connsiteX83" fmla="*/ 318715 w 605522"/>
                  <a:gd name="connsiteY83" fmla="*/ 95816 h 604605"/>
                  <a:gd name="connsiteX84" fmla="*/ 302701 w 605522"/>
                  <a:gd name="connsiteY84" fmla="*/ 111685 h 604605"/>
                  <a:gd name="connsiteX85" fmla="*/ 286807 w 605522"/>
                  <a:gd name="connsiteY85" fmla="*/ 95816 h 604605"/>
                  <a:gd name="connsiteX86" fmla="*/ 302701 w 605522"/>
                  <a:gd name="connsiteY86" fmla="*/ 0 h 604605"/>
                  <a:gd name="connsiteX87" fmla="*/ 605522 w 605522"/>
                  <a:gd name="connsiteY87" fmla="*/ 302243 h 604605"/>
                  <a:gd name="connsiteX88" fmla="*/ 302701 w 605522"/>
                  <a:gd name="connsiteY88" fmla="*/ 604605 h 604605"/>
                  <a:gd name="connsiteX89" fmla="*/ 0 w 605522"/>
                  <a:gd name="connsiteY89" fmla="*/ 302243 h 604605"/>
                  <a:gd name="connsiteX90" fmla="*/ 302701 w 605522"/>
                  <a:gd name="connsiteY90" fmla="*/ 0 h 60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5522" h="604605">
                    <a:moveTo>
                      <a:pt x="169739" y="214306"/>
                    </a:moveTo>
                    <a:cubicBezTo>
                      <a:pt x="174669" y="212874"/>
                      <a:pt x="180136" y="213322"/>
                      <a:pt x="184976" y="216005"/>
                    </a:cubicBezTo>
                    <a:lnTo>
                      <a:pt x="287155" y="272658"/>
                    </a:lnTo>
                    <a:cubicBezTo>
                      <a:pt x="291816" y="270153"/>
                      <a:pt x="297074" y="268841"/>
                      <a:pt x="302691" y="268841"/>
                    </a:cubicBezTo>
                    <a:cubicBezTo>
                      <a:pt x="308307" y="268841"/>
                      <a:pt x="313685" y="270153"/>
                      <a:pt x="318346" y="272658"/>
                    </a:cubicBezTo>
                    <a:lnTo>
                      <a:pt x="420524" y="216005"/>
                    </a:lnTo>
                    <a:cubicBezTo>
                      <a:pt x="430204" y="210638"/>
                      <a:pt x="442394" y="214216"/>
                      <a:pt x="447652" y="223877"/>
                    </a:cubicBezTo>
                    <a:cubicBezTo>
                      <a:pt x="453030" y="233418"/>
                      <a:pt x="449564" y="245584"/>
                      <a:pt x="439884" y="250951"/>
                    </a:cubicBezTo>
                    <a:lnTo>
                      <a:pt x="335674" y="308677"/>
                    </a:lnTo>
                    <a:cubicBezTo>
                      <a:pt x="332567" y="324063"/>
                      <a:pt x="319063" y="335751"/>
                      <a:pt x="302691" y="335751"/>
                    </a:cubicBezTo>
                    <a:cubicBezTo>
                      <a:pt x="286438" y="335751"/>
                      <a:pt x="272814" y="324182"/>
                      <a:pt x="269826" y="308677"/>
                    </a:cubicBezTo>
                    <a:lnTo>
                      <a:pt x="165497" y="250951"/>
                    </a:lnTo>
                    <a:cubicBezTo>
                      <a:pt x="155817" y="245584"/>
                      <a:pt x="152351" y="233418"/>
                      <a:pt x="157729" y="223877"/>
                    </a:cubicBezTo>
                    <a:cubicBezTo>
                      <a:pt x="160418" y="219047"/>
                      <a:pt x="164810" y="215737"/>
                      <a:pt x="169739" y="214306"/>
                    </a:cubicBezTo>
                    <a:close/>
                    <a:moveTo>
                      <a:pt x="286807" y="64195"/>
                    </a:moveTo>
                    <a:cubicBezTo>
                      <a:pt x="252032" y="66462"/>
                      <a:pt x="219169" y="76247"/>
                      <a:pt x="190010" y="91878"/>
                    </a:cubicBezTo>
                    <a:lnTo>
                      <a:pt x="203036" y="114311"/>
                    </a:lnTo>
                    <a:cubicBezTo>
                      <a:pt x="204231" y="116339"/>
                      <a:pt x="204470" y="118606"/>
                      <a:pt x="203872" y="120754"/>
                    </a:cubicBezTo>
                    <a:cubicBezTo>
                      <a:pt x="203394" y="122902"/>
                      <a:pt x="201960" y="124692"/>
                      <a:pt x="200048" y="125885"/>
                    </a:cubicBezTo>
                    <a:cubicBezTo>
                      <a:pt x="197419" y="127436"/>
                      <a:pt x="194193" y="127317"/>
                      <a:pt x="191564" y="125885"/>
                    </a:cubicBezTo>
                    <a:cubicBezTo>
                      <a:pt x="190249" y="125169"/>
                      <a:pt x="189173" y="124095"/>
                      <a:pt x="188456" y="122782"/>
                    </a:cubicBezTo>
                    <a:lnTo>
                      <a:pt x="175431" y="100469"/>
                    </a:lnTo>
                    <a:cubicBezTo>
                      <a:pt x="147108" y="118248"/>
                      <a:pt x="122849" y="141874"/>
                      <a:pt x="104207" y="169557"/>
                    </a:cubicBezTo>
                    <a:lnTo>
                      <a:pt x="131692" y="185307"/>
                    </a:lnTo>
                    <a:cubicBezTo>
                      <a:pt x="139221" y="189722"/>
                      <a:pt x="141850" y="199387"/>
                      <a:pt x="137428" y="207024"/>
                    </a:cubicBezTo>
                    <a:cubicBezTo>
                      <a:pt x="134560" y="212155"/>
                      <a:pt x="129183" y="215018"/>
                      <a:pt x="123686" y="215018"/>
                    </a:cubicBezTo>
                    <a:cubicBezTo>
                      <a:pt x="120937" y="215018"/>
                      <a:pt x="118188" y="214302"/>
                      <a:pt x="115679" y="212871"/>
                    </a:cubicBezTo>
                    <a:lnTo>
                      <a:pt x="88313" y="197001"/>
                    </a:lnTo>
                    <a:cubicBezTo>
                      <a:pt x="73614" y="226593"/>
                      <a:pt x="65010" y="259645"/>
                      <a:pt x="63815" y="294606"/>
                    </a:cubicBezTo>
                    <a:lnTo>
                      <a:pt x="89866" y="294487"/>
                    </a:lnTo>
                    <a:cubicBezTo>
                      <a:pt x="94527" y="294487"/>
                      <a:pt x="98351" y="298305"/>
                      <a:pt x="98351" y="302959"/>
                    </a:cubicBezTo>
                    <a:cubicBezTo>
                      <a:pt x="98351" y="305107"/>
                      <a:pt x="97514" y="307254"/>
                      <a:pt x="95841" y="308925"/>
                    </a:cubicBezTo>
                    <a:cubicBezTo>
                      <a:pt x="94288" y="310476"/>
                      <a:pt x="92256" y="311311"/>
                      <a:pt x="89986" y="311311"/>
                    </a:cubicBezTo>
                    <a:lnTo>
                      <a:pt x="63934" y="311431"/>
                    </a:lnTo>
                    <a:cubicBezTo>
                      <a:pt x="65249" y="345795"/>
                      <a:pt x="73853" y="378370"/>
                      <a:pt x="88313" y="407604"/>
                    </a:cubicBezTo>
                    <a:lnTo>
                      <a:pt x="115679" y="391734"/>
                    </a:lnTo>
                    <a:cubicBezTo>
                      <a:pt x="123327" y="387320"/>
                      <a:pt x="133126" y="389945"/>
                      <a:pt x="137428" y="397581"/>
                    </a:cubicBezTo>
                    <a:cubicBezTo>
                      <a:pt x="141850" y="405218"/>
                      <a:pt x="139221" y="414883"/>
                      <a:pt x="131692" y="419298"/>
                    </a:cubicBezTo>
                    <a:lnTo>
                      <a:pt x="104207" y="435048"/>
                    </a:lnTo>
                    <a:cubicBezTo>
                      <a:pt x="123208" y="463208"/>
                      <a:pt x="147825" y="487073"/>
                      <a:pt x="176626" y="504971"/>
                    </a:cubicBezTo>
                    <a:lnTo>
                      <a:pt x="189532" y="482419"/>
                    </a:lnTo>
                    <a:cubicBezTo>
                      <a:pt x="191086" y="479794"/>
                      <a:pt x="193834" y="478243"/>
                      <a:pt x="196941" y="478243"/>
                    </a:cubicBezTo>
                    <a:cubicBezTo>
                      <a:pt x="198375" y="478243"/>
                      <a:pt x="199809" y="478601"/>
                      <a:pt x="201124" y="479317"/>
                    </a:cubicBezTo>
                    <a:cubicBezTo>
                      <a:pt x="203036" y="480510"/>
                      <a:pt x="204470" y="482300"/>
                      <a:pt x="205067" y="484448"/>
                    </a:cubicBezTo>
                    <a:cubicBezTo>
                      <a:pt x="205665" y="486595"/>
                      <a:pt x="205306" y="488863"/>
                      <a:pt x="204231" y="490772"/>
                    </a:cubicBezTo>
                    <a:lnTo>
                      <a:pt x="191325" y="513324"/>
                    </a:lnTo>
                    <a:cubicBezTo>
                      <a:pt x="220125" y="528597"/>
                      <a:pt x="252510" y="538143"/>
                      <a:pt x="286807" y="540410"/>
                    </a:cubicBezTo>
                    <a:lnTo>
                      <a:pt x="286807" y="508789"/>
                    </a:lnTo>
                    <a:cubicBezTo>
                      <a:pt x="286807" y="499960"/>
                      <a:pt x="293978" y="492800"/>
                      <a:pt x="302701" y="492800"/>
                    </a:cubicBezTo>
                    <a:cubicBezTo>
                      <a:pt x="311545" y="492800"/>
                      <a:pt x="318715" y="499960"/>
                      <a:pt x="318715" y="508789"/>
                    </a:cubicBezTo>
                    <a:lnTo>
                      <a:pt x="318715" y="540410"/>
                    </a:lnTo>
                    <a:cubicBezTo>
                      <a:pt x="353490" y="538143"/>
                      <a:pt x="386354" y="528358"/>
                      <a:pt x="415512" y="512608"/>
                    </a:cubicBezTo>
                    <a:lnTo>
                      <a:pt x="402367" y="490175"/>
                    </a:lnTo>
                    <a:cubicBezTo>
                      <a:pt x="401291" y="488266"/>
                      <a:pt x="400933" y="485999"/>
                      <a:pt x="401530" y="483851"/>
                    </a:cubicBezTo>
                    <a:cubicBezTo>
                      <a:pt x="402128" y="481703"/>
                      <a:pt x="403562" y="479794"/>
                      <a:pt x="405474" y="478720"/>
                    </a:cubicBezTo>
                    <a:cubicBezTo>
                      <a:pt x="406789" y="478004"/>
                      <a:pt x="408223" y="477527"/>
                      <a:pt x="409657" y="477527"/>
                    </a:cubicBezTo>
                    <a:cubicBezTo>
                      <a:pt x="412644" y="477527"/>
                      <a:pt x="415512" y="479198"/>
                      <a:pt x="416946" y="481703"/>
                    </a:cubicBezTo>
                    <a:lnTo>
                      <a:pt x="430092" y="504136"/>
                    </a:lnTo>
                    <a:cubicBezTo>
                      <a:pt x="458294" y="486357"/>
                      <a:pt x="482553" y="462731"/>
                      <a:pt x="501196" y="435048"/>
                    </a:cubicBezTo>
                    <a:lnTo>
                      <a:pt x="473830" y="419298"/>
                    </a:lnTo>
                    <a:cubicBezTo>
                      <a:pt x="466182" y="414883"/>
                      <a:pt x="463672" y="405218"/>
                      <a:pt x="467974" y="397581"/>
                    </a:cubicBezTo>
                    <a:cubicBezTo>
                      <a:pt x="472396" y="389945"/>
                      <a:pt x="482195" y="387320"/>
                      <a:pt x="489724" y="391734"/>
                    </a:cubicBezTo>
                    <a:lnTo>
                      <a:pt x="517209" y="407485"/>
                    </a:lnTo>
                    <a:cubicBezTo>
                      <a:pt x="531789" y="377893"/>
                      <a:pt x="540512" y="344841"/>
                      <a:pt x="541588" y="309999"/>
                    </a:cubicBezTo>
                    <a:lnTo>
                      <a:pt x="515536" y="309999"/>
                    </a:lnTo>
                    <a:cubicBezTo>
                      <a:pt x="514102" y="309999"/>
                      <a:pt x="512668" y="309641"/>
                      <a:pt x="511354" y="308925"/>
                    </a:cubicBezTo>
                    <a:cubicBezTo>
                      <a:pt x="508725" y="307493"/>
                      <a:pt x="507171" y="304629"/>
                      <a:pt x="507171" y="301646"/>
                    </a:cubicBezTo>
                    <a:cubicBezTo>
                      <a:pt x="507171" y="299379"/>
                      <a:pt x="508008" y="297351"/>
                      <a:pt x="509561" y="295680"/>
                    </a:cubicBezTo>
                    <a:cubicBezTo>
                      <a:pt x="511115" y="294129"/>
                      <a:pt x="513266" y="293174"/>
                      <a:pt x="515536" y="293174"/>
                    </a:cubicBezTo>
                    <a:lnTo>
                      <a:pt x="541588" y="293174"/>
                    </a:lnTo>
                    <a:cubicBezTo>
                      <a:pt x="540273" y="258810"/>
                      <a:pt x="531669" y="226235"/>
                      <a:pt x="517209" y="197001"/>
                    </a:cubicBezTo>
                    <a:lnTo>
                      <a:pt x="489724" y="212871"/>
                    </a:lnTo>
                    <a:cubicBezTo>
                      <a:pt x="487214" y="214302"/>
                      <a:pt x="484585" y="215018"/>
                      <a:pt x="481836" y="215018"/>
                    </a:cubicBezTo>
                    <a:cubicBezTo>
                      <a:pt x="476339" y="215018"/>
                      <a:pt x="470962" y="212155"/>
                      <a:pt x="467974" y="207024"/>
                    </a:cubicBezTo>
                    <a:cubicBezTo>
                      <a:pt x="463553" y="199387"/>
                      <a:pt x="466182" y="189722"/>
                      <a:pt x="473830" y="185307"/>
                    </a:cubicBezTo>
                    <a:lnTo>
                      <a:pt x="501196" y="169437"/>
                    </a:lnTo>
                    <a:cubicBezTo>
                      <a:pt x="482314" y="141397"/>
                      <a:pt x="457577" y="117532"/>
                      <a:pt x="428777" y="99634"/>
                    </a:cubicBezTo>
                    <a:lnTo>
                      <a:pt x="415871" y="122066"/>
                    </a:lnTo>
                    <a:cubicBezTo>
                      <a:pt x="414437" y="124692"/>
                      <a:pt x="411569" y="126362"/>
                      <a:pt x="408581" y="126362"/>
                    </a:cubicBezTo>
                    <a:cubicBezTo>
                      <a:pt x="407147" y="126362"/>
                      <a:pt x="405713" y="126004"/>
                      <a:pt x="404398" y="125288"/>
                    </a:cubicBezTo>
                    <a:cubicBezTo>
                      <a:pt x="400335" y="122902"/>
                      <a:pt x="398901" y="117771"/>
                      <a:pt x="401291" y="113714"/>
                    </a:cubicBezTo>
                    <a:lnTo>
                      <a:pt x="414198" y="91281"/>
                    </a:lnTo>
                    <a:cubicBezTo>
                      <a:pt x="385278" y="76008"/>
                      <a:pt x="353012" y="66462"/>
                      <a:pt x="318715" y="64195"/>
                    </a:cubicBezTo>
                    <a:lnTo>
                      <a:pt x="318715" y="95816"/>
                    </a:lnTo>
                    <a:cubicBezTo>
                      <a:pt x="318715" y="104645"/>
                      <a:pt x="311545" y="111685"/>
                      <a:pt x="302701" y="111685"/>
                    </a:cubicBezTo>
                    <a:cubicBezTo>
                      <a:pt x="293978" y="111685"/>
                      <a:pt x="286807" y="104645"/>
                      <a:pt x="286807" y="95816"/>
                    </a:cubicBezTo>
                    <a:close/>
                    <a:moveTo>
                      <a:pt x="302701" y="0"/>
                    </a:moveTo>
                    <a:cubicBezTo>
                      <a:pt x="469647" y="0"/>
                      <a:pt x="605522" y="135550"/>
                      <a:pt x="605522" y="302243"/>
                    </a:cubicBezTo>
                    <a:cubicBezTo>
                      <a:pt x="605522" y="468936"/>
                      <a:pt x="469647" y="604605"/>
                      <a:pt x="302701" y="604605"/>
                    </a:cubicBezTo>
                    <a:cubicBezTo>
                      <a:pt x="135755" y="604605"/>
                      <a:pt x="0" y="468936"/>
                      <a:pt x="0" y="302243"/>
                    </a:cubicBezTo>
                    <a:cubicBezTo>
                      <a:pt x="0" y="135550"/>
                      <a:pt x="135755" y="0"/>
                      <a:pt x="302701" y="0"/>
                    </a:cubicBezTo>
                    <a:close/>
                  </a:path>
                </a:pathLst>
              </a:custGeom>
              <a:solidFill>
                <a:schemeClr val="accent1"/>
              </a:solidFill>
              <a:ln>
                <a:noFill/>
              </a:ln>
            </p:spPr>
            <p:txBody>
              <a:bodyPr/>
              <a:lstStyle/>
              <a:p>
                <a:endParaRPr lang="zh-CN" altLang="en-US"/>
              </a:p>
            </p:txBody>
          </p:sp>
        </p:grpSp>
      </p:grpSp>
      <p:sp>
        <p:nvSpPr>
          <p:cNvPr id="20" name="矩形 19"/>
          <p:cNvSpPr/>
          <p:nvPr/>
        </p:nvSpPr>
        <p:spPr>
          <a:xfrm>
            <a:off x="-1" y="3792511"/>
            <a:ext cx="12191999" cy="167663"/>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21" name="图片 20">
            <a:extLst>
              <a:ext uri="{FF2B5EF4-FFF2-40B4-BE49-F238E27FC236}">
                <a16:creationId xmlns:a16="http://schemas.microsoft.com/office/drawing/2014/main" id="{1502C778-82A8-622A-6117-DB1F60C637D2}"/>
              </a:ext>
            </a:extLst>
          </p:cNvPr>
          <p:cNvPicPr>
            <a:picLocks noChangeAspect="1"/>
          </p:cNvPicPr>
          <p:nvPr/>
        </p:nvPicPr>
        <p:blipFill rotWithShape="1">
          <a:blip r:embed="rId5">
            <a:extLst>
              <a:ext uri="{28A0092B-C50C-407E-A947-70E740481C1C}">
                <a14:useLocalDpi xmlns:a14="http://schemas.microsoft.com/office/drawing/2010/main" val="0"/>
              </a:ext>
            </a:extLst>
          </a:blip>
          <a:srcRect l="-12396" t="-15318" r="-2025" b="-7372"/>
          <a:stretch/>
        </p:blipFill>
        <p:spPr>
          <a:xfrm>
            <a:off x="8043821" y="5983541"/>
            <a:ext cx="4055971" cy="6239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djN2NjMDJjMDhlNTcyODdhZDcxZWMyYWM4YWYyMG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a:themeElements>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自定义设计方案">
  <a:themeElements>
    <a:clrScheme name="Office">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Office">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自定义 2">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Office">
    <a:dk1>
      <a:srgbClr val="000000"/>
    </a:dk1>
    <a:lt1>
      <a:srgbClr val="FFFFFF"/>
    </a:lt1>
    <a:dk2>
      <a:srgbClr val="44546A"/>
    </a:dk2>
    <a:lt2>
      <a:srgbClr val="E7E6E6"/>
    </a:lt2>
    <a:accent1>
      <a:srgbClr val="750F6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298</TotalTime>
  <Words>1793</Words>
  <Application>Microsoft Macintosh PowerPoint</Application>
  <PresentationFormat>宽屏</PresentationFormat>
  <Paragraphs>252</Paragraphs>
  <Slides>27</Slides>
  <Notes>22</Notes>
  <HiddenSlides>0</HiddenSlides>
  <MMClips>0</MMClips>
  <ScaleCrop>false</ScaleCrop>
  <HeadingPairs>
    <vt:vector size="6" baseType="variant">
      <vt:variant>
        <vt:lpstr>已用的字体</vt:lpstr>
      </vt:variant>
      <vt:variant>
        <vt:i4>15</vt:i4>
      </vt:variant>
      <vt:variant>
        <vt:lpstr>主题</vt:lpstr>
      </vt:variant>
      <vt:variant>
        <vt:i4>5</vt:i4>
      </vt:variant>
      <vt:variant>
        <vt:lpstr>幻灯片标题</vt:lpstr>
      </vt:variant>
      <vt:variant>
        <vt:i4>27</vt:i4>
      </vt:variant>
    </vt:vector>
  </HeadingPairs>
  <TitlesOfParts>
    <vt:vector size="47" baseType="lpstr">
      <vt:lpstr>等线</vt:lpstr>
      <vt:lpstr>等线 Light</vt:lpstr>
      <vt:lpstr>思源黑体 CN Bold</vt:lpstr>
      <vt:lpstr>思源黑体 CN Regular</vt:lpstr>
      <vt:lpstr>微软雅黑</vt:lpstr>
      <vt:lpstr>幼圆</vt:lpstr>
      <vt:lpstr>字魂105号-简雅黑</vt:lpstr>
      <vt:lpstr>Roboto Bold</vt:lpstr>
      <vt:lpstr>Roboto Regular</vt:lpstr>
      <vt:lpstr>Arial</vt:lpstr>
      <vt:lpstr>Arial Black</vt:lpstr>
      <vt:lpstr>Calibri</vt:lpstr>
      <vt:lpstr>Calibri Light</vt:lpstr>
      <vt:lpstr>Impact</vt:lpstr>
      <vt:lpstr>Wingdings 2</vt:lpstr>
      <vt:lpstr>1_Office 主题​​</vt:lpstr>
      <vt:lpstr>第一PPT，www.1ppt.com</vt:lpstr>
      <vt:lpstr>1_自定义设计方案</vt:lpstr>
      <vt:lpstr>自定义设计方案</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NOCOLDBATH zz</cp:lastModifiedBy>
  <cp:revision>34</cp:revision>
  <dcterms:created xsi:type="dcterms:W3CDTF">2020-11-01T13:54:00Z</dcterms:created>
  <dcterms:modified xsi:type="dcterms:W3CDTF">2026-09-22T11:08:30Z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7974AD31CD414C0184484A6D99F9E6B5_12</vt:lpwstr>
  </property>
  <property fmtid="{D5CDD505-2E9C-101B-9397-08002B2CF9AE}" pid="3" name="KSOProductBuildVer">
    <vt:lpwstr>2052-12.1.0.15946</vt:lpwstr>
  </property>
</Properties>
</file>